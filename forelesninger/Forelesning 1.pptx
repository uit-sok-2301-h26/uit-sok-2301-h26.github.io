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1" r:id="rId2"/>
    <p:sldId id="265" r:id="rId3"/>
    <p:sldId id="266" r:id="rId4"/>
    <p:sldId id="268" r:id="rId5"/>
    <p:sldId id="262" r:id="rId6"/>
    <p:sldId id="271" r:id="rId7"/>
    <p:sldId id="269" r:id="rId8"/>
    <p:sldId id="270" r:id="rId9"/>
    <p:sldId id="263" r:id="rId10"/>
    <p:sldId id="257" r:id="rId11"/>
    <p:sldId id="258" r:id="rId12"/>
    <p:sldId id="259" r:id="rId13"/>
    <p:sldId id="260" r:id="rId14"/>
    <p:sldId id="264" r:id="rId15"/>
    <p:sldId id="276" r:id="rId16"/>
    <p:sldId id="274" r:id="rId17"/>
    <p:sldId id="275" r:id="rId18"/>
    <p:sldId id="273" r:id="rId19"/>
    <p:sldId id="272" r:id="rId20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30" dt="2026-08-13T12:07:41.5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20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3T12:09:39.541" v="2896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3T10:36:25.669" v="2434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del 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3" creationId="{217BD306-B47F-E4E0-E5F3-2ED717DA4F9B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36:25.669" v="2434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setBg">
        <pc:chgData name="Espen Sirnes" userId="a3dc4f38-a105-43a6-a77e-f1a999ec558b" providerId="ADAL" clId="{EA2A2A98-0D86-4FD2-8A8E-2B4D48E3B936}" dt="2026-08-13T10:28:28.443" v="2359" actId="20577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 del 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3" creationId="{0520E714-B4AD-1065-AADC-8F677CEC7D34}"/>
          </ac:spMkLst>
        </pc:spChg>
        <pc:spChg chg="add del">
          <ac:chgData name="Espen Sirnes" userId="a3dc4f38-a105-43a6-a77e-f1a999ec558b" providerId="ADAL" clId="{EA2A2A98-0D86-4FD2-8A8E-2B4D48E3B936}" dt="2026-08-13T10:28:09.286" v="2348" actId="26606"/>
          <ac:spMkLst>
            <pc:docMk/>
            <pc:sldMk cId="1224037662" sldId="263"/>
            <ac:spMk id="10" creationId="{B50AB553-2A96-4A92-96F2-93548E096954}"/>
          </ac:spMkLst>
        </pc:spChg>
        <pc:spChg chg="add del">
          <ac:chgData name="Espen Sirnes" userId="a3dc4f38-a105-43a6-a77e-f1a999ec558b" providerId="ADAL" clId="{EA2A2A98-0D86-4FD2-8A8E-2B4D48E3B936}" dt="2026-08-13T10:28:11.511" v="2350" actId="26606"/>
          <ac:spMkLst>
            <pc:docMk/>
            <pc:sldMk cId="1224037662" sldId="263"/>
            <ac:spMk id="16" creationId="{A2679492-7988-4050-9056-542444452411}"/>
          </ac:spMkLst>
        </pc:spChg>
        <pc:spChg chg="add del">
          <ac:chgData name="Espen Sirnes" userId="a3dc4f38-a105-43a6-a77e-f1a999ec558b" providerId="ADAL" clId="{EA2A2A98-0D86-4FD2-8A8E-2B4D48E3B936}" dt="2026-08-13T10:28:11.511" v="2350" actId="26606"/>
          <ac:spMkLst>
            <pc:docMk/>
            <pc:sldMk cId="1224037662" sldId="263"/>
            <ac:spMk id="18" creationId="{B091B163-7D61-4891-ABCF-5C13D9C418D0}"/>
          </ac:spMkLst>
        </pc:spChg>
        <pc:spChg chg="add del">
          <ac:chgData name="Espen Sirnes" userId="a3dc4f38-a105-43a6-a77e-f1a999ec558b" providerId="ADAL" clId="{EA2A2A98-0D86-4FD2-8A8E-2B4D48E3B936}" dt="2026-08-13T10:28:11.511" v="2350" actId="26606"/>
          <ac:spMkLst>
            <pc:docMk/>
            <pc:sldMk cId="1224037662" sldId="263"/>
            <ac:spMk id="19" creationId="{0520E714-B4AD-1065-AADC-8F677CEC7D3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  <pc:grpChg chg="add del">
          <ac:chgData name="Espen Sirnes" userId="a3dc4f38-a105-43a6-a77e-f1a999ec558b" providerId="ADAL" clId="{EA2A2A98-0D86-4FD2-8A8E-2B4D48E3B936}" dt="2026-08-13T10:28:11.511" v="2350" actId="26606"/>
          <ac:grpSpMkLst>
            <pc:docMk/>
            <pc:sldMk cId="1224037662" sldId="263"/>
            <ac:grpSpMk id="12" creationId="{0474DF76-993E-44DE-AFB0-C416182ACECF}"/>
          </ac:grpSpMkLst>
        </pc:grpChg>
        <pc:graphicFrameChg chg="add del">
          <ac:chgData name="Espen Sirnes" userId="a3dc4f38-a105-43a6-a77e-f1a999ec558b" providerId="ADAL" clId="{EA2A2A98-0D86-4FD2-8A8E-2B4D48E3B936}" dt="2026-08-13T10:26:57.932" v="2333" actId="26606"/>
          <ac:graphicFrameMkLst>
            <pc:docMk/>
            <pc:sldMk cId="1224037662" sldId="263"/>
            <ac:graphicFrameMk id="5" creationId="{9ECAD9F8-88F8-0981-136F-9B83EB48A5B9}"/>
          </ac:graphicFrameMkLst>
        </pc:graphicFrameChg>
        <pc:graphicFrameChg chg="add del">
          <ac:chgData name="Espen Sirnes" userId="a3dc4f38-a105-43a6-a77e-f1a999ec558b" providerId="ADAL" clId="{EA2A2A98-0D86-4FD2-8A8E-2B4D48E3B936}" dt="2026-08-13T10:27:00.767" v="2335" actId="26606"/>
          <ac:graphicFrameMkLst>
            <pc:docMk/>
            <pc:sldMk cId="1224037662" sldId="263"/>
            <ac:graphicFrameMk id="7" creationId="{E637223A-F9AC-E864-F8C1-4018CC87DFB6}"/>
          </ac:graphicFrameMkLst>
        </pc:graphicFrameChg>
        <pc:graphicFrameChg chg="add del">
          <ac:chgData name="Espen Sirnes" userId="a3dc4f38-a105-43a6-a77e-f1a999ec558b" providerId="ADAL" clId="{EA2A2A98-0D86-4FD2-8A8E-2B4D48E3B936}" dt="2026-08-13T10:28:09.286" v="2348" actId="26606"/>
          <ac:graphicFrameMkLst>
            <pc:docMk/>
            <pc:sldMk cId="1224037662" sldId="263"/>
            <ac:graphicFrameMk id="8" creationId="{FA1F90CC-FC7F-BC3A-231D-7283BE10FCF2}"/>
          </ac:graphicFrameMkLst>
        </pc:graphicFrameChg>
        <pc:graphicFrameChg chg="add del">
          <ac:chgData name="Espen Sirnes" userId="a3dc4f38-a105-43a6-a77e-f1a999ec558b" providerId="ADAL" clId="{EA2A2A98-0D86-4FD2-8A8E-2B4D48E3B936}" dt="2026-08-13T10:27:18.226" v="2337" actId="26606"/>
          <ac:graphicFrameMkLst>
            <pc:docMk/>
            <pc:sldMk cId="1224037662" sldId="263"/>
            <ac:graphicFrameMk id="9" creationId="{9ECAD9F8-88F8-0981-136F-9B83EB48A5B9}"/>
          </ac:graphicFrameMkLst>
        </pc:graphicFrameChg>
        <pc:picChg chg="add del">
          <ac:chgData name="Espen Sirnes" userId="a3dc4f38-a105-43a6-a77e-f1a999ec558b" providerId="ADAL" clId="{EA2A2A98-0D86-4FD2-8A8E-2B4D48E3B936}" dt="2026-08-13T10:28:09.286" v="2348" actId="26606"/>
          <ac:picMkLst>
            <pc:docMk/>
            <pc:sldMk cId="1224037662" sldId="263"/>
            <ac:picMk id="6" creationId="{007E7052-0A5A-6B71-66BE-1C41A289AEB6}"/>
          </ac:picMkLst>
        </pc:picChg>
        <pc:cxnChg chg="add del">
          <ac:chgData name="Espen Sirnes" userId="a3dc4f38-a105-43a6-a77e-f1a999ec558b" providerId="ADAL" clId="{EA2A2A98-0D86-4FD2-8A8E-2B4D48E3B936}" dt="2026-08-13T10:28:11.511" v="2350" actId="26606"/>
          <ac:cxnSpMkLst>
            <pc:docMk/>
            <pc:sldMk cId="1224037662" sldId="263"/>
            <ac:cxnSpMk id="17" creationId="{C49DA8F6-BCC1-4447-B54C-57856834B94B}"/>
          </ac:cxnSpMkLst>
        </pc:cxnChg>
      </pc:sldChg>
      <pc:sldChg chg="addSp delSp modSp new mod setBg modClrScheme chgLayout">
        <pc:chgData name="Espen Sirnes" userId="a3dc4f38-a105-43a6-a77e-f1a999ec558b" providerId="ADAL" clId="{EA2A2A98-0D86-4FD2-8A8E-2B4D48E3B936}" dt="2026-08-13T08:24:21.076" v="1498" actId="2660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 del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3" creationId="{C72E4ABC-8273-F125-6953-FBB494B54B49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">
          <ac:chgData name="Espen Sirnes" userId="a3dc4f38-a105-43a6-a77e-f1a999ec558b" providerId="ADAL" clId="{EA2A2A98-0D86-4FD2-8A8E-2B4D48E3B936}" dt="2026-08-13T08:24:21.076" v="1498" actId="2660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spChg chg="del">
          <ac:chgData name="Espen Sirnes" userId="a3dc4f38-a105-43a6-a77e-f1a999ec558b" providerId="ADAL" clId="{EA2A2A98-0D86-4FD2-8A8E-2B4D48E3B936}" dt="2026-08-13T09:05:46.975" v="1500" actId="478"/>
          <ac:spMkLst>
            <pc:docMk/>
            <pc:sldMk cId="2920632593" sldId="265"/>
            <ac:spMk id="2" creationId="{49B2D693-7EA2-31EA-4E38-06BD8862A037}"/>
          </ac:spMkLst>
        </pc:spChg>
        <pc:spChg chg="del">
          <ac:chgData name="Espen Sirnes" userId="a3dc4f38-a105-43a6-a77e-f1a999ec558b" providerId="ADAL" clId="{EA2A2A98-0D86-4FD2-8A8E-2B4D48E3B936}" dt="2026-08-13T09:05:48.397" v="1501" actId="478"/>
          <ac:spMkLst>
            <pc:docMk/>
            <pc:sldMk cId="2920632593" sldId="265"/>
            <ac:spMk id="3" creationId="{88EB7D39-0B00-BA1D-BD7F-8578CAF59304}"/>
          </ac:spMkLst>
        </pc:spChg>
        <pc:picChg chg="add del mod">
          <ac:chgData name="Espen Sirnes" userId="a3dc4f38-a105-43a6-a77e-f1a999ec558b" providerId="ADAL" clId="{EA2A2A98-0D86-4FD2-8A8E-2B4D48E3B936}" dt="2026-08-13T09:24:12.756" v="1539" actId="21"/>
          <ac:picMkLst>
            <pc:docMk/>
            <pc:sldMk cId="2920632593" sldId="265"/>
            <ac:picMk id="4" creationId="{49B892AE-6628-5695-6D75-FB136C712825}"/>
          </ac:picMkLst>
        </pc:picChg>
        <pc:picChg chg="add del mod">
          <ac:chgData name="Espen Sirnes" userId="a3dc4f38-a105-43a6-a77e-f1a999ec558b" providerId="ADAL" clId="{EA2A2A98-0D86-4FD2-8A8E-2B4D48E3B936}" dt="2026-08-13T09:25:17.646" v="1562" actId="21"/>
          <ac:picMkLst>
            <pc:docMk/>
            <pc:sldMk cId="2920632593" sldId="265"/>
            <ac:picMk id="5" creationId="{BE7EDF92-09B1-1722-A8C2-FCE3D062E180}"/>
          </ac:picMkLst>
        </pc:picChg>
        <pc:picChg chg="add del mod">
          <ac:chgData name="Espen Sirnes" userId="a3dc4f38-a105-43a6-a77e-f1a999ec558b" providerId="ADAL" clId="{EA2A2A98-0D86-4FD2-8A8E-2B4D48E3B936}" dt="2026-08-13T09:25:38.704" v="1567" actId="21"/>
          <ac:picMkLst>
            <pc:docMk/>
            <pc:sldMk cId="2920632593" sldId="265"/>
            <ac:picMk id="6" creationId="{8AEF3951-BE52-371C-B12A-A49E68B1684A}"/>
          </ac:picMkLst>
        </pc:picChg>
        <pc:picChg chg="add del mod">
          <ac:chgData name="Espen Sirnes" userId="a3dc4f38-a105-43a6-a77e-f1a999ec558b" providerId="ADAL" clId="{EA2A2A98-0D86-4FD2-8A8E-2B4D48E3B936}" dt="2026-08-13T09:24:51.579" v="1552" actId="21"/>
          <ac:picMkLst>
            <pc:docMk/>
            <pc:sldMk cId="2920632593" sldId="265"/>
            <ac:picMk id="7" creationId="{1C38CB64-0524-88BF-0713-7BDC4BD5CB39}"/>
          </ac:picMkLst>
        </pc:picChg>
        <pc:picChg chg="add del mod">
          <ac:chgData name="Espen Sirnes" userId="a3dc4f38-a105-43a6-a77e-f1a999ec558b" providerId="ADAL" clId="{EA2A2A98-0D86-4FD2-8A8E-2B4D48E3B936}" dt="2026-08-13T09:24:32.241" v="1546" actId="21"/>
          <ac:picMkLst>
            <pc:docMk/>
            <pc:sldMk cId="2920632593" sldId="265"/>
            <ac:picMk id="8" creationId="{A7553C63-75EC-A8D8-3165-19F41019458F}"/>
          </ac:picMkLst>
        </pc:picChg>
        <pc:picChg chg="add del">
          <ac:chgData name="Espen Sirnes" userId="a3dc4f38-a105-43a6-a77e-f1a999ec558b" providerId="ADAL" clId="{EA2A2A98-0D86-4FD2-8A8E-2B4D48E3B936}" dt="2026-08-13T09:23:46.836" v="1531" actId="22"/>
          <ac:picMkLst>
            <pc:docMk/>
            <pc:sldMk cId="2920632593" sldId="265"/>
            <ac:picMk id="10" creationId="{C5F50BDE-D51E-ADDE-D4B6-C050CB8B1D0C}"/>
          </ac:picMkLst>
        </pc:picChg>
        <pc:picChg chg="add del">
          <ac:chgData name="Espen Sirnes" userId="a3dc4f38-a105-43a6-a77e-f1a999ec558b" providerId="ADAL" clId="{EA2A2A98-0D86-4FD2-8A8E-2B4D48E3B936}" dt="2026-08-13T09:23:51.378" v="1533" actId="22"/>
          <ac:picMkLst>
            <pc:docMk/>
            <pc:sldMk cId="2920632593" sldId="265"/>
            <ac:picMk id="12" creationId="{71D4573B-6FF9-A483-B7C9-4C70E6ABA579}"/>
          </ac:picMkLst>
        </pc:picChg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mod modClrScheme chgLayout">
        <pc:chgData name="Espen Sirnes" userId="a3dc4f38-a105-43a6-a77e-f1a999ec558b" providerId="ADAL" clId="{EA2A2A98-0D86-4FD2-8A8E-2B4D48E3B936}" dt="2026-08-13T09:45:38.806" v="1690" actId="21"/>
        <pc:sldMkLst>
          <pc:docMk/>
          <pc:sldMk cId="144262788" sldId="266"/>
        </pc:sldMkLst>
        <pc:spChg chg="add del">
          <ac:chgData name="Espen Sirnes" userId="a3dc4f38-a105-43a6-a77e-f1a999ec558b" providerId="ADAL" clId="{EA2A2A98-0D86-4FD2-8A8E-2B4D48E3B936}" dt="2026-08-13T09:42:31.389" v="1620" actId="478"/>
          <ac:spMkLst>
            <pc:docMk/>
            <pc:sldMk cId="144262788" sldId="266"/>
            <ac:spMk id="2" creationId="{A01221DD-451F-137D-440E-530198BAB44B}"/>
          </ac:spMkLst>
        </pc:spChg>
        <pc:spChg chg="del">
          <ac:chgData name="Espen Sirnes" userId="a3dc4f38-a105-43a6-a77e-f1a999ec558b" providerId="ADAL" clId="{EA2A2A98-0D86-4FD2-8A8E-2B4D48E3B936}" dt="2026-08-13T09:24:02.503" v="1537" actId="22"/>
          <ac:spMkLst>
            <pc:docMk/>
            <pc:sldMk cId="144262788" sldId="266"/>
            <ac:spMk id="3" creationId="{7084D2FD-1402-251D-4765-69BA1DB60BD6}"/>
          </ac:spMkLst>
        </pc:spChg>
        <pc:spChg chg="add del mod">
          <ac:chgData name="Espen Sirnes" userId="a3dc4f38-a105-43a6-a77e-f1a999ec558b" providerId="ADAL" clId="{EA2A2A98-0D86-4FD2-8A8E-2B4D48E3B936}" dt="2026-08-13T09:27:03.235" v="1583" actId="478"/>
          <ac:spMkLst>
            <pc:docMk/>
            <pc:sldMk cId="144262788" sldId="266"/>
            <ac:spMk id="7" creationId="{696F7B96-BF90-AA33-2707-F024286FB49B}"/>
          </ac:spMkLst>
        </pc:spChg>
        <pc:spChg chg="add del mod">
          <ac:chgData name="Espen Sirnes" userId="a3dc4f38-a105-43a6-a77e-f1a999ec558b" providerId="ADAL" clId="{EA2A2A98-0D86-4FD2-8A8E-2B4D48E3B936}" dt="2026-08-13T09:43:25.383" v="1638" actId="478"/>
          <ac:spMkLst>
            <pc:docMk/>
            <pc:sldMk cId="144262788" sldId="266"/>
            <ac:spMk id="10" creationId="{E5549C60-5BDE-2C8C-7966-5DA02A1BE75C}"/>
          </ac:spMkLst>
        </pc:spChg>
        <pc:spChg chg="add mod">
          <ac:chgData name="Espen Sirnes" userId="a3dc4f38-a105-43a6-a77e-f1a999ec558b" providerId="ADAL" clId="{EA2A2A98-0D86-4FD2-8A8E-2B4D48E3B936}" dt="2026-08-13T09:42:26.537" v="1619" actId="571"/>
          <ac:spMkLst>
            <pc:docMk/>
            <pc:sldMk cId="144262788" sldId="266"/>
            <ac:spMk id="17" creationId="{0DEE9083-415E-2093-C541-7C0484ECD6C8}"/>
          </ac:spMkLst>
        </pc:spChg>
        <pc:spChg chg="add del">
          <ac:chgData name="Espen Sirnes" userId="a3dc4f38-a105-43a6-a77e-f1a999ec558b" providerId="ADAL" clId="{EA2A2A98-0D86-4FD2-8A8E-2B4D48E3B936}" dt="2026-08-13T09:42:40.973" v="1622" actId="22"/>
          <ac:spMkLst>
            <pc:docMk/>
            <pc:sldMk cId="144262788" sldId="266"/>
            <ac:spMk id="19" creationId="{E05859F6-9214-86D0-A06B-9A6AE2E53F3C}"/>
          </ac:spMkLst>
        </pc:spChg>
        <pc:spChg chg="add mod">
          <ac:chgData name="Espen Sirnes" userId="a3dc4f38-a105-43a6-a77e-f1a999ec558b" providerId="ADAL" clId="{EA2A2A98-0D86-4FD2-8A8E-2B4D48E3B936}" dt="2026-08-13T09:43:10.453" v="1636" actId="20577"/>
          <ac:spMkLst>
            <pc:docMk/>
            <pc:sldMk cId="144262788" sldId="266"/>
            <ac:spMk id="20" creationId="{FE06E607-E332-0720-8002-F1CE3F6C1E35}"/>
          </ac:spMkLst>
        </pc:spChg>
        <pc:spChg chg="add del mod ord">
          <ac:chgData name="Espen Sirnes" userId="a3dc4f38-a105-43a6-a77e-f1a999ec558b" providerId="ADAL" clId="{EA2A2A98-0D86-4FD2-8A8E-2B4D48E3B936}" dt="2026-08-13T09:44:26.366" v="1667" actId="478"/>
          <ac:spMkLst>
            <pc:docMk/>
            <pc:sldMk cId="144262788" sldId="266"/>
            <ac:spMk id="21" creationId="{F5D7E1BE-9C7A-A7D9-E060-743E762170A6}"/>
          </ac:spMkLst>
        </pc:spChg>
        <pc:spChg chg="add del mod ord">
          <ac:chgData name="Espen Sirnes" userId="a3dc4f38-a105-43a6-a77e-f1a999ec558b" providerId="ADAL" clId="{EA2A2A98-0D86-4FD2-8A8E-2B4D48E3B936}" dt="2026-08-13T09:45:38.806" v="1690" actId="21"/>
          <ac:spMkLst>
            <pc:docMk/>
            <pc:sldMk cId="144262788" sldId="266"/>
            <ac:spMk id="22" creationId="{54781D2E-DDDB-E3D8-80C3-273A969EE172}"/>
          </ac:spMkLst>
        </pc:spChg>
        <pc:spChg chg="add mod ord">
          <ac:chgData name="Espen Sirnes" userId="a3dc4f38-a105-43a6-a77e-f1a999ec558b" providerId="ADAL" clId="{EA2A2A98-0D86-4FD2-8A8E-2B4D48E3B936}" dt="2026-08-13T09:44:30.178" v="1679" actId="20577"/>
          <ac:spMkLst>
            <pc:docMk/>
            <pc:sldMk cId="144262788" sldId="266"/>
            <ac:spMk id="23" creationId="{9CE64ED3-5A01-6EAC-12BA-5DACC7FCB0AC}"/>
          </ac:spMkLst>
        </pc:spChg>
        <pc:spChg chg="add del mod">
          <ac:chgData name="Espen Sirnes" userId="a3dc4f38-a105-43a6-a77e-f1a999ec558b" providerId="ADAL" clId="{EA2A2A98-0D86-4FD2-8A8E-2B4D48E3B936}" dt="2026-08-13T09:45:38.806" v="1690" actId="21"/>
          <ac:spMkLst>
            <pc:docMk/>
            <pc:sldMk cId="144262788" sldId="266"/>
            <ac:spMk id="31" creationId="{07D4DEA4-FA53-2D77-E6E5-3ED92AD79D18}"/>
          </ac:spMkLst>
        </pc:spChg>
        <pc:picChg chg="add del mod ord modCrop">
          <ac:chgData name="Espen Sirnes" userId="a3dc4f38-a105-43a6-a77e-f1a999ec558b" providerId="ADAL" clId="{EA2A2A98-0D86-4FD2-8A8E-2B4D48E3B936}" dt="2026-08-13T09:26:48.653" v="1580" actId="21"/>
          <ac:picMkLst>
            <pc:docMk/>
            <pc:sldMk cId="144262788" sldId="266"/>
            <ac:picMk id="5" creationId="{A64A37DE-9E21-888E-54D2-EC016766692E}"/>
          </ac:picMkLst>
        </pc:picChg>
        <pc:picChg chg="add del mod">
          <ac:chgData name="Espen Sirnes" userId="a3dc4f38-a105-43a6-a77e-f1a999ec558b" providerId="ADAL" clId="{EA2A2A98-0D86-4FD2-8A8E-2B4D48E3B936}" dt="2026-08-13T09:43:21.256" v="1637" actId="21"/>
          <ac:picMkLst>
            <pc:docMk/>
            <pc:sldMk cId="144262788" sldId="266"/>
            <ac:picMk id="9" creationId="{A8D23A4F-1694-B2A3-17A8-92BE75C65439}"/>
          </ac:picMkLst>
        </pc:picChg>
        <pc:picChg chg="add del mod modCrop">
          <ac:chgData name="Espen Sirnes" userId="a3dc4f38-a105-43a6-a77e-f1a999ec558b" providerId="ADAL" clId="{EA2A2A98-0D86-4FD2-8A8E-2B4D48E3B936}" dt="2026-08-13T09:41:50.565" v="1605" actId="21"/>
          <ac:picMkLst>
            <pc:docMk/>
            <pc:sldMk cId="144262788" sldId="266"/>
            <ac:picMk id="12" creationId="{E5AA8F92-0911-65E0-724E-5B9BE1C7E863}"/>
          </ac:picMkLst>
        </pc:picChg>
        <pc:picChg chg="add del">
          <ac:chgData name="Espen Sirnes" userId="a3dc4f38-a105-43a6-a77e-f1a999ec558b" providerId="ADAL" clId="{EA2A2A98-0D86-4FD2-8A8E-2B4D48E3B936}" dt="2026-08-13T09:41:53.762" v="1607" actId="22"/>
          <ac:picMkLst>
            <pc:docMk/>
            <pc:sldMk cId="144262788" sldId="266"/>
            <ac:picMk id="14" creationId="{70B4D60D-2595-90DC-E430-16019E134319}"/>
          </ac:picMkLst>
        </pc:picChg>
        <pc:picChg chg="add del mod">
          <ac:chgData name="Espen Sirnes" userId="a3dc4f38-a105-43a6-a77e-f1a999ec558b" providerId="ADAL" clId="{EA2A2A98-0D86-4FD2-8A8E-2B4D48E3B936}" dt="2026-08-13T09:43:21.256" v="1637" actId="21"/>
          <ac:picMkLst>
            <pc:docMk/>
            <pc:sldMk cId="144262788" sldId="266"/>
            <ac:picMk id="16" creationId="{5B53A041-6B53-C248-4B25-7C9787522E9F}"/>
          </ac:picMkLst>
        </pc:picChg>
        <pc:picChg chg="add del mod">
          <ac:chgData name="Espen Sirnes" userId="a3dc4f38-a105-43a6-a77e-f1a999ec558b" providerId="ADAL" clId="{EA2A2A98-0D86-4FD2-8A8E-2B4D48E3B936}" dt="2026-08-13T09:45:11.945" v="1683" actId="21"/>
          <ac:picMkLst>
            <pc:docMk/>
            <pc:sldMk cId="144262788" sldId="266"/>
            <ac:picMk id="25" creationId="{7AB4B962-2778-BA90-7C19-5BA183127638}"/>
          </ac:picMkLst>
        </pc:picChg>
        <pc:picChg chg="add mod">
          <ac:chgData name="Espen Sirnes" userId="a3dc4f38-a105-43a6-a77e-f1a999ec558b" providerId="ADAL" clId="{EA2A2A98-0D86-4FD2-8A8E-2B4D48E3B936}" dt="2026-08-13T09:44:54.895" v="1682" actId="1076"/>
          <ac:picMkLst>
            <pc:docMk/>
            <pc:sldMk cId="144262788" sldId="266"/>
            <ac:picMk id="27" creationId="{10FB5C68-EBD5-E134-616A-CCF09E247D15}"/>
          </ac:picMkLst>
        </pc:picChg>
        <pc:picChg chg="add del">
          <ac:chgData name="Espen Sirnes" userId="a3dc4f38-a105-43a6-a77e-f1a999ec558b" providerId="ADAL" clId="{EA2A2A98-0D86-4FD2-8A8E-2B4D48E3B936}" dt="2026-08-13T09:45:38.806" v="1690" actId="21"/>
          <ac:picMkLst>
            <pc:docMk/>
            <pc:sldMk cId="144262788" sldId="266"/>
            <ac:picMk id="29" creationId="{87498C80-47C2-A174-21E4-E4CFCCB68233}"/>
          </ac:picMkLst>
        </pc:picChg>
      </pc:sldChg>
      <pc:sldChg chg="addSp modSp new del">
        <pc:chgData name="Espen Sirnes" userId="a3dc4f38-a105-43a6-a77e-f1a999ec558b" providerId="ADAL" clId="{EA2A2A98-0D86-4FD2-8A8E-2B4D48E3B936}" dt="2026-08-13T09:45:37.752" v="1689" actId="680"/>
        <pc:sldMkLst>
          <pc:docMk/>
          <pc:sldMk cId="1948746758" sldId="267"/>
        </pc:sldMkLst>
        <pc:spChg chg="add mod">
          <ac:chgData name="Espen Sirnes" userId="a3dc4f38-a105-43a6-a77e-f1a999ec558b" providerId="ADAL" clId="{EA2A2A98-0D86-4FD2-8A8E-2B4D48E3B936}" dt="2026-08-13T09:45:34.898" v="1688"/>
          <ac:spMkLst>
            <pc:docMk/>
            <pc:sldMk cId="1948746758" sldId="267"/>
            <ac:spMk id="22" creationId="{54781D2E-DDDB-E3D8-80C3-273A969EE172}"/>
          </ac:spMkLst>
        </pc:spChg>
        <pc:picChg chg="add mod">
          <ac:chgData name="Espen Sirnes" userId="a3dc4f38-a105-43a6-a77e-f1a999ec558b" providerId="ADAL" clId="{EA2A2A98-0D86-4FD2-8A8E-2B4D48E3B936}" dt="2026-08-13T09:45:27.643" v="1687"/>
          <ac:picMkLst>
            <pc:docMk/>
            <pc:sldMk cId="1948746758" sldId="267"/>
            <ac:picMk id="29" creationId="{87498C80-47C2-A174-21E4-E4CFCCB68233}"/>
          </ac:picMkLst>
        </pc:picChg>
      </pc:sldChg>
      <pc:sldChg chg="addSp delSp new del mod">
        <pc:chgData name="Espen Sirnes" userId="a3dc4f38-a105-43a6-a77e-f1a999ec558b" providerId="ADAL" clId="{EA2A2A98-0D86-4FD2-8A8E-2B4D48E3B936}" dt="2026-08-13T09:52:13.774" v="1794" actId="47"/>
        <pc:sldMkLst>
          <pc:docMk/>
          <pc:sldMk cId="3076970233" sldId="267"/>
        </pc:sldMkLst>
        <pc:spChg chg="del">
          <ac:chgData name="Espen Sirnes" userId="a3dc4f38-a105-43a6-a77e-f1a999ec558b" providerId="ADAL" clId="{EA2A2A98-0D86-4FD2-8A8E-2B4D48E3B936}" dt="2026-08-13T09:46:07.068" v="1694" actId="478"/>
          <ac:spMkLst>
            <pc:docMk/>
            <pc:sldMk cId="3076970233" sldId="267"/>
            <ac:spMk id="2" creationId="{2C7AFC60-B27F-70E8-DCFC-A969B13B9DD1}"/>
          </ac:spMkLst>
        </pc:spChg>
        <pc:spChg chg="del">
          <ac:chgData name="Espen Sirnes" userId="a3dc4f38-a105-43a6-a77e-f1a999ec558b" providerId="ADAL" clId="{EA2A2A98-0D86-4FD2-8A8E-2B4D48E3B936}" dt="2026-08-13T09:46:07.068" v="1694" actId="478"/>
          <ac:spMkLst>
            <pc:docMk/>
            <pc:sldMk cId="3076970233" sldId="267"/>
            <ac:spMk id="3" creationId="{60DB2E8B-F2D6-D49D-5BD7-5DB757ADDF60}"/>
          </ac:spMkLst>
        </pc:spChg>
        <pc:spChg chg="del">
          <ac:chgData name="Espen Sirnes" userId="a3dc4f38-a105-43a6-a77e-f1a999ec558b" providerId="ADAL" clId="{EA2A2A98-0D86-4FD2-8A8E-2B4D48E3B936}" dt="2026-08-13T09:46:07.068" v="1694" actId="478"/>
          <ac:spMkLst>
            <pc:docMk/>
            <pc:sldMk cId="3076970233" sldId="267"/>
            <ac:spMk id="4" creationId="{DB2B0485-5F35-CBEB-8CEA-1387B95DB95C}"/>
          </ac:spMkLst>
        </pc:spChg>
        <pc:picChg chg="add del">
          <ac:chgData name="Espen Sirnes" userId="a3dc4f38-a105-43a6-a77e-f1a999ec558b" providerId="ADAL" clId="{EA2A2A98-0D86-4FD2-8A8E-2B4D48E3B936}" dt="2026-08-13T09:46:03.111" v="1693" actId="22"/>
          <ac:picMkLst>
            <pc:docMk/>
            <pc:sldMk cId="3076970233" sldId="267"/>
            <ac:picMk id="6" creationId="{72A986B1-4005-5679-4D99-84AD171F0BF0}"/>
          </ac:picMkLst>
        </pc:picChg>
        <pc:picChg chg="add del">
          <ac:chgData name="Espen Sirnes" userId="a3dc4f38-a105-43a6-a77e-f1a999ec558b" providerId="ADAL" clId="{EA2A2A98-0D86-4FD2-8A8E-2B4D48E3B936}" dt="2026-08-13T09:46:03.111" v="1693" actId="22"/>
          <ac:picMkLst>
            <pc:docMk/>
            <pc:sldMk cId="3076970233" sldId="267"/>
            <ac:picMk id="8" creationId="{A4E7FB61-341C-7534-EC0D-165A112505BC}"/>
          </ac:picMkLst>
        </pc:picChg>
        <pc:picChg chg="add del">
          <ac:chgData name="Espen Sirnes" userId="a3dc4f38-a105-43a6-a77e-f1a999ec558b" providerId="ADAL" clId="{EA2A2A98-0D86-4FD2-8A8E-2B4D48E3B936}" dt="2026-08-13T09:46:53.644" v="1697" actId="478"/>
          <ac:picMkLst>
            <pc:docMk/>
            <pc:sldMk cId="3076970233" sldId="267"/>
            <ac:picMk id="10" creationId="{2DD449EB-EC70-C3CC-BA5D-A389F1E8AA75}"/>
          </ac:picMkLst>
        </pc:picChg>
        <pc:picChg chg="add del">
          <ac:chgData name="Espen Sirnes" userId="a3dc4f38-a105-43a6-a77e-f1a999ec558b" providerId="ADAL" clId="{EA2A2A98-0D86-4FD2-8A8E-2B4D48E3B936}" dt="2026-08-13T09:46:52.820" v="1696" actId="478"/>
          <ac:picMkLst>
            <pc:docMk/>
            <pc:sldMk cId="3076970233" sldId="267"/>
            <ac:picMk id="12" creationId="{D4A3D7C1-4055-6C1B-542B-10BEBC70163D}"/>
          </ac:picMkLst>
        </pc:picChg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del">
          <ac:chgData name="Espen Sirnes" userId="a3dc4f38-a105-43a6-a77e-f1a999ec558b" providerId="ADAL" clId="{EA2A2A98-0D86-4FD2-8A8E-2B4D48E3B936}" dt="2026-08-13T09:47:26.498" v="1701" actId="478"/>
          <ac:spMkLst>
            <pc:docMk/>
            <pc:sldMk cId="4098844390" sldId="268"/>
            <ac:spMk id="2" creationId="{CEB2DA9D-E480-4D86-3475-0D3AC423B592}"/>
          </ac:spMkLst>
        </pc:spChg>
        <pc:spChg chg="del">
          <ac:chgData name="Espen Sirnes" userId="a3dc4f38-a105-43a6-a77e-f1a999ec558b" providerId="ADAL" clId="{EA2A2A98-0D86-4FD2-8A8E-2B4D48E3B936}" dt="2026-08-13T09:47:09.863" v="1699" actId="931"/>
          <ac:spMkLst>
            <pc:docMk/>
            <pc:sldMk cId="4098844390" sldId="268"/>
            <ac:spMk id="3" creationId="{517764F3-EB5A-A3EE-5717-59F8D5B87FF1}"/>
          </ac:spMkLst>
        </pc:spChg>
        <pc:spChg chg="del">
          <ac:chgData name="Espen Sirnes" userId="a3dc4f38-a105-43a6-a77e-f1a999ec558b" providerId="ADAL" clId="{EA2A2A98-0D86-4FD2-8A8E-2B4D48E3B936}" dt="2026-08-13T09:47:23.165" v="1700" actId="931"/>
          <ac:spMkLst>
            <pc:docMk/>
            <pc:sldMk cId="4098844390" sldId="268"/>
            <ac:spMk id="4" creationId="{DBBE7425-4B21-56B9-9D22-C04261F9754F}"/>
          </ac:spMkLst>
        </pc:spChg>
        <pc:spChg chg="add del mod ord">
          <ac:chgData name="Espen Sirnes" userId="a3dc4f38-a105-43a6-a77e-f1a999ec558b" providerId="ADAL" clId="{EA2A2A98-0D86-4FD2-8A8E-2B4D48E3B936}" dt="2026-08-13T09:47:54.782" v="1703" actId="700"/>
          <ac:spMkLst>
            <pc:docMk/>
            <pc:sldMk cId="4098844390" sldId="268"/>
            <ac:spMk id="9" creationId="{FB328E02-6557-EFB9-8854-EA77031C7A98}"/>
          </ac:spMkLst>
        </pc:spChg>
        <pc:spChg chg="add del mod ord">
          <ac:chgData name="Espen Sirnes" userId="a3dc4f38-a105-43a6-a77e-f1a999ec558b" providerId="ADAL" clId="{EA2A2A98-0D86-4FD2-8A8E-2B4D48E3B936}" dt="2026-08-13T09:47:54.782" v="1703" actId="700"/>
          <ac:spMkLst>
            <pc:docMk/>
            <pc:sldMk cId="4098844390" sldId="268"/>
            <ac:spMk id="10" creationId="{8A7FD591-002A-78C7-F101-F32F5B4FF5EA}"/>
          </ac:spMkLst>
        </pc:spChg>
        <pc:spChg chg="add del mod ord">
          <ac:chgData name="Espen Sirnes" userId="a3dc4f38-a105-43a6-a77e-f1a999ec558b" providerId="ADAL" clId="{EA2A2A98-0D86-4FD2-8A8E-2B4D48E3B936}" dt="2026-08-13T09:47:54.782" v="1703" actId="700"/>
          <ac:spMkLst>
            <pc:docMk/>
            <pc:sldMk cId="4098844390" sldId="268"/>
            <ac:spMk id="11" creationId="{B4FE283A-EAB1-A1C5-5DF6-4C607CAE49B5}"/>
          </ac:spMkLst>
        </pc:spChg>
        <pc:spChg chg="add del mod">
          <ac:chgData name="Espen Sirnes" userId="a3dc4f38-a105-43a6-a77e-f1a999ec558b" providerId="ADAL" clId="{EA2A2A98-0D86-4FD2-8A8E-2B4D48E3B936}" dt="2026-08-13T09:49:36.420" v="1748" actId="478"/>
          <ac:spMkLst>
            <pc:docMk/>
            <pc:sldMk cId="4098844390" sldId="268"/>
            <ac:spMk id="12" creationId="{72381A57-9B75-413C-6471-D614456EBFE2}"/>
          </ac:spMkLst>
        </pc:spChg>
        <pc:spChg chg="add del">
          <ac:chgData name="Espen Sirnes" userId="a3dc4f38-a105-43a6-a77e-f1a999ec558b" providerId="ADAL" clId="{EA2A2A98-0D86-4FD2-8A8E-2B4D48E3B936}" dt="2026-08-13T09:50:44.962" v="1750" actId="26606"/>
          <ac:spMkLst>
            <pc:docMk/>
            <pc:sldMk cId="4098844390" sldId="268"/>
            <ac:spMk id="13" creationId="{9E90EB45-EEE9-4563-8179-65EF62AE0978}"/>
          </ac:spMkLst>
        </pc:spChg>
        <pc:spChg chg="add del">
          <ac:chgData name="Espen Sirnes" userId="a3dc4f38-a105-43a6-a77e-f1a999ec558b" providerId="ADAL" clId="{EA2A2A98-0D86-4FD2-8A8E-2B4D48E3B936}" dt="2026-08-13T09:49:31.555" v="1747" actId="26606"/>
          <ac:spMkLst>
            <pc:docMk/>
            <pc:sldMk cId="4098844390" sldId="268"/>
            <ac:spMk id="14" creationId="{A2335D0A-21B2-4888-8B54-91B7738E347A}"/>
          </ac:spMkLst>
        </pc:spChg>
        <pc:spChg chg="add del mod">
          <ac:chgData name="Espen Sirnes" userId="a3dc4f38-a105-43a6-a77e-f1a999ec558b" providerId="ADAL" clId="{EA2A2A98-0D86-4FD2-8A8E-2B4D48E3B936}" dt="2026-08-13T09:49:08.164" v="1732" actId="26606"/>
          <ac:spMkLst>
            <pc:docMk/>
            <pc:sldMk cId="4098844390" sldId="268"/>
            <ac:spMk id="16" creationId="{61E3D969-5067-B00F-E9A2-3ECEF214B1F2}"/>
          </ac:spMkLst>
        </pc:spChg>
        <pc:spChg chg="add del mod">
          <ac:chgData name="Espen Sirnes" userId="a3dc4f38-a105-43a6-a77e-f1a999ec558b" providerId="ADAL" clId="{EA2A2A98-0D86-4FD2-8A8E-2B4D48E3B936}" dt="2026-08-13T09:49:31.555" v="1747" actId="26606"/>
          <ac:spMkLst>
            <pc:docMk/>
            <pc:sldMk cId="4098844390" sldId="268"/>
            <ac:spMk id="17" creationId="{A38C5F48-86C6-A6C9-A668-EBA470FF0D82}"/>
          </ac:spMkLst>
        </pc:spChg>
        <pc:spChg chg="add del">
          <ac:chgData name="Espen Sirnes" userId="a3dc4f38-a105-43a6-a77e-f1a999ec558b" providerId="ADAL" clId="{EA2A2A98-0D86-4FD2-8A8E-2B4D48E3B936}" dt="2026-08-13T09:49:31.555" v="1747" actId="26606"/>
          <ac:spMkLst>
            <pc:docMk/>
            <pc:sldMk cId="4098844390" sldId="268"/>
            <ac:spMk id="18" creationId="{92E2D918-0F5E-4344-9C8C-FBD0ACB62B7C}"/>
          </ac:spMkLst>
        </pc:spChg>
        <pc:spChg chg="add del">
          <ac:chgData name="Espen Sirnes" userId="a3dc4f38-a105-43a6-a77e-f1a999ec558b" providerId="ADAL" clId="{EA2A2A98-0D86-4FD2-8A8E-2B4D48E3B936}" dt="2026-08-13T09:49:08.164" v="1732" actId="26606"/>
          <ac:spMkLst>
            <pc:docMk/>
            <pc:sldMk cId="4098844390" sldId="268"/>
            <ac:spMk id="19" creationId="{04695F26-39DB-450E-B464-9C76CD233B36}"/>
          </ac:spMkLst>
        </pc:spChg>
        <pc:spChg chg="add del">
          <ac:chgData name="Espen Sirnes" userId="a3dc4f38-a105-43a6-a77e-f1a999ec558b" providerId="ADAL" clId="{EA2A2A98-0D86-4FD2-8A8E-2B4D48E3B936}" dt="2026-08-13T09:50:44.962" v="1750" actId="26606"/>
          <ac:spMkLst>
            <pc:docMk/>
            <pc:sldMk cId="4098844390" sldId="268"/>
            <ac:spMk id="20" creationId="{23D0EF74-AD1E-4FD9-914D-8EC9058EBBA3}"/>
          </ac:spMkLst>
        </pc:spChg>
        <pc:spChg chg="add del">
          <ac:chgData name="Espen Sirnes" userId="a3dc4f38-a105-43a6-a77e-f1a999ec558b" providerId="ADAL" clId="{EA2A2A98-0D86-4FD2-8A8E-2B4D48E3B936}" dt="2026-08-13T09:49:08.164" v="1732" actId="26606"/>
          <ac:spMkLst>
            <pc:docMk/>
            <pc:sldMk cId="4098844390" sldId="268"/>
            <ac:spMk id="21" creationId="{2F42E55F-A297-474F-AF2D-6D3A15822BCA}"/>
          </ac:spMkLst>
        </pc:spChg>
        <pc:spChg chg="add del">
          <ac:chgData name="Espen Sirnes" userId="a3dc4f38-a105-43a6-a77e-f1a999ec558b" providerId="ADAL" clId="{EA2A2A98-0D86-4FD2-8A8E-2B4D48E3B936}" dt="2026-08-13T09:50:49.525" v="1752" actId="26606"/>
          <ac:spMkLst>
            <pc:docMk/>
            <pc:sldMk cId="4098844390" sldId="268"/>
            <ac:spMk id="22" creationId="{5A0118C5-4F8D-4CF4-BADD-53FEACC6C42A}"/>
          </ac:spMkLst>
        </pc:spChg>
        <pc:spChg chg="add del">
          <ac:chgData name="Espen Sirnes" userId="a3dc4f38-a105-43a6-a77e-f1a999ec558b" providerId="ADAL" clId="{EA2A2A98-0D86-4FD2-8A8E-2B4D48E3B936}" dt="2026-08-13T09:50:49.525" v="1752" actId="26606"/>
          <ac:spMkLst>
            <pc:docMk/>
            <pc:sldMk cId="4098844390" sldId="268"/>
            <ac:spMk id="33" creationId="{877E3FF1-E4B8-49CB-9DD6-7D2067808FFB}"/>
          </ac:spMkLst>
        </pc:spChg>
        <pc:spChg chg="add del">
          <ac:chgData name="Espen Sirnes" userId="a3dc4f38-a105-43a6-a77e-f1a999ec558b" providerId="ADAL" clId="{EA2A2A98-0D86-4FD2-8A8E-2B4D48E3B936}" dt="2026-08-13T09:50:49.525" v="1752" actId="26606"/>
          <ac:spMkLst>
            <pc:docMk/>
            <pc:sldMk cId="4098844390" sldId="268"/>
            <ac:spMk id="34" creationId="{30BDE8C6-094E-46E6-BD5E-75FAB4F7CAC7}"/>
          </ac:spMkLst>
        </pc:spChg>
        <pc:spChg chg="add del">
          <ac:chgData name="Espen Sirnes" userId="a3dc4f38-a105-43a6-a77e-f1a999ec558b" providerId="ADAL" clId="{EA2A2A98-0D86-4FD2-8A8E-2B4D48E3B936}" dt="2026-08-13T09:50:49.525" v="1752" actId="26606"/>
          <ac:spMkLst>
            <pc:docMk/>
            <pc:sldMk cId="4098844390" sldId="268"/>
            <ac:spMk id="35" creationId="{8CF9E69B-7F97-4D3B-D90E-64F2E6C37803}"/>
          </ac:spMkLst>
        </pc:spChg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grpChg chg="add del">
          <ac:chgData name="Espen Sirnes" userId="a3dc4f38-a105-43a6-a77e-f1a999ec558b" providerId="ADAL" clId="{EA2A2A98-0D86-4FD2-8A8E-2B4D48E3B936}" dt="2026-08-13T09:49:08.164" v="1732" actId="26606"/>
          <ac:grpSpMkLst>
            <pc:docMk/>
            <pc:sldMk cId="4098844390" sldId="268"/>
            <ac:grpSpMk id="23" creationId="{972070F7-E065-4D60-8938-9FB8CDB8ACB0}"/>
          </ac:grpSpMkLst>
        </pc:grpChg>
        <pc:grpChg chg="add del">
          <ac:chgData name="Espen Sirnes" userId="a3dc4f38-a105-43a6-a77e-f1a999ec558b" providerId="ADAL" clId="{EA2A2A98-0D86-4FD2-8A8E-2B4D48E3B936}" dt="2026-08-13T09:50:49.525" v="1752" actId="26606"/>
          <ac:grpSpMkLst>
            <pc:docMk/>
            <pc:sldMk cId="4098844390" sldId="268"/>
            <ac:grpSpMk id="24" creationId="{5C880D58-0477-47F1-B3CB-4B301794116A}"/>
          </ac:grpSpMkLst>
        </pc:grpChg>
        <pc:grpChg chg="add del">
          <ac:chgData name="Espen Sirnes" userId="a3dc4f38-a105-43a6-a77e-f1a999ec558b" providerId="ADAL" clId="{EA2A2A98-0D86-4FD2-8A8E-2B4D48E3B936}" dt="2026-08-13T09:50:49.525" v="1752" actId="26606"/>
          <ac:grpSpMkLst>
            <pc:docMk/>
            <pc:sldMk cId="4098844390" sldId="268"/>
            <ac:grpSpMk id="25" creationId="{582A903B-6B78-4F0A-B7C9-3D80499020B8}"/>
          </ac:grpSpMkLst>
        </pc:gr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  <pc:picChg chg="add del">
          <ac:chgData name="Espen Sirnes" userId="a3dc4f38-a105-43a6-a77e-f1a999ec558b" providerId="ADAL" clId="{EA2A2A98-0D86-4FD2-8A8E-2B4D48E3B936}" dt="2026-08-13T09:49:31.555" v="1747" actId="26606"/>
          <ac:picMkLst>
            <pc:docMk/>
            <pc:sldMk cId="4098844390" sldId="268"/>
            <ac:picMk id="15" creationId="{44409A5E-C15D-4BA0-861B-D017C2A7E645}"/>
          </ac:picMkLst>
        </pc:picChg>
      </pc:sldChg>
      <pc:sldChg chg="addSp delSp modSp new mod setBg">
        <pc:chgData name="Espen Sirnes" userId="a3dc4f38-a105-43a6-a77e-f1a999ec558b" providerId="ADAL" clId="{EA2A2A98-0D86-4FD2-8A8E-2B4D48E3B936}" dt="2026-08-13T10:24:34.246" v="2298" actId="22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2" creationId="{819B9669-98C1-34B6-1EBA-CA8E29769149}"/>
          </ac:spMkLst>
        </pc:spChg>
        <pc:spChg chg="del mo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3" creationId="{ED369541-486B-DA70-325B-5C94CF3FEB9E}"/>
          </ac:spMkLst>
        </pc:spChg>
        <pc:spChg chg="add del">
          <ac:chgData name="Espen Sirnes" userId="a3dc4f38-a105-43a6-a77e-f1a999ec558b" providerId="ADAL" clId="{EA2A2A98-0D86-4FD2-8A8E-2B4D48E3B936}" dt="2026-08-13T10:24:34.246" v="2298" actId="22"/>
          <ac:spMkLst>
            <pc:docMk/>
            <pc:sldMk cId="4175284006" sldId="269"/>
            <ac:spMk id="6" creationId="{32E42F65-4162-54A3-7F33-82A2F2303C2C}"/>
          </ac:spMkLst>
        </pc:spChg>
        <pc:spChg chg="ad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11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13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3:01.199" v="2295" actId="26606"/>
          <ac:spMkLst>
            <pc:docMk/>
            <pc:sldMk cId="4175284006" sldId="269"/>
            <ac:spMk id="15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3:01.199" v="2295" actId="26606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 del 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3" creationId="{C0E550D6-A9F1-1274-28DF-2D5329C9B40D}"/>
          </ac:spMkLst>
        </pc:spChg>
        <pc:spChg chg="add del">
          <ac:chgData name="Espen Sirnes" userId="a3dc4f38-a105-43a6-a77e-f1a999ec558b" providerId="ADAL" clId="{EA2A2A98-0D86-4FD2-8A8E-2B4D48E3B936}" dt="2026-08-13T10:25:55.278" v="2330" actId="26606"/>
          <ac:spMkLst>
            <pc:docMk/>
            <pc:sldMk cId="4206759071" sldId="270"/>
            <ac:spMk id="9" creationId="{BACC6370-2D7E-4714-9D71-7542949D7D5D}"/>
          </ac:spMkLst>
        </pc:spChg>
        <pc:spChg chg="add del">
          <ac:chgData name="Espen Sirnes" userId="a3dc4f38-a105-43a6-a77e-f1a999ec558b" providerId="ADAL" clId="{EA2A2A98-0D86-4FD2-8A8E-2B4D48E3B936}" dt="2026-08-13T10:25:55.278" v="2330" actId="26606"/>
          <ac:spMkLst>
            <pc:docMk/>
            <pc:sldMk cId="4206759071" sldId="270"/>
            <ac:spMk id="11" creationId="{F68B3F68-107C-434F-AA38-110D5EA91B85}"/>
          </ac:spMkLst>
        </pc:spChg>
        <pc:spChg chg="add del">
          <ac:chgData name="Espen Sirnes" userId="a3dc4f38-a105-43a6-a77e-f1a999ec558b" providerId="ADAL" clId="{EA2A2A98-0D86-4FD2-8A8E-2B4D48E3B936}" dt="2026-08-13T10:25:55.278" v="2330" actId="26606"/>
          <ac:spMkLst>
            <pc:docMk/>
            <pc:sldMk cId="4206759071" sldId="270"/>
            <ac:spMk id="13" creationId="{AAD0DBB9-1A4B-4391-81D4-CB19F9AB918A}"/>
          </ac:spMkLst>
        </pc:spChg>
        <pc:spChg chg="add del">
          <ac:chgData name="Espen Sirnes" userId="a3dc4f38-a105-43a6-a77e-f1a999ec558b" providerId="ADAL" clId="{EA2A2A98-0D86-4FD2-8A8E-2B4D48E3B936}" dt="2026-08-13T10:25:55.278" v="2330" actId="26606"/>
          <ac:spMkLst>
            <pc:docMk/>
            <pc:sldMk cId="4206759071" sldId="270"/>
            <ac:spMk id="15" creationId="{063BBA22-50EA-4C4D-BE05-F1CE4E63AA56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 del">
          <ac:chgData name="Espen Sirnes" userId="a3dc4f38-a105-43a6-a77e-f1a999ec558b" providerId="ADAL" clId="{EA2A2A98-0D86-4FD2-8A8E-2B4D48E3B936}" dt="2026-08-13T10:25:55.278" v="2330" actId="26606"/>
          <ac:graphicFrameMkLst>
            <pc:docMk/>
            <pc:sldMk cId="4206759071" sldId="270"/>
            <ac:graphicFrameMk id="5" creationId="{CE80182D-10EE-6938-85F7-1FB547CFFFF7}"/>
          </ac:graphicFrameMkLst>
        </pc:graphicFrame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39:37.800" v="2485" actId="14100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del 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3" creationId="{C5611540-BC8D-C731-0D3A-2A8C247E43CF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39:37.800" v="2485" actId="14100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add del setBg delDesignElem">
        <pc:chgData name="Espen Sirnes" userId="a3dc4f38-a105-43a6-a77e-f1a999ec558b" providerId="ADAL" clId="{EA2A2A98-0D86-4FD2-8A8E-2B4D48E3B936}" dt="2026-08-13T12:07:41.520" v="2847"/>
        <pc:sldMkLst>
          <pc:docMk/>
          <pc:sldMk cId="128439517" sldId="272"/>
        </pc:sldMkLst>
        <pc:spChg chg="add del">
          <ac:chgData name="Espen Sirnes" userId="a3dc4f38-a105-43a6-a77e-f1a999ec558b" providerId="ADAL" clId="{EA2A2A98-0D86-4FD2-8A8E-2B4D48E3B936}" dt="2026-08-13T12:07:41.520" v="2847"/>
          <ac:spMkLst>
            <pc:docMk/>
            <pc:sldMk cId="128439517" sldId="272"/>
            <ac:spMk id="26" creationId="{E51BA4DF-2BD4-4EC2-B1DB-B27C8AC71864}"/>
          </ac:spMkLst>
        </pc:sp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del mod">
          <ac:chgData name="Espen Sirnes" userId="a3dc4f38-a105-43a6-a77e-f1a999ec558b" providerId="ADAL" clId="{EA2A2A98-0D86-4FD2-8A8E-2B4D48E3B936}" dt="2026-08-13T10:41:14.700" v="2501" actId="26606"/>
          <ac:spMkLst>
            <pc:docMk/>
            <pc:sldMk cId="525310439" sldId="272"/>
            <ac:spMk id="3" creationId="{8319F16D-FFAB-9C7F-953E-C54F27E85B7B}"/>
          </ac:spMkLst>
        </pc:spChg>
        <pc:spChg chg="add del mod">
          <ac:chgData name="Espen Sirnes" userId="a3dc4f38-a105-43a6-a77e-f1a999ec558b" providerId="ADAL" clId="{EA2A2A98-0D86-4FD2-8A8E-2B4D48E3B936}" dt="2026-08-13T10:44:04.929" v="2650" actId="26606"/>
          <ac:spMkLst>
            <pc:docMk/>
            <pc:sldMk cId="525310439" sldId="272"/>
            <ac:spMk id="10" creationId="{E51BA4DF-2BD4-4EC2-B1DB-B27C8AC71864}"/>
          </ac:spMkLst>
        </pc:spChg>
        <pc:spChg chg="add del">
          <ac:chgData name="Espen Sirnes" userId="a3dc4f38-a105-43a6-a77e-f1a999ec558b" providerId="ADAL" clId="{EA2A2A98-0D86-4FD2-8A8E-2B4D48E3B936}" dt="2026-08-13T10:43:45.503" v="2647" actId="26606"/>
          <ac:spMkLst>
            <pc:docMk/>
            <pc:sldMk cId="525310439" sldId="272"/>
            <ac:spMk id="12" creationId="{E51BA4DF-2BD4-4EC2-B1DB-B27C8AC71864}"/>
          </ac:spMkLst>
        </pc:spChg>
        <pc:spChg chg="add del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13" creationId="{E51BA4DF-2BD4-4EC2-B1DB-B27C8AC71864}"/>
          </ac:spMkLst>
        </pc:spChg>
        <pc:spChg chg="add del">
          <ac:chgData name="Espen Sirnes" userId="a3dc4f38-a105-43a6-a77e-f1a999ec558b" providerId="ADAL" clId="{EA2A2A98-0D86-4FD2-8A8E-2B4D48E3B936}" dt="2026-08-13T10:43:37.823" v="2645" actId="26606"/>
          <ac:spMkLst>
            <pc:docMk/>
            <pc:sldMk cId="525310439" sldId="272"/>
            <ac:spMk id="15" creationId="{E51BA4DF-2BD4-4EC2-B1DB-B27C8AC71864}"/>
          </ac:spMkLst>
        </pc:spChg>
        <pc:spChg chg="add del">
          <ac:chgData name="Espen Sirnes" userId="a3dc4f38-a105-43a6-a77e-f1a999ec558b" providerId="ADAL" clId="{EA2A2A98-0D86-4FD2-8A8E-2B4D48E3B936}" dt="2026-08-13T10:44:59.188" v="2652" actId="26606"/>
          <ac:spMkLst>
            <pc:docMk/>
            <pc:sldMk cId="525310439" sldId="272"/>
            <ac:spMk id="18" creationId="{9F7D5CDA-D291-4307-BF55-1381FED29634}"/>
          </ac:spMkLst>
        </pc:spChg>
        <pc:spChg chg="add del">
          <ac:chgData name="Espen Sirnes" userId="a3dc4f38-a105-43a6-a77e-f1a999ec558b" providerId="ADAL" clId="{EA2A2A98-0D86-4FD2-8A8E-2B4D48E3B936}" dt="2026-08-13T10:44:59.188" v="2652" actId="26606"/>
          <ac:spMkLst>
            <pc:docMk/>
            <pc:sldMk cId="525310439" sldId="272"/>
            <ac:spMk id="20" creationId="{59B296B9-C5A5-4E4F-9B60-C907B5F1466C}"/>
          </ac:spMkLst>
        </pc:spChg>
        <pc:spChg chg="add del">
          <ac:chgData name="Espen Sirnes" userId="a3dc4f38-a105-43a6-a77e-f1a999ec558b" providerId="ADAL" clId="{EA2A2A98-0D86-4FD2-8A8E-2B4D48E3B936}" dt="2026-08-13T10:44:59.188" v="2652" actId="26606"/>
          <ac:spMkLst>
            <pc:docMk/>
            <pc:sldMk cId="525310439" sldId="272"/>
            <ac:spMk id="22" creationId="{D0300FD3-5AF1-6305-15FA-9078072672E2}"/>
          </ac:spMkLst>
        </pc:spChg>
        <pc:spChg chg="add del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4" creationId="{B50AB553-2A96-4A92-96F2-93548E096954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del mod setBg">
        <pc:chgData name="Espen Sirnes" userId="a3dc4f38-a105-43a6-a77e-f1a999ec558b" providerId="ADAL" clId="{EA2A2A98-0D86-4FD2-8A8E-2B4D48E3B936}" dt="2026-08-13T12:07:21.040" v="2840" actId="680"/>
        <pc:sldMkLst>
          <pc:docMk/>
          <pc:sldMk cId="1474773646" sldId="272"/>
        </pc:sldMkLst>
        <pc:spChg chg="mod">
          <ac:chgData name="Espen Sirnes" userId="a3dc4f38-a105-43a6-a77e-f1a999ec558b" providerId="ADAL" clId="{EA2A2A98-0D86-4FD2-8A8E-2B4D48E3B936}" dt="2026-08-13T12:07:19.958" v="2839" actId="20577"/>
          <ac:spMkLst>
            <pc:docMk/>
            <pc:sldMk cId="1474773646" sldId="272"/>
            <ac:spMk id="2" creationId="{5733C69E-1CF3-B87C-777C-AD02DD943508}"/>
          </ac:spMkLst>
        </pc:spChg>
        <pc:spChg chg="mod">
          <ac:chgData name="Espen Sirnes" userId="a3dc4f38-a105-43a6-a77e-f1a999ec558b" providerId="ADAL" clId="{EA2A2A98-0D86-4FD2-8A8E-2B4D48E3B936}" dt="2026-08-13T12:07:09.886" v="2832" actId="26606"/>
          <ac:spMkLst>
            <pc:docMk/>
            <pc:sldMk cId="1474773646" sldId="272"/>
            <ac:spMk id="3" creationId="{8DD15710-CDCF-5BF5-CD9D-66D1709D3DA0}"/>
          </ac:spMkLst>
        </pc:spChg>
        <pc:spChg chg="add del">
          <ac:chgData name="Espen Sirnes" userId="a3dc4f38-a105-43a6-a77e-f1a999ec558b" providerId="ADAL" clId="{EA2A2A98-0D86-4FD2-8A8E-2B4D48E3B936}" dt="2026-08-13T12:07:09.886" v="2832" actId="26606"/>
          <ac:spMkLst>
            <pc:docMk/>
            <pc:sldMk cId="1474773646" sldId="272"/>
            <ac:spMk id="8" creationId="{5A292AEA-2528-46C0-B426-95822B6141FB}"/>
          </ac:spMkLst>
        </pc:spChg>
        <pc:spChg chg="add del">
          <ac:chgData name="Espen Sirnes" userId="a3dc4f38-a105-43a6-a77e-f1a999ec558b" providerId="ADAL" clId="{EA2A2A98-0D86-4FD2-8A8E-2B4D48E3B936}" dt="2026-08-13T12:07:09.886" v="2832" actId="26606"/>
          <ac:spMkLst>
            <pc:docMk/>
            <pc:sldMk cId="1474773646" sldId="272"/>
            <ac:spMk id="10" creationId="{D8B7B198-E4DF-43CD-AD8C-199884323745}"/>
          </ac:spMkLst>
        </pc:spChg>
        <pc:spChg chg="add del">
          <ac:chgData name="Espen Sirnes" userId="a3dc4f38-a105-43a6-a77e-f1a999ec558b" providerId="ADAL" clId="{EA2A2A98-0D86-4FD2-8A8E-2B4D48E3B936}" dt="2026-08-13T12:07:09.886" v="2832" actId="26606"/>
          <ac:spMkLst>
            <pc:docMk/>
            <pc:sldMk cId="1474773646" sldId="272"/>
            <ac:spMk id="12" creationId="{2BE67753-EA0E-4819-8D22-0B6600CF7231}"/>
          </ac:spMkLst>
        </pc:spChg>
        <pc:grpChg chg="add del">
          <ac:chgData name="Espen Sirnes" userId="a3dc4f38-a105-43a6-a77e-f1a999ec558b" providerId="ADAL" clId="{EA2A2A98-0D86-4FD2-8A8E-2B4D48E3B936}" dt="2026-08-13T12:07:09.886" v="2832" actId="26606"/>
          <ac:grpSpMkLst>
            <pc:docMk/>
            <pc:sldMk cId="1474773646" sldId="272"/>
            <ac:grpSpMk id="14" creationId="{D76D63AC-0421-45EC-B383-E79A61A78C6B}"/>
          </ac:grpSpMkLst>
        </pc:grpChg>
        <pc:grpChg chg="add del">
          <ac:chgData name="Espen Sirnes" userId="a3dc4f38-a105-43a6-a77e-f1a999ec558b" providerId="ADAL" clId="{EA2A2A98-0D86-4FD2-8A8E-2B4D48E3B936}" dt="2026-08-13T12:07:09.886" v="2832" actId="26606"/>
          <ac:grpSpMkLst>
            <pc:docMk/>
            <pc:sldMk cId="1474773646" sldId="272"/>
            <ac:grpSpMk id="23" creationId="{87F87F1B-42BA-4AC7-A4E2-41544DDB2CE3}"/>
          </ac:grpSpMkLst>
        </pc:grpChg>
        <pc:grpChg chg="add del">
          <ac:chgData name="Espen Sirnes" userId="a3dc4f38-a105-43a6-a77e-f1a999ec558b" providerId="ADAL" clId="{EA2A2A98-0D86-4FD2-8A8E-2B4D48E3B936}" dt="2026-08-13T12:07:09.886" v="2832" actId="26606"/>
          <ac:grpSpMkLst>
            <pc:docMk/>
            <pc:sldMk cId="1474773646" sldId="272"/>
            <ac:grpSpMk id="29" creationId="{967346A5-7569-4F15-AB5D-BE3DADF192C0}"/>
          </ac:grpSpMkLst>
        </pc:grp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del">
          <ac:chgData name="Espen Sirnes" userId="a3dc4f38-a105-43a6-a77e-f1a999ec558b" providerId="ADAL" clId="{EA2A2A98-0D86-4FD2-8A8E-2B4D48E3B936}" dt="2026-08-13T11:53:33.354" v="2674" actId="478"/>
          <ac:spMkLst>
            <pc:docMk/>
            <pc:sldMk cId="1532832857" sldId="273"/>
            <ac:spMk id="2" creationId="{ACFC83CE-688A-1D20-11D1-0F0F6CE863B4}"/>
          </ac:spMkLst>
        </pc:spChg>
        <pc:spChg chg="del">
          <ac:chgData name="Espen Sirnes" userId="a3dc4f38-a105-43a6-a77e-f1a999ec558b" providerId="ADAL" clId="{EA2A2A98-0D86-4FD2-8A8E-2B4D48E3B936}" dt="2026-08-13T11:53:34.854" v="2675" actId="478"/>
          <ac:spMkLst>
            <pc:docMk/>
            <pc:sldMk cId="1532832857" sldId="273"/>
            <ac:spMk id="3" creationId="{D0AD2ACD-3FA6-7329-5A43-47040FFB3FF2}"/>
          </ac:spMkLst>
        </pc:spChg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spChg chg="add del">
          <ac:chgData name="Espen Sirnes" userId="a3dc4f38-a105-43a6-a77e-f1a999ec558b" providerId="ADAL" clId="{EA2A2A98-0D86-4FD2-8A8E-2B4D48E3B936}" dt="2026-08-13T11:55:05.020" v="2697" actId="26606"/>
          <ac:spMkLst>
            <pc:docMk/>
            <pc:sldMk cId="1532832857" sldId="273"/>
            <ac:spMk id="13" creationId="{12E8CD4E-6381-4807-AA5B-CE0024A8BE19}"/>
          </ac:spMkLst>
        </pc:spChg>
        <pc:spChg chg="add del">
          <ac:chgData name="Espen Sirnes" userId="a3dc4f38-a105-43a6-a77e-f1a999ec558b" providerId="ADAL" clId="{EA2A2A98-0D86-4FD2-8A8E-2B4D48E3B936}" dt="2026-08-13T11:56:25.794" v="2704" actId="26606"/>
          <ac:spMkLst>
            <pc:docMk/>
            <pc:sldMk cId="1532832857" sldId="273"/>
            <ac:spMk id="14" creationId="{E1750109-3B91-4506-B997-0CD8E35A1488}"/>
          </ac:spMkLst>
        </pc:spChg>
        <pc:spChg chg="add del">
          <ac:chgData name="Espen Sirnes" userId="a3dc4f38-a105-43a6-a77e-f1a999ec558b" providerId="ADAL" clId="{EA2A2A98-0D86-4FD2-8A8E-2B4D48E3B936}" dt="2026-08-13T11:56:25.794" v="2704" actId="26606"/>
          <ac:spMkLst>
            <pc:docMk/>
            <pc:sldMk cId="1532832857" sldId="273"/>
            <ac:spMk id="15" creationId="{E72D8D1B-59F6-4FF3-8547-9BBB6129F2FA}"/>
          </ac:spMkLst>
        </pc:spChg>
        <pc:spChg chg="add del">
          <ac:chgData name="Espen Sirnes" userId="a3dc4f38-a105-43a6-a77e-f1a999ec558b" providerId="ADAL" clId="{EA2A2A98-0D86-4FD2-8A8E-2B4D48E3B936}" dt="2026-08-13T11:54:58.001" v="2695" actId="26606"/>
          <ac:spMkLst>
            <pc:docMk/>
            <pc:sldMk cId="1532832857" sldId="273"/>
            <ac:spMk id="16" creationId="{6C2997EE-0889-44C3-AC0D-18F26AC9AAAB}"/>
          </ac:spMkLst>
        </pc:spChg>
        <pc:spChg chg="add del">
          <ac:chgData name="Espen Sirnes" userId="a3dc4f38-a105-43a6-a77e-f1a999ec558b" providerId="ADAL" clId="{EA2A2A98-0D86-4FD2-8A8E-2B4D48E3B936}" dt="2026-08-13T11:56:25.794" v="2704" actId="26606"/>
          <ac:spMkLst>
            <pc:docMk/>
            <pc:sldMk cId="1532832857" sldId="273"/>
            <ac:spMk id="17" creationId="{8FC8C21F-9484-4A71-ABFA-6C10682FAC3E}"/>
          </ac:spMkLst>
        </pc:spChg>
        <pc:spChg chg="add del">
          <ac:chgData name="Espen Sirnes" userId="a3dc4f38-a105-43a6-a77e-f1a999ec558b" providerId="ADAL" clId="{EA2A2A98-0D86-4FD2-8A8E-2B4D48E3B936}" dt="2026-08-13T11:55:05.020" v="2697" actId="26606"/>
          <ac:spMkLst>
            <pc:docMk/>
            <pc:sldMk cId="1532832857" sldId="273"/>
            <ac:spMk id="18" creationId="{D28445F8-F032-43C9-8D0F-A5155F525283}"/>
          </ac:spMkLst>
        </pc:spChg>
        <pc:spChg chg="add del">
          <ac:chgData name="Espen Sirnes" userId="a3dc4f38-a105-43a6-a77e-f1a999ec558b" providerId="ADAL" clId="{EA2A2A98-0D86-4FD2-8A8E-2B4D48E3B936}" dt="2026-08-13T11:56:25.794" v="2704" actId="26606"/>
          <ac:spMkLst>
            <pc:docMk/>
            <pc:sldMk cId="1532832857" sldId="273"/>
            <ac:spMk id="19" creationId="{2C444748-5A8D-4B53-89FE-42B455DFA2D1}"/>
          </ac:spMkLst>
        </pc:spChg>
        <pc:spChg chg="add del">
          <ac:chgData name="Espen Sirnes" userId="a3dc4f38-a105-43a6-a77e-f1a999ec558b" providerId="ADAL" clId="{EA2A2A98-0D86-4FD2-8A8E-2B4D48E3B936}" dt="2026-08-13T11:55:05.020" v="2697" actId="26606"/>
          <ac:spMkLst>
            <pc:docMk/>
            <pc:sldMk cId="1532832857" sldId="273"/>
            <ac:spMk id="20" creationId="{36A325B5-56A3-425A-B9A3-0CEB7CA1BBF6}"/>
          </ac:spMkLst>
        </pc:spChg>
        <pc:spChg chg="add del">
          <ac:chgData name="Espen Sirnes" userId="a3dc4f38-a105-43a6-a77e-f1a999ec558b" providerId="ADAL" clId="{EA2A2A98-0D86-4FD2-8A8E-2B4D48E3B936}" dt="2026-08-13T11:56:25.794" v="2704" actId="26606"/>
          <ac:spMkLst>
            <pc:docMk/>
            <pc:sldMk cId="1532832857" sldId="273"/>
            <ac:spMk id="21" creationId="{14044C96-7CFD-44DB-A579-D77B0D37C681}"/>
          </ac:spMkLst>
        </pc:spChg>
        <pc:spChg chg="add del">
          <ac:chgData name="Espen Sirnes" userId="a3dc4f38-a105-43a6-a77e-f1a999ec558b" providerId="ADAL" clId="{EA2A2A98-0D86-4FD2-8A8E-2B4D48E3B936}" dt="2026-08-13T11:55:05.020" v="2697" actId="26606"/>
          <ac:spMkLst>
            <pc:docMk/>
            <pc:sldMk cId="1532832857" sldId="273"/>
            <ac:spMk id="22" creationId="{B80DE958-9D45-4CAD-BF1F-FA2ED970B7F6}"/>
          </ac:spMkLst>
        </pc:spChg>
        <pc:spChg chg="add del">
          <ac:chgData name="Espen Sirnes" userId="a3dc4f38-a105-43a6-a77e-f1a999ec558b" providerId="ADAL" clId="{EA2A2A98-0D86-4FD2-8A8E-2B4D48E3B936}" dt="2026-08-13T11:55:05.020" v="2697" actId="26606"/>
          <ac:spMkLst>
            <pc:docMk/>
            <pc:sldMk cId="1532832857" sldId="273"/>
            <ac:spMk id="24" creationId="{BB93B4BF-AD35-4E52-8131-161C5FB9CDD7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 del">
        <pc:chgData name="Espen Sirnes" userId="a3dc4f38-a105-43a6-a77e-f1a999ec558b" providerId="ADAL" clId="{EA2A2A98-0D86-4FD2-8A8E-2B4D48E3B936}" dt="2026-08-13T12:07:10.990" v="2833"/>
        <pc:sldMkLst>
          <pc:docMk/>
          <pc:sldMk cId="1687610611" sldId="273"/>
        </pc:sldMkLst>
      </pc:sldChg>
      <pc:sldChg chg="add del">
        <pc:chgData name="Espen Sirnes" userId="a3dc4f38-a105-43a6-a77e-f1a999ec558b" providerId="ADAL" clId="{EA2A2A98-0D86-4FD2-8A8E-2B4D48E3B936}" dt="2026-08-13T12:07:41.520" v="2847"/>
        <pc:sldMkLst>
          <pc:docMk/>
          <pc:sldMk cId="2708762955" sldId="273"/>
        </pc:sldMkLst>
      </pc:sldChg>
      <pc:sldChg chg="addSp delSp add del setBg delDesignElem">
        <pc:chgData name="Espen Sirnes" userId="a3dc4f38-a105-43a6-a77e-f1a999ec558b" providerId="ADAL" clId="{EA2A2A98-0D86-4FD2-8A8E-2B4D48E3B936}" dt="2026-08-13T12:07:10.990" v="2833"/>
        <pc:sldMkLst>
          <pc:docMk/>
          <pc:sldMk cId="238489346" sldId="274"/>
        </pc:sldMkLst>
        <pc:spChg chg="add del">
          <ac:chgData name="Espen Sirnes" userId="a3dc4f38-a105-43a6-a77e-f1a999ec558b" providerId="ADAL" clId="{EA2A2A98-0D86-4FD2-8A8E-2B4D48E3B936}" dt="2026-08-13T12:07:10.990" v="2833"/>
          <ac:spMkLst>
            <pc:docMk/>
            <pc:sldMk cId="238489346" sldId="274"/>
            <ac:spMk id="26" creationId="{E51BA4DF-2BD4-4EC2-B1DB-B27C8AC71864}"/>
          </ac:spMkLst>
        </pc:spChg>
      </pc:sldChg>
      <pc:sldChg chg="addSp delSp add del setBg delDesignElem">
        <pc:chgData name="Espen Sirnes" userId="a3dc4f38-a105-43a6-a77e-f1a999ec558b" providerId="ADAL" clId="{EA2A2A98-0D86-4FD2-8A8E-2B4D48E3B936}" dt="2026-08-13T12:07:41.520" v="2847"/>
        <pc:sldMkLst>
          <pc:docMk/>
          <pc:sldMk cId="2752102276" sldId="274"/>
        </pc:sldMkLst>
        <pc:spChg chg="add del">
          <ac:chgData name="Espen Sirnes" userId="a3dc4f38-a105-43a6-a77e-f1a999ec558b" providerId="ADAL" clId="{EA2A2A98-0D86-4FD2-8A8E-2B4D48E3B936}" dt="2026-08-13T12:07:41.520" v="2847"/>
          <ac:spMkLst>
            <pc:docMk/>
            <pc:sldMk cId="2752102276" sldId="274"/>
            <ac:spMk id="9" creationId="{B95B9BA8-1D69-4796-85F5-B6D0BD52354B}"/>
          </ac:spMkLst>
        </pc:spChg>
        <pc:grpChg chg="add del">
          <ac:chgData name="Espen Sirnes" userId="a3dc4f38-a105-43a6-a77e-f1a999ec558b" providerId="ADAL" clId="{EA2A2A98-0D86-4FD2-8A8E-2B4D48E3B936}" dt="2026-08-13T12:07:41.520" v="2847"/>
          <ac:grpSpMkLst>
            <pc:docMk/>
            <pc:sldMk cId="2752102276" sldId="274"/>
            <ac:grpSpMk id="11" creationId="{5F892E19-92E7-4BB2-8C3F-DBDFE8D9D324}"/>
          </ac:grpSpMkLst>
        </pc:grp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 del 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3" creationId="{86CB5DD4-ED80-4A65-F966-A6189CD163CD}"/>
          </ac:spMkLst>
        </pc:spChg>
        <pc:spChg chg="add del">
          <ac:chgData name="Espen Sirnes" userId="a3dc4f38-a105-43a6-a77e-f1a999ec558b" providerId="ADAL" clId="{EA2A2A98-0D86-4FD2-8A8E-2B4D48E3B936}" dt="2026-08-13T12:00:01.565" v="2747" actId="22"/>
          <ac:spMkLst>
            <pc:docMk/>
            <pc:sldMk cId="3785035521" sldId="274"/>
            <ac:spMk id="5" creationId="{9FCE6A21-007F-8353-8639-4CF331C70B86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 del 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3" creationId="{D55B2EE8-600A-6EAB-7F5F-74F5647C8EFF}"/>
          </ac:spMkLst>
        </pc:spChg>
        <pc:spChg chg="add del">
          <ac:chgData name="Espen Sirnes" userId="a3dc4f38-a105-43a6-a77e-f1a999ec558b" providerId="ADAL" clId="{EA2A2A98-0D86-4FD2-8A8E-2B4D48E3B936}" dt="2026-08-13T12:05:45.271" v="2774" actId="26606"/>
          <ac:spMkLst>
            <pc:docMk/>
            <pc:sldMk cId="704989157" sldId="275"/>
            <ac:spMk id="9" creationId="{BACC6370-2D7E-4714-9D71-7542949D7D5D}"/>
          </ac:spMkLst>
        </pc:spChg>
        <pc:spChg chg="add del">
          <ac:chgData name="Espen Sirnes" userId="a3dc4f38-a105-43a6-a77e-f1a999ec558b" providerId="ADAL" clId="{EA2A2A98-0D86-4FD2-8A8E-2B4D48E3B936}" dt="2026-08-13T12:05:45.271" v="2774" actId="26606"/>
          <ac:spMkLst>
            <pc:docMk/>
            <pc:sldMk cId="704989157" sldId="275"/>
            <ac:spMk id="11" creationId="{F68B3F68-107C-434F-AA38-110D5EA91B85}"/>
          </ac:spMkLst>
        </pc:spChg>
        <pc:spChg chg="add del">
          <ac:chgData name="Espen Sirnes" userId="a3dc4f38-a105-43a6-a77e-f1a999ec558b" providerId="ADAL" clId="{EA2A2A98-0D86-4FD2-8A8E-2B4D48E3B936}" dt="2026-08-13T12:05:45.271" v="2774" actId="26606"/>
          <ac:spMkLst>
            <pc:docMk/>
            <pc:sldMk cId="704989157" sldId="275"/>
            <ac:spMk id="13" creationId="{AAD0DBB9-1A4B-4391-81D4-CB19F9AB918A}"/>
          </ac:spMkLst>
        </pc:spChg>
        <pc:spChg chg="add del">
          <ac:chgData name="Espen Sirnes" userId="a3dc4f38-a105-43a6-a77e-f1a999ec558b" providerId="ADAL" clId="{EA2A2A98-0D86-4FD2-8A8E-2B4D48E3B936}" dt="2026-08-13T12:05:45.271" v="2774" actId="26606"/>
          <ac:spMkLst>
            <pc:docMk/>
            <pc:sldMk cId="704989157" sldId="275"/>
            <ac:spMk id="15" creationId="{063BBA22-50EA-4C4D-BE05-F1CE4E63AA56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 del">
          <ac:chgData name="Espen Sirnes" userId="a3dc4f38-a105-43a6-a77e-f1a999ec558b" providerId="ADAL" clId="{EA2A2A98-0D86-4FD2-8A8E-2B4D48E3B936}" dt="2026-08-13T12:05:45.271" v="2774" actId="26606"/>
          <ac:graphicFrameMkLst>
            <pc:docMk/>
            <pc:sldMk cId="704989157" sldId="275"/>
            <ac:graphicFrameMk id="5" creationId="{61999C6F-79F8-4D55-83C4-65E2DF097F18}"/>
          </ac:graphicFrameMkLst>
        </pc:graphicFrame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delSp add del setBg delDesignElem">
        <pc:chgData name="Espen Sirnes" userId="a3dc4f38-a105-43a6-a77e-f1a999ec558b" providerId="ADAL" clId="{EA2A2A98-0D86-4FD2-8A8E-2B4D48E3B936}" dt="2026-08-13T12:07:41.520" v="2847"/>
        <pc:sldMkLst>
          <pc:docMk/>
          <pc:sldMk cId="1056265976" sldId="275"/>
        </pc:sldMkLst>
        <pc:spChg chg="add del">
          <ac:chgData name="Espen Sirnes" userId="a3dc4f38-a105-43a6-a77e-f1a999ec558b" providerId="ADAL" clId="{EA2A2A98-0D86-4FD2-8A8E-2B4D48E3B936}" dt="2026-08-13T12:07:41.520" v="2847"/>
          <ac:spMkLst>
            <pc:docMk/>
            <pc:sldMk cId="1056265976" sldId="275"/>
            <ac:spMk id="17" creationId="{C05CBC3C-2E5A-4839-8B9B-2E5A6ADF0F58}"/>
          </ac:spMkLst>
        </pc:spChg>
        <pc:spChg chg="add del">
          <ac:chgData name="Espen Sirnes" userId="a3dc4f38-a105-43a6-a77e-f1a999ec558b" providerId="ADAL" clId="{EA2A2A98-0D86-4FD2-8A8E-2B4D48E3B936}" dt="2026-08-13T12:07:41.520" v="2847"/>
          <ac:spMkLst>
            <pc:docMk/>
            <pc:sldMk cId="1056265976" sldId="275"/>
            <ac:spMk id="18" creationId="{DB5B423A-57CC-4C58-AA26-8E2E862B03A0}"/>
          </ac:spMkLst>
        </pc:spChg>
      </pc:sldChg>
      <pc:sldChg chg="addSp delSp add del setBg delDesignElem">
        <pc:chgData name="Espen Sirnes" userId="a3dc4f38-a105-43a6-a77e-f1a999ec558b" providerId="ADAL" clId="{EA2A2A98-0D86-4FD2-8A8E-2B4D48E3B936}" dt="2026-08-13T12:07:10.990" v="2833"/>
        <pc:sldMkLst>
          <pc:docMk/>
          <pc:sldMk cId="3099499061" sldId="275"/>
        </pc:sldMkLst>
        <pc:spChg chg="add del">
          <ac:chgData name="Espen Sirnes" userId="a3dc4f38-a105-43a6-a77e-f1a999ec558b" providerId="ADAL" clId="{EA2A2A98-0D86-4FD2-8A8E-2B4D48E3B936}" dt="2026-08-13T12:07:10.990" v="2833"/>
          <ac:spMkLst>
            <pc:docMk/>
            <pc:sldMk cId="3099499061" sldId="275"/>
            <ac:spMk id="9" creationId="{B95B9BA8-1D69-4796-85F5-B6D0BD52354B}"/>
          </ac:spMkLst>
        </pc:spChg>
        <pc:grpChg chg="add del">
          <ac:chgData name="Espen Sirnes" userId="a3dc4f38-a105-43a6-a77e-f1a999ec558b" providerId="ADAL" clId="{EA2A2A98-0D86-4FD2-8A8E-2B4D48E3B936}" dt="2026-08-13T12:07:10.990" v="2833"/>
          <ac:grpSpMkLst>
            <pc:docMk/>
            <pc:sldMk cId="3099499061" sldId="275"/>
            <ac:grpSpMk id="11" creationId="{5F892E19-92E7-4BB2-8C3F-DBDFE8D9D324}"/>
          </ac:grpSpMkLst>
        </pc:grp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add del setBg delDesignElem">
        <pc:chgData name="Espen Sirnes" userId="a3dc4f38-a105-43a6-a77e-f1a999ec558b" providerId="ADAL" clId="{EA2A2A98-0D86-4FD2-8A8E-2B4D48E3B936}" dt="2026-08-13T12:07:10.990" v="2833"/>
        <pc:sldMkLst>
          <pc:docMk/>
          <pc:sldMk cId="1412685606" sldId="276"/>
        </pc:sldMkLst>
        <pc:spChg chg="add del">
          <ac:chgData name="Espen Sirnes" userId="a3dc4f38-a105-43a6-a77e-f1a999ec558b" providerId="ADAL" clId="{EA2A2A98-0D86-4FD2-8A8E-2B4D48E3B936}" dt="2026-08-13T12:07:10.990" v="2833"/>
          <ac:spMkLst>
            <pc:docMk/>
            <pc:sldMk cId="1412685606" sldId="276"/>
            <ac:spMk id="17" creationId="{C05CBC3C-2E5A-4839-8B9B-2E5A6ADF0F58}"/>
          </ac:spMkLst>
        </pc:spChg>
        <pc:spChg chg="add del">
          <ac:chgData name="Espen Sirnes" userId="a3dc4f38-a105-43a6-a77e-f1a999ec558b" providerId="ADAL" clId="{EA2A2A98-0D86-4FD2-8A8E-2B4D48E3B936}" dt="2026-08-13T12:07:10.990" v="2833"/>
          <ac:spMkLst>
            <pc:docMk/>
            <pc:sldMk cId="1412685606" sldId="276"/>
            <ac:spMk id="18" creationId="{DB5B423A-57CC-4C58-AA26-8E2E862B03A0}"/>
          </ac:spMkLst>
        </pc:spChg>
      </pc:sldChg>
      <pc:sldChg chg="new del">
        <pc:chgData name="Espen Sirnes" userId="a3dc4f38-a105-43a6-a77e-f1a999ec558b" providerId="ADAL" clId="{EA2A2A98-0D86-4FD2-8A8E-2B4D48E3B936}" dt="2026-08-13T12:08:34.370" v="2858" actId="680"/>
        <pc:sldMkLst>
          <pc:docMk/>
          <pc:sldMk cId="3715357693" sldId="276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</a:t>
          </a:r>
          <a:r>
            <a:rPr lang="nb-NO" dirty="0" err="1"/>
            <a:t>lob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/>
            <a:t>rangere og prioritere mellom alternative tiltak </a:t>
          </a:r>
          <a:endParaRPr lang="en-US" sz="110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/>
            <a:t>realisere gevinster når tiltaket er iverksatt </a:t>
          </a:r>
          <a:endParaRPr lang="en-US" sz="110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/>
            <a:t>ha resultatmål for evaluering av tiltaket i etterkant </a:t>
          </a:r>
          <a:endParaRPr lang="en-US" sz="110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/>
            <a:t>Miljø, kulturarv sikkerhet</a:t>
          </a:r>
          <a:endParaRPr lang="en-US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/>
            <a:t>Sir William Petty (1623–1687): tidlig forløper – mente statlige beslutninger burde bygge på «tall, vekt og mål», ikke synsing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/>
            <a:t>Jules Dupuit (1844): la det konseptuelle grunnlaget ved å kvantifisere konsumentoverskudd – fortsatt sentralt i NKA i dag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/>
            <a:t>Alfred Marshall (1890): videreutviklet og formaliserte Dupuits idéer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/>
            <a:t>USA, Flood Control Act (1936): NKA formalisert – krevde at nytten skulle overstige kostnadene før føderale prosjekter ble godkjent. Første systematiske bruk av NKA i offentlig beslutningstaking</a:t>
          </a:r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</a:t>
          </a:r>
          <a:r>
            <a:rPr lang="nb-NO" sz="1900" kern="1200" dirty="0" err="1"/>
            <a:t>lob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/>
            <a:t>rangere og prioritere mellom alternative tiltak 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/>
            <a:t>realisere gevinster når tiltaket er iverksatt 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/>
            <a:t>ha resultatmål for evaluering av tiltaket i etterkant 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Miljø, kulturarv sikkerhet</a:t>
          </a:r>
          <a:endParaRPr lang="en-US" sz="1800" kern="1200"/>
        </a:p>
      </dsp:txBody>
      <dsp:txXfrm>
        <a:off x="8453219" y="1803517"/>
        <a:ext cx="2470500" cy="150056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Sir William Petty (1623–1687): tidlig forløper – mente statlige beslutninger burde bygge på «tall, vekt og mål», ikke synsing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Jules Dupuit (1844): la det konseptuelle grunnlaget ved å kvantifisere konsumentoverskudd – fortsatt sentralt i NKA i dag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Alfred Marshall (1890): videreutviklet og formaliserte Dupuits idéer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USA, Flood Control Act (1936): NKA formalisert – krevde at nytten skulle overstige kostnadene før føderale prosjekter ble godkjent. Første systematiske bruk av NKA i offentlig beslutningstaking</a:t>
          </a:r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13.08.2026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FE06E607-E332-0720-8002-F1CE3F6C1E35}"/>
              </a:ext>
            </a:extLst>
          </p:cNvPr>
          <p:cNvSpPr txBox="1"/>
          <p:nvPr/>
        </p:nvSpPr>
        <p:spPr>
          <a:xfrm>
            <a:off x="6837528" y="2040340"/>
            <a:ext cx="2893326" cy="477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b-NO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4781D2E-DDDB-E3D8-80C3-273A969EE1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Dårlig</a:t>
            </a:r>
            <a:r>
              <a:rPr lang="en-US" dirty="0"/>
              <a:t> </a:t>
            </a:r>
            <a:r>
              <a:rPr lang="en-US" dirty="0" err="1"/>
              <a:t>prosjekt</a:t>
            </a:r>
            <a:endParaRPr lang="nb-NO" dirty="0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9CE64ED3-5A01-6EAC-12BA-5DACC7FCB0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Bra </a:t>
            </a:r>
            <a:r>
              <a:rPr lang="en-US" dirty="0" err="1"/>
              <a:t>prosjekt</a:t>
            </a:r>
            <a:endParaRPr lang="nb-NO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0FB5C68-EBD5-E134-616A-CCF09E247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123" y="2540792"/>
            <a:ext cx="4262135" cy="376258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7498C80-47C2-A174-21E4-E4CFCCB68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508" y="2593684"/>
            <a:ext cx="4467466" cy="365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62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59438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2184949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Hovespørsmål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75684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66474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2959</TotalTime>
  <Words>781</Words>
  <Application>Microsoft Office PowerPoint</Application>
  <PresentationFormat>Widescreen</PresentationFormat>
  <Paragraphs>153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PowerPoint Presentation</vt:lpstr>
      <vt:lpstr>PowerPoint Presentation</vt:lpstr>
      <vt:lpstr>PowerPoint Presentation</vt:lpstr>
      <vt:lpstr>Hva er nytte-kostnadsanalyse?</vt:lpstr>
      <vt:lpstr>Hvorfor? </vt:lpstr>
      <vt:lpstr>Hovespørsmål</vt:lpstr>
      <vt:lpstr>Historisk utvikling</vt:lpstr>
      <vt:lpstr>Om kurset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Mer om samfunnsøkonomiske analyser</vt:lpstr>
      <vt:lpstr>Arbeidsfasene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2026-08-13T12:09:48Z</dcterms:modified>
</cp:coreProperties>
</file>