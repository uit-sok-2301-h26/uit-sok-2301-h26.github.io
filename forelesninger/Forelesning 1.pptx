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2"/>
  </p:notesMasterIdLst>
  <p:sldIdLst>
    <p:sldId id="261" r:id="rId2"/>
    <p:sldId id="263" r:id="rId3"/>
    <p:sldId id="265" r:id="rId4"/>
    <p:sldId id="268" r:id="rId5"/>
    <p:sldId id="262" r:id="rId6"/>
    <p:sldId id="271" r:id="rId7"/>
    <p:sldId id="270" r:id="rId8"/>
    <p:sldId id="277" r:id="rId9"/>
    <p:sldId id="257" r:id="rId10"/>
    <p:sldId id="258" r:id="rId11"/>
    <p:sldId id="259" r:id="rId12"/>
    <p:sldId id="260" r:id="rId13"/>
    <p:sldId id="264" r:id="rId14"/>
    <p:sldId id="276" r:id="rId15"/>
    <p:sldId id="269" r:id="rId16"/>
    <p:sldId id="274" r:id="rId17"/>
    <p:sldId id="278" r:id="rId18"/>
    <p:sldId id="275" r:id="rId19"/>
    <p:sldId id="273" r:id="rId20"/>
    <p:sldId id="272" r:id="rId21"/>
  </p:sldIdLst>
  <p:sldSz cx="12192000" cy="6858000"/>
  <p:notesSz cx="6858000" cy="9144000"/>
  <p:defaultTextStyle>
    <a:defPPr>
      <a:defRPr lang="nb-N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1B89AAD-95EA-4AB4-BCE4-9DFD88F8684F}" v="8" dt="2026-08-17T09:49:14.66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14" autoAdjust="0"/>
    <p:restoredTop sz="94660"/>
  </p:normalViewPr>
  <p:slideViewPr>
    <p:cSldViewPr snapToGrid="0">
      <p:cViewPr varScale="1">
        <p:scale>
          <a:sx n="150" d="100"/>
          <a:sy n="150" d="100"/>
        </p:scale>
        <p:origin x="624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28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spen Sirnes" userId="a3dc4f38-a105-43a6-a77e-f1a999ec558b" providerId="ADAL" clId="{EA2A2A98-0D86-4FD2-8A8E-2B4D48E3B936}"/>
    <pc:docChg chg="undo custSel addSld delSld modSld sldOrd">
      <pc:chgData name="Espen Sirnes" userId="a3dc4f38-a105-43a6-a77e-f1a999ec558b" providerId="ADAL" clId="{EA2A2A98-0D86-4FD2-8A8E-2B4D48E3B936}" dt="2026-08-17T09:49:46.310" v="3570"/>
      <pc:docMkLst>
        <pc:docMk/>
      </pc:docMkLst>
      <pc:sldChg chg="modSp add mod setBg">
        <pc:chgData name="Espen Sirnes" userId="a3dc4f38-a105-43a6-a77e-f1a999ec558b" providerId="ADAL" clId="{EA2A2A98-0D86-4FD2-8A8E-2B4D48E3B936}" dt="2026-08-11T11:32:46.626" v="998" actId="20577"/>
        <pc:sldMkLst>
          <pc:docMk/>
          <pc:sldMk cId="0" sldId="257"/>
        </pc:sldMkLst>
        <pc:spChg chg="mod">
          <ac:chgData name="Espen Sirnes" userId="a3dc4f38-a105-43a6-a77e-f1a999ec558b" providerId="ADAL" clId="{EA2A2A98-0D86-4FD2-8A8E-2B4D48E3B936}" dt="2026-08-11T11:32:46.626" v="998" actId="20577"/>
          <ac:spMkLst>
            <pc:docMk/>
            <pc:sldMk cId="0" sldId="257"/>
            <ac:spMk id="3" creationId="{00000000-0000-0000-0000-000000000000}"/>
          </ac:spMkLst>
        </pc:spChg>
      </pc:sldChg>
      <pc:sldChg chg="add setBg">
        <pc:chgData name="Espen Sirnes" userId="a3dc4f38-a105-43a6-a77e-f1a999ec558b" providerId="ADAL" clId="{EA2A2A98-0D86-4FD2-8A8E-2B4D48E3B936}" dt="2026-08-11T09:28:47.108" v="2"/>
        <pc:sldMkLst>
          <pc:docMk/>
          <pc:sldMk cId="0" sldId="258"/>
        </pc:sldMkLst>
      </pc:sldChg>
      <pc:sldChg chg="addSp delSp modSp add mod setBg">
        <pc:chgData name="Espen Sirnes" userId="a3dc4f38-a105-43a6-a77e-f1a999ec558b" providerId="ADAL" clId="{EA2A2A98-0D86-4FD2-8A8E-2B4D48E3B936}" dt="2026-08-11T11:27:57.011" v="988" actId="20577"/>
        <pc:sldMkLst>
          <pc:docMk/>
          <pc:sldMk cId="0" sldId="259"/>
        </pc:sldMkLst>
        <pc:spChg chg="mod">
          <ac:chgData name="Espen Sirnes" userId="a3dc4f38-a105-43a6-a77e-f1a999ec558b" providerId="ADAL" clId="{EA2A2A98-0D86-4FD2-8A8E-2B4D48E3B936}" dt="2026-08-11T11:27:57.011" v="988" actId="20577"/>
          <ac:spMkLst>
            <pc:docMk/>
            <pc:sldMk cId="0" sldId="259"/>
            <ac:spMk id="2" creationId="{00000000-0000-0000-0000-000000000000}"/>
          </ac:spMkLst>
        </pc:spChg>
        <pc:spChg chg="mod">
          <ac:chgData name="Espen Sirnes" userId="a3dc4f38-a105-43a6-a77e-f1a999ec558b" providerId="ADAL" clId="{EA2A2A98-0D86-4FD2-8A8E-2B4D48E3B936}" dt="2026-08-11T11:27:04.539" v="948" actId="790"/>
          <ac:spMkLst>
            <pc:docMk/>
            <pc:sldMk cId="0" sldId="259"/>
            <ac:spMk id="3" creationId="{00000000-0000-0000-0000-000000000000}"/>
          </ac:spMkLst>
        </pc:spChg>
        <pc:spChg chg="mod">
          <ac:chgData name="Espen Sirnes" userId="a3dc4f38-a105-43a6-a77e-f1a999ec558b" providerId="ADAL" clId="{EA2A2A98-0D86-4FD2-8A8E-2B4D48E3B936}" dt="2026-08-11T11:27:04.539" v="948" actId="790"/>
          <ac:spMkLst>
            <pc:docMk/>
            <pc:sldMk cId="0" sldId="259"/>
            <ac:spMk id="10" creationId="{00000000-0000-0000-0000-000000000000}"/>
          </ac:spMkLst>
        </pc:spChg>
        <pc:spChg chg="mod">
          <ac:chgData name="Espen Sirnes" userId="a3dc4f38-a105-43a6-a77e-f1a999ec558b" providerId="ADAL" clId="{EA2A2A98-0D86-4FD2-8A8E-2B4D48E3B936}" dt="2026-08-11T11:27:04.539" v="948" actId="790"/>
          <ac:spMkLst>
            <pc:docMk/>
            <pc:sldMk cId="0" sldId="259"/>
            <ac:spMk id="11" creationId="{00000000-0000-0000-0000-000000000000}"/>
          </ac:spMkLst>
        </pc:spChg>
        <pc:spChg chg="mod">
          <ac:chgData name="Espen Sirnes" userId="a3dc4f38-a105-43a6-a77e-f1a999ec558b" providerId="ADAL" clId="{EA2A2A98-0D86-4FD2-8A8E-2B4D48E3B936}" dt="2026-08-11T09:31:47.076" v="46" actId="14100"/>
          <ac:spMkLst>
            <pc:docMk/>
            <pc:sldMk cId="0" sldId="259"/>
            <ac:spMk id="30" creationId="{00000000-0000-0000-0000-000000000000}"/>
          </ac:spMkLst>
        </pc:spChg>
        <pc:spChg chg="mod">
          <ac:chgData name="Espen Sirnes" userId="a3dc4f38-a105-43a6-a77e-f1a999ec558b" providerId="ADAL" clId="{EA2A2A98-0D86-4FD2-8A8E-2B4D48E3B936}" dt="2026-08-11T09:31:53.215" v="47" actId="14100"/>
          <ac:spMkLst>
            <pc:docMk/>
            <pc:sldMk cId="0" sldId="259"/>
            <ac:spMk id="31" creationId="{00000000-0000-0000-0000-000000000000}"/>
          </ac:spMkLst>
        </pc:spChg>
        <pc:spChg chg="add mod">
          <ac:chgData name="Espen Sirnes" userId="a3dc4f38-a105-43a6-a77e-f1a999ec558b" providerId="ADAL" clId="{EA2A2A98-0D86-4FD2-8A8E-2B4D48E3B936}" dt="2026-08-11T09:29:10.164" v="12" actId="1038"/>
          <ac:spMkLst>
            <pc:docMk/>
            <pc:sldMk cId="0" sldId="259"/>
            <ac:spMk id="51" creationId="{4DEE7430-F2BB-41D9-E006-B04C01DDEA58}"/>
          </ac:spMkLst>
        </pc:spChg>
        <pc:spChg chg="add mod">
          <ac:chgData name="Espen Sirnes" userId="a3dc4f38-a105-43a6-a77e-f1a999ec558b" providerId="ADAL" clId="{EA2A2A98-0D86-4FD2-8A8E-2B4D48E3B936}" dt="2026-08-11T09:29:10.164" v="12" actId="1038"/>
          <ac:spMkLst>
            <pc:docMk/>
            <pc:sldMk cId="0" sldId="259"/>
            <ac:spMk id="53" creationId="{32398D50-7886-9090-9D0F-E627B78D95B4}"/>
          </ac:spMkLst>
        </pc:spChg>
        <pc:spChg chg="add mod">
          <ac:chgData name="Espen Sirnes" userId="a3dc4f38-a105-43a6-a77e-f1a999ec558b" providerId="ADAL" clId="{EA2A2A98-0D86-4FD2-8A8E-2B4D48E3B936}" dt="2026-08-11T11:27:04.539" v="948" actId="790"/>
          <ac:spMkLst>
            <pc:docMk/>
            <pc:sldMk cId="0" sldId="259"/>
            <ac:spMk id="55" creationId="{D5D4CA2E-CE07-3C2D-9335-7535C2EBD941}"/>
          </ac:spMkLst>
        </pc:spChg>
        <pc:spChg chg="add mod">
          <ac:chgData name="Espen Sirnes" userId="a3dc4f38-a105-43a6-a77e-f1a999ec558b" providerId="ADAL" clId="{EA2A2A98-0D86-4FD2-8A8E-2B4D48E3B936}" dt="2026-08-11T09:31:38.232" v="45" actId="1076"/>
          <ac:spMkLst>
            <pc:docMk/>
            <pc:sldMk cId="0" sldId="259"/>
            <ac:spMk id="57" creationId="{909ED113-712F-6AF7-7FA6-CD9F6CBDC1EB}"/>
          </ac:spMkLst>
        </pc:spChg>
        <pc:spChg chg="add mod">
          <ac:chgData name="Espen Sirnes" userId="a3dc4f38-a105-43a6-a77e-f1a999ec558b" providerId="ADAL" clId="{EA2A2A98-0D86-4FD2-8A8E-2B4D48E3B936}" dt="2026-08-11T11:27:04.539" v="948" actId="790"/>
          <ac:spMkLst>
            <pc:docMk/>
            <pc:sldMk cId="0" sldId="259"/>
            <ac:spMk id="59" creationId="{A5D4876F-4F72-DE5C-CB98-0CDE686F121F}"/>
          </ac:spMkLst>
        </pc:spChg>
        <pc:spChg chg="add mod">
          <ac:chgData name="Espen Sirnes" userId="a3dc4f38-a105-43a6-a77e-f1a999ec558b" providerId="ADAL" clId="{EA2A2A98-0D86-4FD2-8A8E-2B4D48E3B936}" dt="2026-08-11T09:31:38.232" v="45" actId="1076"/>
          <ac:spMkLst>
            <pc:docMk/>
            <pc:sldMk cId="0" sldId="259"/>
            <ac:spMk id="61" creationId="{BFCFFD78-56F2-65CF-623E-2E290FA6B182}"/>
          </ac:spMkLst>
        </pc:spChg>
        <pc:spChg chg="add mod">
          <ac:chgData name="Espen Sirnes" userId="a3dc4f38-a105-43a6-a77e-f1a999ec558b" providerId="ADAL" clId="{EA2A2A98-0D86-4FD2-8A8E-2B4D48E3B936}" dt="2026-08-11T09:31:38.232" v="45" actId="1076"/>
          <ac:spMkLst>
            <pc:docMk/>
            <pc:sldMk cId="0" sldId="259"/>
            <ac:spMk id="63" creationId="{55B7F7FF-80D7-B112-19D2-1E8CB3A6AB1A}"/>
          </ac:spMkLst>
        </pc:spChg>
        <pc:spChg chg="add mod">
          <ac:chgData name="Espen Sirnes" userId="a3dc4f38-a105-43a6-a77e-f1a999ec558b" providerId="ADAL" clId="{EA2A2A98-0D86-4FD2-8A8E-2B4D48E3B936}" dt="2026-08-11T11:27:04.539" v="948" actId="790"/>
          <ac:spMkLst>
            <pc:docMk/>
            <pc:sldMk cId="0" sldId="259"/>
            <ac:spMk id="65" creationId="{E6D24167-1143-08AE-D0EE-C2201AC53138}"/>
          </ac:spMkLst>
        </pc:spChg>
        <pc:spChg chg="add mod">
          <ac:chgData name="Espen Sirnes" userId="a3dc4f38-a105-43a6-a77e-f1a999ec558b" providerId="ADAL" clId="{EA2A2A98-0D86-4FD2-8A8E-2B4D48E3B936}" dt="2026-08-11T09:31:38.232" v="45" actId="1076"/>
          <ac:spMkLst>
            <pc:docMk/>
            <pc:sldMk cId="0" sldId="259"/>
            <ac:spMk id="67" creationId="{10150B4D-C4FC-CDB7-B2E0-9C1B48B692F6}"/>
          </ac:spMkLst>
        </pc:spChg>
        <pc:spChg chg="add mod">
          <ac:chgData name="Espen Sirnes" userId="a3dc4f38-a105-43a6-a77e-f1a999ec558b" providerId="ADAL" clId="{EA2A2A98-0D86-4FD2-8A8E-2B4D48E3B936}" dt="2026-08-11T09:29:10.164" v="12" actId="1038"/>
          <ac:spMkLst>
            <pc:docMk/>
            <pc:sldMk cId="0" sldId="259"/>
            <ac:spMk id="69" creationId="{5811AA7E-86CE-012C-2511-53B5306D9960}"/>
          </ac:spMkLst>
        </pc:spChg>
        <pc:spChg chg="mod">
          <ac:chgData name="Espen Sirnes" userId="a3dc4f38-a105-43a6-a77e-f1a999ec558b" providerId="ADAL" clId="{EA2A2A98-0D86-4FD2-8A8E-2B4D48E3B936}" dt="2026-08-11T09:31:38.232" v="45" actId="1076"/>
          <ac:spMkLst>
            <pc:docMk/>
            <pc:sldMk cId="0" sldId="259"/>
            <ac:spMk id="71" creationId="{DE7AB3F3-DEF1-06A9-BF13-621951C81B7D}"/>
          </ac:spMkLst>
        </pc:spChg>
        <pc:spChg chg="mod">
          <ac:chgData name="Espen Sirnes" userId="a3dc4f38-a105-43a6-a77e-f1a999ec558b" providerId="ADAL" clId="{EA2A2A98-0D86-4FD2-8A8E-2B4D48E3B936}" dt="2026-08-11T09:31:38.232" v="45" actId="1076"/>
          <ac:spMkLst>
            <pc:docMk/>
            <pc:sldMk cId="0" sldId="259"/>
            <ac:spMk id="73" creationId="{8C6D6FBD-CA30-F9A3-0129-4E1987F93EC9}"/>
          </ac:spMkLst>
        </pc:spChg>
        <pc:spChg chg="add mod">
          <ac:chgData name="Espen Sirnes" userId="a3dc4f38-a105-43a6-a77e-f1a999ec558b" providerId="ADAL" clId="{EA2A2A98-0D86-4FD2-8A8E-2B4D48E3B936}" dt="2026-08-11T11:27:04.539" v="948" actId="790"/>
          <ac:spMkLst>
            <pc:docMk/>
            <pc:sldMk cId="0" sldId="259"/>
            <ac:spMk id="75" creationId="{18B7059B-1487-16A7-F98A-457404109597}"/>
          </ac:spMkLst>
        </pc:spChg>
        <pc:spChg chg="add mod">
          <ac:chgData name="Espen Sirnes" userId="a3dc4f38-a105-43a6-a77e-f1a999ec558b" providerId="ADAL" clId="{EA2A2A98-0D86-4FD2-8A8E-2B4D48E3B936}" dt="2026-08-11T11:27:04.539" v="948" actId="790"/>
          <ac:spMkLst>
            <pc:docMk/>
            <pc:sldMk cId="0" sldId="259"/>
            <ac:spMk id="77" creationId="{17B38E9C-A281-31C3-7927-7E6020387C78}"/>
          </ac:spMkLst>
        </pc:spChg>
        <pc:spChg chg="add mod">
          <ac:chgData name="Espen Sirnes" userId="a3dc4f38-a105-43a6-a77e-f1a999ec558b" providerId="ADAL" clId="{EA2A2A98-0D86-4FD2-8A8E-2B4D48E3B936}" dt="2026-08-11T09:30:09.041" v="26" actId="20577"/>
          <ac:spMkLst>
            <pc:docMk/>
            <pc:sldMk cId="0" sldId="259"/>
            <ac:spMk id="79" creationId="{C494F0E7-797A-0A01-5545-93898FD46247}"/>
          </ac:spMkLst>
        </pc:spChg>
        <pc:spChg chg="add mod">
          <ac:chgData name="Espen Sirnes" userId="a3dc4f38-a105-43a6-a77e-f1a999ec558b" providerId="ADAL" clId="{EA2A2A98-0D86-4FD2-8A8E-2B4D48E3B936}" dt="2026-08-11T09:29:31.562" v="17" actId="1076"/>
          <ac:spMkLst>
            <pc:docMk/>
            <pc:sldMk cId="0" sldId="259"/>
            <ac:spMk id="81" creationId="{16E47AE9-39E5-E06C-1783-4FB18D15EE37}"/>
          </ac:spMkLst>
        </pc:spChg>
        <pc:spChg chg="add mod">
          <ac:chgData name="Espen Sirnes" userId="a3dc4f38-a105-43a6-a77e-f1a999ec558b" providerId="ADAL" clId="{EA2A2A98-0D86-4FD2-8A8E-2B4D48E3B936}" dt="2026-08-11T09:30:13.298" v="28" actId="20577"/>
          <ac:spMkLst>
            <pc:docMk/>
            <pc:sldMk cId="0" sldId="259"/>
            <ac:spMk id="83" creationId="{7A17AF2F-B8E8-7C70-FEAF-16DBE1D280F6}"/>
          </ac:spMkLst>
        </pc:spChg>
        <pc:spChg chg="add mod">
          <ac:chgData name="Espen Sirnes" userId="a3dc4f38-a105-43a6-a77e-f1a999ec558b" providerId="ADAL" clId="{EA2A2A98-0D86-4FD2-8A8E-2B4D48E3B936}" dt="2026-08-11T09:30:23.216" v="34" actId="20577"/>
          <ac:spMkLst>
            <pc:docMk/>
            <pc:sldMk cId="0" sldId="259"/>
            <ac:spMk id="85" creationId="{BCB58DCE-0487-3DEB-5BA0-27792D1A0D3D}"/>
          </ac:spMkLst>
        </pc:spChg>
        <pc:spChg chg="add mod">
          <ac:chgData name="Espen Sirnes" userId="a3dc4f38-a105-43a6-a77e-f1a999ec558b" providerId="ADAL" clId="{EA2A2A98-0D86-4FD2-8A8E-2B4D48E3B936}" dt="2026-08-11T09:29:54.246" v="21" actId="14100"/>
          <ac:spMkLst>
            <pc:docMk/>
            <pc:sldMk cId="0" sldId="259"/>
            <ac:spMk id="87" creationId="{06893797-D743-233F-D06A-DD9E1CAC2098}"/>
          </ac:spMkLst>
        </pc:spChg>
        <pc:spChg chg="mod">
          <ac:chgData name="Espen Sirnes" userId="a3dc4f38-a105-43a6-a77e-f1a999ec558b" providerId="ADAL" clId="{EA2A2A98-0D86-4FD2-8A8E-2B4D48E3B936}" dt="2026-08-11T09:30:30.262" v="38" actId="20577"/>
          <ac:spMkLst>
            <pc:docMk/>
            <pc:sldMk cId="0" sldId="259"/>
            <ac:spMk id="89" creationId="{24109853-8CCB-74B6-C21D-E607549F1B27}"/>
          </ac:spMkLst>
        </pc:spChg>
        <pc:spChg chg="add mod">
          <ac:chgData name="Espen Sirnes" userId="a3dc4f38-a105-43a6-a77e-f1a999ec558b" providerId="ADAL" clId="{EA2A2A98-0D86-4FD2-8A8E-2B4D48E3B936}" dt="2026-08-11T09:29:31.562" v="17" actId="1076"/>
          <ac:spMkLst>
            <pc:docMk/>
            <pc:sldMk cId="0" sldId="259"/>
            <ac:spMk id="93" creationId="{C0E07D2A-3BAF-BE4E-0472-8F4D8F2F02C0}"/>
          </ac:spMkLst>
        </pc:spChg>
        <pc:spChg chg="add mod">
          <ac:chgData name="Espen Sirnes" userId="a3dc4f38-a105-43a6-a77e-f1a999ec558b" providerId="ADAL" clId="{EA2A2A98-0D86-4FD2-8A8E-2B4D48E3B936}" dt="2026-08-11T09:29:31.562" v="17" actId="1076"/>
          <ac:spMkLst>
            <pc:docMk/>
            <pc:sldMk cId="0" sldId="259"/>
            <ac:spMk id="95" creationId="{DBBEAE5A-907C-B654-A408-CA9C2D07EACF}"/>
          </ac:spMkLst>
        </pc:spChg>
        <pc:spChg chg="add mod">
          <ac:chgData name="Espen Sirnes" userId="a3dc4f38-a105-43a6-a77e-f1a999ec558b" providerId="ADAL" clId="{EA2A2A98-0D86-4FD2-8A8E-2B4D48E3B936}" dt="2026-08-11T09:29:59.938" v="22" actId="1076"/>
          <ac:spMkLst>
            <pc:docMk/>
            <pc:sldMk cId="0" sldId="259"/>
            <ac:spMk id="97" creationId="{99E10FB3-5F22-DC17-195C-4FDB2E5142F6}"/>
          </ac:spMkLst>
        </pc:spChg>
      </pc:sldChg>
      <pc:sldChg chg="addSp delSp modSp add mod setBg">
        <pc:chgData name="Espen Sirnes" userId="a3dc4f38-a105-43a6-a77e-f1a999ec558b" providerId="ADAL" clId="{EA2A2A98-0D86-4FD2-8A8E-2B4D48E3B936}" dt="2026-08-11T10:04:24.250" v="930"/>
        <pc:sldMkLst>
          <pc:docMk/>
          <pc:sldMk cId="0" sldId="260"/>
        </pc:sldMkLst>
        <pc:spChg chg="mod">
          <ac:chgData name="Espen Sirnes" userId="a3dc4f38-a105-43a6-a77e-f1a999ec558b" providerId="ADAL" clId="{EA2A2A98-0D86-4FD2-8A8E-2B4D48E3B936}" dt="2026-08-11T09:40:04.247" v="295" actId="790"/>
          <ac:spMkLst>
            <pc:docMk/>
            <pc:sldMk cId="0" sldId="260"/>
            <ac:spMk id="2" creationId="{00000000-0000-0000-0000-000000000000}"/>
          </ac:spMkLst>
        </pc:spChg>
        <pc:spChg chg="mod">
          <ac:chgData name="Espen Sirnes" userId="a3dc4f38-a105-43a6-a77e-f1a999ec558b" providerId="ADAL" clId="{EA2A2A98-0D86-4FD2-8A8E-2B4D48E3B936}" dt="2026-08-11T10:01:49.475" v="836" actId="790"/>
          <ac:spMkLst>
            <pc:docMk/>
            <pc:sldMk cId="0" sldId="260"/>
            <ac:spMk id="3" creationId="{00000000-0000-0000-0000-000000000000}"/>
          </ac:spMkLst>
        </pc:spChg>
        <pc:spChg chg="mod">
          <ac:chgData name="Espen Sirnes" userId="a3dc4f38-a105-43a6-a77e-f1a999ec558b" providerId="ADAL" clId="{EA2A2A98-0D86-4FD2-8A8E-2B4D48E3B936}" dt="2026-08-11T09:40:04.247" v="295" actId="790"/>
          <ac:spMkLst>
            <pc:docMk/>
            <pc:sldMk cId="0" sldId="260"/>
            <ac:spMk id="4" creationId="{00000000-0000-0000-0000-000000000000}"/>
          </ac:spMkLst>
        </pc:spChg>
        <pc:spChg chg="mod">
          <ac:chgData name="Espen Sirnes" userId="a3dc4f38-a105-43a6-a77e-f1a999ec558b" providerId="ADAL" clId="{EA2A2A98-0D86-4FD2-8A8E-2B4D48E3B936}" dt="2026-08-11T10:01:49.475" v="836" actId="790"/>
          <ac:spMkLst>
            <pc:docMk/>
            <pc:sldMk cId="0" sldId="260"/>
            <ac:spMk id="5" creationId="{00000000-0000-0000-0000-000000000000}"/>
          </ac:spMkLst>
        </pc:spChg>
        <pc:spChg chg="mod">
          <ac:chgData name="Espen Sirnes" userId="a3dc4f38-a105-43a6-a77e-f1a999ec558b" providerId="ADAL" clId="{EA2A2A98-0D86-4FD2-8A8E-2B4D48E3B936}" dt="2026-08-11T10:01:49.475" v="836" actId="790"/>
          <ac:spMkLst>
            <pc:docMk/>
            <pc:sldMk cId="0" sldId="260"/>
            <ac:spMk id="6" creationId="{00000000-0000-0000-0000-000000000000}"/>
          </ac:spMkLst>
        </pc:spChg>
        <pc:spChg chg="mod">
          <ac:chgData name="Espen Sirnes" userId="a3dc4f38-a105-43a6-a77e-f1a999ec558b" providerId="ADAL" clId="{EA2A2A98-0D86-4FD2-8A8E-2B4D48E3B936}" dt="2026-08-11T09:40:57.345" v="378" actId="20577"/>
          <ac:spMkLst>
            <pc:docMk/>
            <pc:sldMk cId="0" sldId="260"/>
            <ac:spMk id="7" creationId="{00000000-0000-0000-0000-000000000000}"/>
          </ac:spMkLst>
        </pc:spChg>
        <pc:spChg chg="mod">
          <ac:chgData name="Espen Sirnes" userId="a3dc4f38-a105-43a6-a77e-f1a999ec558b" providerId="ADAL" clId="{EA2A2A98-0D86-4FD2-8A8E-2B4D48E3B936}" dt="2026-08-11T10:01:49.475" v="836" actId="790"/>
          <ac:spMkLst>
            <pc:docMk/>
            <pc:sldMk cId="0" sldId="260"/>
            <ac:spMk id="8" creationId="{00000000-0000-0000-0000-000000000000}"/>
          </ac:spMkLst>
        </pc:spChg>
        <pc:spChg chg="mod">
          <ac:chgData name="Espen Sirnes" userId="a3dc4f38-a105-43a6-a77e-f1a999ec558b" providerId="ADAL" clId="{EA2A2A98-0D86-4FD2-8A8E-2B4D48E3B936}" dt="2026-08-11T10:01:49.475" v="836" actId="790"/>
          <ac:spMkLst>
            <pc:docMk/>
            <pc:sldMk cId="0" sldId="260"/>
            <ac:spMk id="10" creationId="{00000000-0000-0000-0000-000000000000}"/>
          </ac:spMkLst>
        </pc:spChg>
        <pc:spChg chg="mod">
          <ac:chgData name="Espen Sirnes" userId="a3dc4f38-a105-43a6-a77e-f1a999ec558b" providerId="ADAL" clId="{EA2A2A98-0D86-4FD2-8A8E-2B4D48E3B936}" dt="2026-08-11T09:53:27.604" v="612" actId="20577"/>
          <ac:spMkLst>
            <pc:docMk/>
            <pc:sldMk cId="0" sldId="260"/>
            <ac:spMk id="11" creationId="{00000000-0000-0000-0000-000000000000}"/>
          </ac:spMkLst>
        </pc:spChg>
        <pc:spChg chg="mod">
          <ac:chgData name="Espen Sirnes" userId="a3dc4f38-a105-43a6-a77e-f1a999ec558b" providerId="ADAL" clId="{EA2A2A98-0D86-4FD2-8A8E-2B4D48E3B936}" dt="2026-08-11T09:53:32.893" v="613" actId="20577"/>
          <ac:spMkLst>
            <pc:docMk/>
            <pc:sldMk cId="0" sldId="260"/>
            <ac:spMk id="12" creationId="{00000000-0000-0000-0000-000000000000}"/>
          </ac:spMkLst>
        </pc:spChg>
        <pc:spChg chg="mod">
          <ac:chgData name="Espen Sirnes" userId="a3dc4f38-a105-43a6-a77e-f1a999ec558b" providerId="ADAL" clId="{EA2A2A98-0D86-4FD2-8A8E-2B4D48E3B936}" dt="2026-08-11T09:40:04.247" v="295" actId="790"/>
          <ac:spMkLst>
            <pc:docMk/>
            <pc:sldMk cId="0" sldId="260"/>
            <ac:spMk id="15" creationId="{00000000-0000-0000-0000-000000000000}"/>
          </ac:spMkLst>
        </pc:spChg>
        <pc:spChg chg="mod">
          <ac:chgData name="Espen Sirnes" userId="a3dc4f38-a105-43a6-a77e-f1a999ec558b" providerId="ADAL" clId="{EA2A2A98-0D86-4FD2-8A8E-2B4D48E3B936}" dt="2026-08-11T10:01:49.475" v="836" actId="790"/>
          <ac:spMkLst>
            <pc:docMk/>
            <pc:sldMk cId="0" sldId="260"/>
            <ac:spMk id="16" creationId="{00000000-0000-0000-0000-000000000000}"/>
          </ac:spMkLst>
        </pc:spChg>
        <pc:spChg chg="mod">
          <ac:chgData name="Espen Sirnes" userId="a3dc4f38-a105-43a6-a77e-f1a999ec558b" providerId="ADAL" clId="{EA2A2A98-0D86-4FD2-8A8E-2B4D48E3B936}" dt="2026-08-11T10:01:49.475" v="836" actId="790"/>
          <ac:spMkLst>
            <pc:docMk/>
            <pc:sldMk cId="0" sldId="260"/>
            <ac:spMk id="17" creationId="{00000000-0000-0000-0000-000000000000}"/>
          </ac:spMkLst>
        </pc:spChg>
        <pc:spChg chg="mod">
          <ac:chgData name="Espen Sirnes" userId="a3dc4f38-a105-43a6-a77e-f1a999ec558b" providerId="ADAL" clId="{EA2A2A98-0D86-4FD2-8A8E-2B4D48E3B936}" dt="2026-08-11T10:01:49.475" v="836" actId="790"/>
          <ac:spMkLst>
            <pc:docMk/>
            <pc:sldMk cId="0" sldId="260"/>
            <ac:spMk id="20" creationId="{00000000-0000-0000-0000-000000000000}"/>
          </ac:spMkLst>
        </pc:spChg>
        <pc:spChg chg="mod">
          <ac:chgData name="Espen Sirnes" userId="a3dc4f38-a105-43a6-a77e-f1a999ec558b" providerId="ADAL" clId="{EA2A2A98-0D86-4FD2-8A8E-2B4D48E3B936}" dt="2026-08-11T10:03:26.712" v="855" actId="20577"/>
          <ac:spMkLst>
            <pc:docMk/>
            <pc:sldMk cId="0" sldId="260"/>
            <ac:spMk id="21" creationId="{00000000-0000-0000-0000-000000000000}"/>
          </ac:spMkLst>
        </pc:spChg>
        <pc:spChg chg="mod">
          <ac:chgData name="Espen Sirnes" userId="a3dc4f38-a105-43a6-a77e-f1a999ec558b" providerId="ADAL" clId="{EA2A2A98-0D86-4FD2-8A8E-2B4D48E3B936}" dt="2026-08-11T10:04:24.250" v="930"/>
          <ac:spMkLst>
            <pc:docMk/>
            <pc:sldMk cId="0" sldId="260"/>
            <ac:spMk id="22" creationId="{00000000-0000-0000-0000-000000000000}"/>
          </ac:spMkLst>
        </pc:spChg>
        <pc:spChg chg="add mod ord">
          <ac:chgData name="Espen Sirnes" userId="a3dc4f38-a105-43a6-a77e-f1a999ec558b" providerId="ADAL" clId="{EA2A2A98-0D86-4FD2-8A8E-2B4D48E3B936}" dt="2026-08-11T10:01:49.475" v="836" actId="790"/>
          <ac:spMkLst>
            <pc:docMk/>
            <pc:sldMk cId="0" sldId="260"/>
            <ac:spMk id="24" creationId="{5B6AC4A9-7535-D667-96CE-70063817BDD3}"/>
          </ac:spMkLst>
        </pc:spChg>
        <pc:spChg chg="add mod ord">
          <ac:chgData name="Espen Sirnes" userId="a3dc4f38-a105-43a6-a77e-f1a999ec558b" providerId="ADAL" clId="{EA2A2A98-0D86-4FD2-8A8E-2B4D48E3B936}" dt="2026-08-11T10:01:21.684" v="814" actId="1037"/>
          <ac:spMkLst>
            <pc:docMk/>
            <pc:sldMk cId="0" sldId="260"/>
            <ac:spMk id="26" creationId="{253F9E33-8901-3191-FC28-C11E64AE6C65}"/>
          </ac:spMkLst>
        </pc:spChg>
      </pc:sldChg>
      <pc:sldChg chg="addSp delSp modSp new mod setBg addAnim delAnim">
        <pc:chgData name="Espen Sirnes" userId="a3dc4f38-a105-43a6-a77e-f1a999ec558b" providerId="ADAL" clId="{EA2A2A98-0D86-4FD2-8A8E-2B4D48E3B936}" dt="2026-08-11T11:35:53.788" v="1141" actId="20577"/>
        <pc:sldMkLst>
          <pc:docMk/>
          <pc:sldMk cId="3136568286" sldId="261"/>
        </pc:sldMkLst>
        <pc:spChg chg="mod">
          <ac:chgData name="Espen Sirnes" userId="a3dc4f38-a105-43a6-a77e-f1a999ec558b" providerId="ADAL" clId="{EA2A2A98-0D86-4FD2-8A8E-2B4D48E3B936}" dt="2026-08-11T11:35:53.788" v="1141" actId="20577"/>
          <ac:spMkLst>
            <pc:docMk/>
            <pc:sldMk cId="3136568286" sldId="261"/>
            <ac:spMk id="2" creationId="{CBB34734-1D05-0D59-AAE0-0760A1783F64}"/>
          </ac:spMkLst>
        </pc:spChg>
        <pc:spChg chg="mod">
          <ac:chgData name="Espen Sirnes" userId="a3dc4f38-a105-43a6-a77e-f1a999ec558b" providerId="ADAL" clId="{EA2A2A98-0D86-4FD2-8A8E-2B4D48E3B936}" dt="2026-08-11T11:34:50.433" v="1107" actId="26606"/>
          <ac:spMkLst>
            <pc:docMk/>
            <pc:sldMk cId="3136568286" sldId="261"/>
            <ac:spMk id="3" creationId="{1D906840-7C50-3A7B-3032-EC34B823ECB7}"/>
          </ac:spMkLst>
        </pc:spChg>
        <pc:spChg chg="add">
          <ac:chgData name="Espen Sirnes" userId="a3dc4f38-a105-43a6-a77e-f1a999ec558b" providerId="ADAL" clId="{EA2A2A98-0D86-4FD2-8A8E-2B4D48E3B936}" dt="2026-08-11T11:34:50.433" v="1107" actId="26606"/>
          <ac:spMkLst>
            <pc:docMk/>
            <pc:sldMk cId="3136568286" sldId="261"/>
            <ac:spMk id="32" creationId="{577D6B2E-37A3-429E-A37C-F30ED6487282}"/>
          </ac:spMkLst>
        </pc:spChg>
        <pc:spChg chg="add">
          <ac:chgData name="Espen Sirnes" userId="a3dc4f38-a105-43a6-a77e-f1a999ec558b" providerId="ADAL" clId="{EA2A2A98-0D86-4FD2-8A8E-2B4D48E3B936}" dt="2026-08-11T11:34:50.433" v="1107" actId="26606"/>
          <ac:spMkLst>
            <pc:docMk/>
            <pc:sldMk cId="3136568286" sldId="261"/>
            <ac:spMk id="33" creationId="{5CEAD642-85CF-4750-8432-7C80C901F001}"/>
          </ac:spMkLst>
        </pc:spChg>
        <pc:spChg chg="add">
          <ac:chgData name="Espen Sirnes" userId="a3dc4f38-a105-43a6-a77e-f1a999ec558b" providerId="ADAL" clId="{EA2A2A98-0D86-4FD2-8A8E-2B4D48E3B936}" dt="2026-08-11T11:34:50.433" v="1107" actId="26606"/>
          <ac:spMkLst>
            <pc:docMk/>
            <pc:sldMk cId="3136568286" sldId="261"/>
            <ac:spMk id="34" creationId="{FA33EEAE-15D5-4119-8C1E-89D943F911EF}"/>
          </ac:spMkLst>
        </pc:spChg>
        <pc:spChg chg="add">
          <ac:chgData name="Espen Sirnes" userId="a3dc4f38-a105-43a6-a77e-f1a999ec558b" providerId="ADAL" clId="{EA2A2A98-0D86-4FD2-8A8E-2B4D48E3B936}" dt="2026-08-11T11:34:50.433" v="1107" actId="26606"/>
          <ac:spMkLst>
            <pc:docMk/>
            <pc:sldMk cId="3136568286" sldId="261"/>
            <ac:spMk id="35" creationId="{730D8B3B-9B80-4025-B934-26DC7D7CD231}"/>
          </ac:spMkLst>
        </pc:spChg>
        <pc:spChg chg="add">
          <ac:chgData name="Espen Sirnes" userId="a3dc4f38-a105-43a6-a77e-f1a999ec558b" providerId="ADAL" clId="{EA2A2A98-0D86-4FD2-8A8E-2B4D48E3B936}" dt="2026-08-11T11:34:50.433" v="1107" actId="26606"/>
          <ac:spMkLst>
            <pc:docMk/>
            <pc:sldMk cId="3136568286" sldId="261"/>
            <ac:spMk id="36" creationId="{1064D5D5-227B-4F66-9AEA-46F570E793BD}"/>
          </ac:spMkLst>
        </pc:spChg>
        <pc:spChg chg="add">
          <ac:chgData name="Espen Sirnes" userId="a3dc4f38-a105-43a6-a77e-f1a999ec558b" providerId="ADAL" clId="{EA2A2A98-0D86-4FD2-8A8E-2B4D48E3B936}" dt="2026-08-11T11:34:50.433" v="1107" actId="26606"/>
          <ac:spMkLst>
            <pc:docMk/>
            <pc:sldMk cId="3136568286" sldId="261"/>
            <ac:spMk id="37" creationId="{646B67A4-D328-4747-A82B-65E84FA46368}"/>
          </ac:spMkLst>
        </pc:spChg>
        <pc:spChg chg="add">
          <ac:chgData name="Espen Sirnes" userId="a3dc4f38-a105-43a6-a77e-f1a999ec558b" providerId="ADAL" clId="{EA2A2A98-0D86-4FD2-8A8E-2B4D48E3B936}" dt="2026-08-11T11:34:50.433" v="1107" actId="26606"/>
          <ac:spMkLst>
            <pc:docMk/>
            <pc:sldMk cId="3136568286" sldId="261"/>
            <ac:spMk id="38" creationId="{B5A1B09C-1565-46F8-B70F-621C5EB48A09}"/>
          </ac:spMkLst>
        </pc:spChg>
        <pc:spChg chg="add">
          <ac:chgData name="Espen Sirnes" userId="a3dc4f38-a105-43a6-a77e-f1a999ec558b" providerId="ADAL" clId="{EA2A2A98-0D86-4FD2-8A8E-2B4D48E3B936}" dt="2026-08-11T11:34:50.433" v="1107" actId="26606"/>
          <ac:spMkLst>
            <pc:docMk/>
            <pc:sldMk cId="3136568286" sldId="261"/>
            <ac:spMk id="39" creationId="{8C516CC8-80AC-446C-A56E-9F54B7210402}"/>
          </ac:spMkLst>
        </pc:spChg>
      </pc:sldChg>
      <pc:sldChg chg="addSp delSp modSp new mod setBg">
        <pc:chgData name="Espen Sirnes" userId="a3dc4f38-a105-43a6-a77e-f1a999ec558b" providerId="ADAL" clId="{EA2A2A98-0D86-4FD2-8A8E-2B4D48E3B936}" dt="2026-08-17T08:50:35.570" v="3063" actId="20577"/>
        <pc:sldMkLst>
          <pc:docMk/>
          <pc:sldMk cId="2902342960" sldId="262"/>
        </pc:sldMkLst>
        <pc:spChg chg="mod">
          <ac:chgData name="Espen Sirnes" userId="a3dc4f38-a105-43a6-a77e-f1a999ec558b" providerId="ADAL" clId="{EA2A2A98-0D86-4FD2-8A8E-2B4D48E3B936}" dt="2026-08-13T10:35:30.887" v="2412" actId="26606"/>
          <ac:spMkLst>
            <pc:docMk/>
            <pc:sldMk cId="2902342960" sldId="262"/>
            <ac:spMk id="2" creationId="{75EF9F8E-14E2-875C-BF54-7ABBA7BC377E}"/>
          </ac:spMkLst>
        </pc:spChg>
        <pc:spChg chg="add">
          <ac:chgData name="Espen Sirnes" userId="a3dc4f38-a105-43a6-a77e-f1a999ec558b" providerId="ADAL" clId="{EA2A2A98-0D86-4FD2-8A8E-2B4D48E3B936}" dt="2026-08-13T10:35:30.887" v="2412" actId="26606"/>
          <ac:spMkLst>
            <pc:docMk/>
            <pc:sldMk cId="2902342960" sldId="262"/>
            <ac:spMk id="10" creationId="{E51BA4DF-2BD4-4EC2-B1DB-B27C8AC71864}"/>
          </ac:spMkLst>
        </pc:spChg>
        <pc:graphicFrameChg chg="add mod modGraphic">
          <ac:chgData name="Espen Sirnes" userId="a3dc4f38-a105-43a6-a77e-f1a999ec558b" providerId="ADAL" clId="{EA2A2A98-0D86-4FD2-8A8E-2B4D48E3B936}" dt="2026-08-17T08:50:35.570" v="3063" actId="20577"/>
          <ac:graphicFrameMkLst>
            <pc:docMk/>
            <pc:sldMk cId="2902342960" sldId="262"/>
            <ac:graphicFrameMk id="5" creationId="{D8193A86-B918-4993-835C-707C31969A8E}"/>
          </ac:graphicFrameMkLst>
        </pc:graphicFrameChg>
        <pc:picChg chg="add">
          <ac:chgData name="Espen Sirnes" userId="a3dc4f38-a105-43a6-a77e-f1a999ec558b" providerId="ADAL" clId="{EA2A2A98-0D86-4FD2-8A8E-2B4D48E3B936}" dt="2026-08-13T10:35:30.887" v="2412" actId="26606"/>
          <ac:picMkLst>
            <pc:docMk/>
            <pc:sldMk cId="2902342960" sldId="262"/>
            <ac:picMk id="6" creationId="{AE531559-4738-CAC7-D7E6-335B28F228AF}"/>
          </ac:picMkLst>
        </pc:picChg>
      </pc:sldChg>
      <pc:sldChg chg="addSp delSp modSp new mod ord setBg">
        <pc:chgData name="Espen Sirnes" userId="a3dc4f38-a105-43a6-a77e-f1a999ec558b" providerId="ADAL" clId="{EA2A2A98-0D86-4FD2-8A8E-2B4D48E3B936}" dt="2026-08-17T09:22:51.610" v="3183"/>
        <pc:sldMkLst>
          <pc:docMk/>
          <pc:sldMk cId="1224037662" sldId="263"/>
        </pc:sldMkLst>
        <pc:spChg chg="mod">
          <ac:chgData name="Espen Sirnes" userId="a3dc4f38-a105-43a6-a77e-f1a999ec558b" providerId="ADAL" clId="{EA2A2A98-0D86-4FD2-8A8E-2B4D48E3B936}" dt="2026-08-13T10:28:11.545" v="2351" actId="26606"/>
          <ac:spMkLst>
            <pc:docMk/>
            <pc:sldMk cId="1224037662" sldId="263"/>
            <ac:spMk id="2" creationId="{4373193F-2035-0C26-35E4-5ABF51B9D3EF}"/>
          </ac:spMkLst>
        </pc:spChg>
        <pc:spChg chg="add">
          <ac:chgData name="Espen Sirnes" userId="a3dc4f38-a105-43a6-a77e-f1a999ec558b" providerId="ADAL" clId="{EA2A2A98-0D86-4FD2-8A8E-2B4D48E3B936}" dt="2026-08-13T10:28:11.545" v="2351" actId="26606"/>
          <ac:spMkLst>
            <pc:docMk/>
            <pc:sldMk cId="1224037662" sldId="263"/>
            <ac:spMk id="21" creationId="{DEE2AD96-B495-4E06-9291-B71706F728CB}"/>
          </ac:spMkLst>
        </pc:spChg>
        <pc:spChg chg="add">
          <ac:chgData name="Espen Sirnes" userId="a3dc4f38-a105-43a6-a77e-f1a999ec558b" providerId="ADAL" clId="{EA2A2A98-0D86-4FD2-8A8E-2B4D48E3B936}" dt="2026-08-13T10:28:11.545" v="2351" actId="26606"/>
          <ac:spMkLst>
            <pc:docMk/>
            <pc:sldMk cId="1224037662" sldId="263"/>
            <ac:spMk id="22" creationId="{53CF6D67-C5A8-4ADD-9E8E-1E38CA1D3166}"/>
          </ac:spMkLst>
        </pc:spChg>
        <pc:spChg chg="add">
          <ac:chgData name="Espen Sirnes" userId="a3dc4f38-a105-43a6-a77e-f1a999ec558b" providerId="ADAL" clId="{EA2A2A98-0D86-4FD2-8A8E-2B4D48E3B936}" dt="2026-08-13T10:28:11.545" v="2351" actId="26606"/>
          <ac:spMkLst>
            <pc:docMk/>
            <pc:sldMk cId="1224037662" sldId="263"/>
            <ac:spMk id="23" creationId="{86909FA0-B515-4681-B7A8-FA281D133B94}"/>
          </ac:spMkLst>
        </pc:spChg>
        <pc:spChg chg="add">
          <ac:chgData name="Espen Sirnes" userId="a3dc4f38-a105-43a6-a77e-f1a999ec558b" providerId="ADAL" clId="{EA2A2A98-0D86-4FD2-8A8E-2B4D48E3B936}" dt="2026-08-13T10:28:11.545" v="2351" actId="26606"/>
          <ac:spMkLst>
            <pc:docMk/>
            <pc:sldMk cId="1224037662" sldId="263"/>
            <ac:spMk id="24" creationId="{21C9FE86-FCC3-4A31-AA1C-C882262B7FE7}"/>
          </ac:spMkLst>
        </pc:spChg>
        <pc:spChg chg="add">
          <ac:chgData name="Espen Sirnes" userId="a3dc4f38-a105-43a6-a77e-f1a999ec558b" providerId="ADAL" clId="{EA2A2A98-0D86-4FD2-8A8E-2B4D48E3B936}" dt="2026-08-13T10:28:11.545" v="2351" actId="26606"/>
          <ac:spMkLst>
            <pc:docMk/>
            <pc:sldMk cId="1224037662" sldId="263"/>
            <ac:spMk id="25" creationId="{7D96243B-ECED-4B71-8E06-AE9A285EAD20}"/>
          </ac:spMkLst>
        </pc:spChg>
        <pc:spChg chg="add">
          <ac:chgData name="Espen Sirnes" userId="a3dc4f38-a105-43a6-a77e-f1a999ec558b" providerId="ADAL" clId="{EA2A2A98-0D86-4FD2-8A8E-2B4D48E3B936}" dt="2026-08-13T10:28:11.545" v="2351" actId="26606"/>
          <ac:spMkLst>
            <pc:docMk/>
            <pc:sldMk cId="1224037662" sldId="263"/>
            <ac:spMk id="26" creationId="{A09989E4-EFDC-4A90-A633-E0525FB4139E}"/>
          </ac:spMkLst>
        </pc:spChg>
        <pc:spChg chg="add mod">
          <ac:chgData name="Espen Sirnes" userId="a3dc4f38-a105-43a6-a77e-f1a999ec558b" providerId="ADAL" clId="{EA2A2A98-0D86-4FD2-8A8E-2B4D48E3B936}" dt="2026-08-13T10:28:28.443" v="2359" actId="20577"/>
          <ac:spMkLst>
            <pc:docMk/>
            <pc:sldMk cId="1224037662" sldId="263"/>
            <ac:spMk id="27" creationId="{0520E714-B4AD-1065-AADC-8F677CEC7D34}"/>
          </ac:spMkLst>
        </pc:spChg>
      </pc:sldChg>
      <pc:sldChg chg="addSp delSp modSp new mod setBg modClrScheme chgLayout">
        <pc:chgData name="Espen Sirnes" userId="a3dc4f38-a105-43a6-a77e-f1a999ec558b" providerId="ADAL" clId="{EA2A2A98-0D86-4FD2-8A8E-2B4D48E3B936}" dt="2026-08-17T09:49:28.845" v="3568" actId="1076"/>
        <pc:sldMkLst>
          <pc:docMk/>
          <pc:sldMk cId="1533687857" sldId="264"/>
        </pc:sldMkLst>
        <pc:spChg chg="add mod">
          <ac:chgData name="Espen Sirnes" userId="a3dc4f38-a105-43a6-a77e-f1a999ec558b" providerId="ADAL" clId="{EA2A2A98-0D86-4FD2-8A8E-2B4D48E3B936}" dt="2026-08-13T08:24:21.076" v="1498" actId="26606"/>
          <ac:spMkLst>
            <pc:docMk/>
            <pc:sldMk cId="1533687857" sldId="264"/>
            <ac:spMk id="2" creationId="{11D83A64-0183-0EFC-E32B-76CEFB9ACF1D}"/>
          </ac:spMkLst>
        </pc:spChg>
        <pc:spChg chg="add mod">
          <ac:chgData name="Espen Sirnes" userId="a3dc4f38-a105-43a6-a77e-f1a999ec558b" providerId="ADAL" clId="{EA2A2A98-0D86-4FD2-8A8E-2B4D48E3B936}" dt="2026-08-17T09:49:28.845" v="3568" actId="1076"/>
          <ac:spMkLst>
            <pc:docMk/>
            <pc:sldMk cId="1533687857" sldId="264"/>
            <ac:spMk id="4" creationId="{44E00ADD-A0CC-7388-F4AB-E06200F93E22}"/>
          </ac:spMkLst>
        </pc:spChg>
        <pc:spChg chg="add">
          <ac:chgData name="Espen Sirnes" userId="a3dc4f38-a105-43a6-a77e-f1a999ec558b" providerId="ADAL" clId="{EA2A2A98-0D86-4FD2-8A8E-2B4D48E3B936}" dt="2026-08-13T08:24:21.076" v="1498" actId="26606"/>
          <ac:spMkLst>
            <pc:docMk/>
            <pc:sldMk cId="1533687857" sldId="264"/>
            <ac:spMk id="9" creationId="{BACC6370-2D7E-4714-9D71-7542949D7D5D}"/>
          </ac:spMkLst>
        </pc:spChg>
        <pc:spChg chg="add">
          <ac:chgData name="Espen Sirnes" userId="a3dc4f38-a105-43a6-a77e-f1a999ec558b" providerId="ADAL" clId="{EA2A2A98-0D86-4FD2-8A8E-2B4D48E3B936}" dt="2026-08-13T08:24:21.076" v="1498" actId="26606"/>
          <ac:spMkLst>
            <pc:docMk/>
            <pc:sldMk cId="1533687857" sldId="264"/>
            <ac:spMk id="11" creationId="{256B2C21-A230-48C0-8DF1-C46611373C44}"/>
          </ac:spMkLst>
        </pc:spChg>
        <pc:spChg chg="add">
          <ac:chgData name="Espen Sirnes" userId="a3dc4f38-a105-43a6-a77e-f1a999ec558b" providerId="ADAL" clId="{EA2A2A98-0D86-4FD2-8A8E-2B4D48E3B936}" dt="2026-08-13T08:24:21.076" v="1498" actId="26606"/>
          <ac:spMkLst>
            <pc:docMk/>
            <pc:sldMk cId="1533687857" sldId="264"/>
            <ac:spMk id="13" creationId="{3847E18C-932D-4C95-AABA-FEC7C9499AD7}"/>
          </ac:spMkLst>
        </pc:spChg>
        <pc:spChg chg="add">
          <ac:chgData name="Espen Sirnes" userId="a3dc4f38-a105-43a6-a77e-f1a999ec558b" providerId="ADAL" clId="{EA2A2A98-0D86-4FD2-8A8E-2B4D48E3B936}" dt="2026-08-13T08:24:21.076" v="1498" actId="26606"/>
          <ac:spMkLst>
            <pc:docMk/>
            <pc:sldMk cId="1533687857" sldId="264"/>
            <ac:spMk id="15" creationId="{3150CB11-0C61-439E-910F-5787759E72A0}"/>
          </ac:spMkLst>
        </pc:spChg>
        <pc:spChg chg="add">
          <ac:chgData name="Espen Sirnes" userId="a3dc4f38-a105-43a6-a77e-f1a999ec558b" providerId="ADAL" clId="{EA2A2A98-0D86-4FD2-8A8E-2B4D48E3B936}" dt="2026-08-13T08:24:21.076" v="1498" actId="26606"/>
          <ac:spMkLst>
            <pc:docMk/>
            <pc:sldMk cId="1533687857" sldId="264"/>
            <ac:spMk id="17" creationId="{43F8A58B-5155-44CE-A5FF-7647B47D0A7A}"/>
          </ac:spMkLst>
        </pc:spChg>
        <pc:spChg chg="add">
          <ac:chgData name="Espen Sirnes" userId="a3dc4f38-a105-43a6-a77e-f1a999ec558b" providerId="ADAL" clId="{EA2A2A98-0D86-4FD2-8A8E-2B4D48E3B936}" dt="2026-08-13T08:24:21.076" v="1498" actId="26606"/>
          <ac:spMkLst>
            <pc:docMk/>
            <pc:sldMk cId="1533687857" sldId="264"/>
            <ac:spMk id="19" creationId="{443F2ACA-E6D6-4028-82DD-F03C262D5DE6}"/>
          </ac:spMkLst>
        </pc:spChg>
        <pc:graphicFrameChg chg="add mod">
          <ac:chgData name="Espen Sirnes" userId="a3dc4f38-a105-43a6-a77e-f1a999ec558b" providerId="ADAL" clId="{EA2A2A98-0D86-4FD2-8A8E-2B4D48E3B936}" dt="2026-08-17T09:49:24.774" v="3567" actId="1076"/>
          <ac:graphicFrameMkLst>
            <pc:docMk/>
            <pc:sldMk cId="1533687857" sldId="264"/>
            <ac:graphicFrameMk id="5" creationId="{4DE2AB62-0581-8A58-9B85-F075CD1876D9}"/>
          </ac:graphicFrameMkLst>
        </pc:graphicFrameChg>
      </pc:sldChg>
      <pc:sldChg chg="addSp delSp modSp new mod">
        <pc:chgData name="Espen Sirnes" userId="a3dc4f38-a105-43a6-a77e-f1a999ec558b" providerId="ADAL" clId="{EA2A2A98-0D86-4FD2-8A8E-2B4D48E3B936}" dt="2026-08-13T09:26:17.124" v="1577" actId="1076"/>
        <pc:sldMkLst>
          <pc:docMk/>
          <pc:sldMk cId="2920632593" sldId="265"/>
        </pc:sldMkLst>
        <pc:picChg chg="add mod">
          <ac:chgData name="Espen Sirnes" userId="a3dc4f38-a105-43a6-a77e-f1a999ec558b" providerId="ADAL" clId="{EA2A2A98-0D86-4FD2-8A8E-2B4D48E3B936}" dt="2026-08-13T09:24:25.727" v="1544" actId="1076"/>
          <ac:picMkLst>
            <pc:docMk/>
            <pc:sldMk cId="2920632593" sldId="265"/>
            <ac:picMk id="14" creationId="{42394439-DC7F-5F82-8E10-FA818A352B60}"/>
          </ac:picMkLst>
        </pc:picChg>
        <pc:picChg chg="add mod">
          <ac:chgData name="Espen Sirnes" userId="a3dc4f38-a105-43a6-a77e-f1a999ec558b" providerId="ADAL" clId="{EA2A2A98-0D86-4FD2-8A8E-2B4D48E3B936}" dt="2026-08-13T09:24:46.308" v="1550" actId="1076"/>
          <ac:picMkLst>
            <pc:docMk/>
            <pc:sldMk cId="2920632593" sldId="265"/>
            <ac:picMk id="16" creationId="{1B2CEE58-038F-B16A-2DC3-B915AC72523E}"/>
          </ac:picMkLst>
        </pc:picChg>
        <pc:picChg chg="add mod">
          <ac:chgData name="Espen Sirnes" userId="a3dc4f38-a105-43a6-a77e-f1a999ec558b" providerId="ADAL" clId="{EA2A2A98-0D86-4FD2-8A8E-2B4D48E3B936}" dt="2026-08-13T09:26:17.124" v="1577" actId="1076"/>
          <ac:picMkLst>
            <pc:docMk/>
            <pc:sldMk cId="2920632593" sldId="265"/>
            <ac:picMk id="18" creationId="{8E9F7A47-797B-4AFF-2D52-43040897A9C7}"/>
          </ac:picMkLst>
        </pc:picChg>
        <pc:picChg chg="add mod">
          <ac:chgData name="Espen Sirnes" userId="a3dc4f38-a105-43a6-a77e-f1a999ec558b" providerId="ADAL" clId="{EA2A2A98-0D86-4FD2-8A8E-2B4D48E3B936}" dt="2026-08-13T09:26:13.719" v="1576" actId="1076"/>
          <ac:picMkLst>
            <pc:docMk/>
            <pc:sldMk cId="2920632593" sldId="265"/>
            <ac:picMk id="20" creationId="{31F35B21-A5B3-F871-D83E-512D01DDC089}"/>
          </ac:picMkLst>
        </pc:picChg>
        <pc:picChg chg="add mod">
          <ac:chgData name="Espen Sirnes" userId="a3dc4f38-a105-43a6-a77e-f1a999ec558b" providerId="ADAL" clId="{EA2A2A98-0D86-4FD2-8A8E-2B4D48E3B936}" dt="2026-08-13T09:26:10.490" v="1575" actId="1076"/>
          <ac:picMkLst>
            <pc:docMk/>
            <pc:sldMk cId="2920632593" sldId="265"/>
            <ac:picMk id="22" creationId="{CEAE8753-F3D1-3D28-EA47-55CD22E3139D}"/>
          </ac:picMkLst>
        </pc:picChg>
      </pc:sldChg>
      <pc:sldChg chg="addSp delSp modSp new del mod modClrScheme chgLayout">
        <pc:chgData name="Espen Sirnes" userId="a3dc4f38-a105-43a6-a77e-f1a999ec558b" providerId="ADAL" clId="{EA2A2A98-0D86-4FD2-8A8E-2B4D48E3B936}" dt="2026-08-17T09:12:32.530" v="3179" actId="47"/>
        <pc:sldMkLst>
          <pc:docMk/>
          <pc:sldMk cId="144262788" sldId="266"/>
        </pc:sldMkLst>
      </pc:sldChg>
      <pc:sldChg chg="addSp delSp modSp new mod setBg modClrScheme chgLayout">
        <pc:chgData name="Espen Sirnes" userId="a3dc4f38-a105-43a6-a77e-f1a999ec558b" providerId="ADAL" clId="{EA2A2A98-0D86-4FD2-8A8E-2B4D48E3B936}" dt="2026-08-13T09:52:07.654" v="1793" actId="1076"/>
        <pc:sldMkLst>
          <pc:docMk/>
          <pc:sldMk cId="4098844390" sldId="268"/>
        </pc:sldMkLst>
        <pc:spChg chg="add mod">
          <ac:chgData name="Espen Sirnes" userId="a3dc4f38-a105-43a6-a77e-f1a999ec558b" providerId="ADAL" clId="{EA2A2A98-0D86-4FD2-8A8E-2B4D48E3B936}" dt="2026-08-13T09:51:48.508" v="1785" actId="403"/>
          <ac:spMkLst>
            <pc:docMk/>
            <pc:sldMk cId="4098844390" sldId="268"/>
            <ac:spMk id="36" creationId="{9B8191F4-449D-2CDA-FA66-A6B42D790537}"/>
          </ac:spMkLst>
        </pc:spChg>
        <pc:spChg chg="add">
          <ac:chgData name="Espen Sirnes" userId="a3dc4f38-a105-43a6-a77e-f1a999ec558b" providerId="ADAL" clId="{EA2A2A98-0D86-4FD2-8A8E-2B4D48E3B936}" dt="2026-08-13T09:50:49.541" v="1753" actId="26606"/>
          <ac:spMkLst>
            <pc:docMk/>
            <pc:sldMk cId="4098844390" sldId="268"/>
            <ac:spMk id="37" creationId="{2151139A-886F-4B97-8815-729AD3831BBD}"/>
          </ac:spMkLst>
        </pc:spChg>
        <pc:spChg chg="add">
          <ac:chgData name="Espen Sirnes" userId="a3dc4f38-a105-43a6-a77e-f1a999ec558b" providerId="ADAL" clId="{EA2A2A98-0D86-4FD2-8A8E-2B4D48E3B936}" dt="2026-08-13T09:50:49.541" v="1753" actId="26606"/>
          <ac:spMkLst>
            <pc:docMk/>
            <pc:sldMk cId="4098844390" sldId="268"/>
            <ac:spMk id="38" creationId="{AB5E08C4-8CDD-4623-A5B8-E998C6DEE3B7}"/>
          </ac:spMkLst>
        </pc:spChg>
        <pc:spChg chg="add">
          <ac:chgData name="Espen Sirnes" userId="a3dc4f38-a105-43a6-a77e-f1a999ec558b" providerId="ADAL" clId="{EA2A2A98-0D86-4FD2-8A8E-2B4D48E3B936}" dt="2026-08-13T09:50:49.541" v="1753" actId="26606"/>
          <ac:spMkLst>
            <pc:docMk/>
            <pc:sldMk cId="4098844390" sldId="268"/>
            <ac:spMk id="39" creationId="{15F33878-D502-4FFA-8ACE-F2AECDB2A23F}"/>
          </ac:spMkLst>
        </pc:spChg>
        <pc:spChg chg="add">
          <ac:chgData name="Espen Sirnes" userId="a3dc4f38-a105-43a6-a77e-f1a999ec558b" providerId="ADAL" clId="{EA2A2A98-0D86-4FD2-8A8E-2B4D48E3B936}" dt="2026-08-13T09:50:49.541" v="1753" actId="26606"/>
          <ac:spMkLst>
            <pc:docMk/>
            <pc:sldMk cId="4098844390" sldId="268"/>
            <ac:spMk id="40" creationId="{D3539FEE-81D3-4406-802E-60B20B16F4F6}"/>
          </ac:spMkLst>
        </pc:spChg>
        <pc:spChg chg="add">
          <ac:chgData name="Espen Sirnes" userId="a3dc4f38-a105-43a6-a77e-f1a999ec558b" providerId="ADAL" clId="{EA2A2A98-0D86-4FD2-8A8E-2B4D48E3B936}" dt="2026-08-13T09:50:49.541" v="1753" actId="26606"/>
          <ac:spMkLst>
            <pc:docMk/>
            <pc:sldMk cId="4098844390" sldId="268"/>
            <ac:spMk id="41" creationId="{DC701763-729E-462F-A5A8-E0DEFEB1E2E4}"/>
          </ac:spMkLst>
        </pc:spChg>
        <pc:spChg chg="add mod">
          <ac:chgData name="Espen Sirnes" userId="a3dc4f38-a105-43a6-a77e-f1a999ec558b" providerId="ADAL" clId="{EA2A2A98-0D86-4FD2-8A8E-2B4D48E3B936}" dt="2026-08-13T09:52:04.973" v="1792" actId="403"/>
          <ac:spMkLst>
            <pc:docMk/>
            <pc:sldMk cId="4098844390" sldId="268"/>
            <ac:spMk id="42" creationId="{014B5B4D-3DA1-B5BC-DFAC-54F688C2E34F}"/>
          </ac:spMkLst>
        </pc:spChg>
        <pc:picChg chg="add mod ord">
          <ac:chgData name="Espen Sirnes" userId="a3dc4f38-a105-43a6-a77e-f1a999ec558b" providerId="ADAL" clId="{EA2A2A98-0D86-4FD2-8A8E-2B4D48E3B936}" dt="2026-08-13T09:51:51.701" v="1786" actId="1076"/>
          <ac:picMkLst>
            <pc:docMk/>
            <pc:sldMk cId="4098844390" sldId="268"/>
            <ac:picMk id="6" creationId="{19A2699F-99F8-2FD8-FECE-C7C25A9AF7E7}"/>
          </ac:picMkLst>
        </pc:picChg>
        <pc:picChg chg="add mod ord">
          <ac:chgData name="Espen Sirnes" userId="a3dc4f38-a105-43a6-a77e-f1a999ec558b" providerId="ADAL" clId="{EA2A2A98-0D86-4FD2-8A8E-2B4D48E3B936}" dt="2026-08-13T09:52:07.654" v="1793" actId="1076"/>
          <ac:picMkLst>
            <pc:docMk/>
            <pc:sldMk cId="4098844390" sldId="268"/>
            <ac:picMk id="8" creationId="{7BA035AA-C052-0B53-F66D-8E934178D836}"/>
          </ac:picMkLst>
        </pc:picChg>
      </pc:sldChg>
      <pc:sldChg chg="addSp delSp modSp new mod ord setBg">
        <pc:chgData name="Espen Sirnes" userId="a3dc4f38-a105-43a6-a77e-f1a999ec558b" providerId="ADAL" clId="{EA2A2A98-0D86-4FD2-8A8E-2B4D48E3B936}" dt="2026-08-17T08:57:31.077" v="3098"/>
        <pc:sldMkLst>
          <pc:docMk/>
          <pc:sldMk cId="4175284006" sldId="269"/>
        </pc:sldMkLst>
        <pc:spChg chg="mod">
          <ac:chgData name="Espen Sirnes" userId="a3dc4f38-a105-43a6-a77e-f1a999ec558b" providerId="ADAL" clId="{EA2A2A98-0D86-4FD2-8A8E-2B4D48E3B936}" dt="2026-08-17T08:53:42.861" v="3096" actId="790"/>
          <ac:spMkLst>
            <pc:docMk/>
            <pc:sldMk cId="4175284006" sldId="269"/>
            <ac:spMk id="2" creationId="{819B9669-98C1-34B6-1EBA-CA8E29769149}"/>
          </ac:spMkLst>
        </pc:spChg>
        <pc:spChg chg="add mod">
          <ac:chgData name="Espen Sirnes" userId="a3dc4f38-a105-43a6-a77e-f1a999ec558b" providerId="ADAL" clId="{EA2A2A98-0D86-4FD2-8A8E-2B4D48E3B936}" dt="2026-08-17T08:53:42.861" v="3096" actId="790"/>
          <ac:spMkLst>
            <pc:docMk/>
            <pc:sldMk cId="4175284006" sldId="269"/>
            <ac:spMk id="9" creationId="{BACC6370-2D7E-4714-9D71-7542949D7D5D}"/>
          </ac:spMkLst>
        </pc:spChg>
        <pc:spChg chg="add mod">
          <ac:chgData name="Espen Sirnes" userId="a3dc4f38-a105-43a6-a77e-f1a999ec558b" providerId="ADAL" clId="{EA2A2A98-0D86-4FD2-8A8E-2B4D48E3B936}" dt="2026-08-17T08:53:42.861" v="3096" actId="790"/>
          <ac:spMkLst>
            <pc:docMk/>
            <pc:sldMk cId="4175284006" sldId="269"/>
            <ac:spMk id="11" creationId="{F68B3F68-107C-434F-AA38-110D5EA91B85}"/>
          </ac:spMkLst>
        </pc:spChg>
        <pc:spChg chg="add mod">
          <ac:chgData name="Espen Sirnes" userId="a3dc4f38-a105-43a6-a77e-f1a999ec558b" providerId="ADAL" clId="{EA2A2A98-0D86-4FD2-8A8E-2B4D48E3B936}" dt="2026-08-17T08:53:42.861" v="3096" actId="790"/>
          <ac:spMkLst>
            <pc:docMk/>
            <pc:sldMk cId="4175284006" sldId="269"/>
            <ac:spMk id="13" creationId="{AAD0DBB9-1A4B-4391-81D4-CB19F9AB918A}"/>
          </ac:spMkLst>
        </pc:spChg>
        <pc:spChg chg="add mod">
          <ac:chgData name="Espen Sirnes" userId="a3dc4f38-a105-43a6-a77e-f1a999ec558b" providerId="ADAL" clId="{EA2A2A98-0D86-4FD2-8A8E-2B4D48E3B936}" dt="2026-08-17T08:53:42.861" v="3096" actId="790"/>
          <ac:spMkLst>
            <pc:docMk/>
            <pc:sldMk cId="4175284006" sldId="269"/>
            <ac:spMk id="15" creationId="{063BBA22-50EA-4C4D-BE05-F1CE4E63AA56}"/>
          </ac:spMkLst>
        </pc:spChg>
        <pc:graphicFrameChg chg="add modGraphic">
          <ac:chgData name="Espen Sirnes" userId="a3dc4f38-a105-43a6-a77e-f1a999ec558b" providerId="ADAL" clId="{EA2A2A98-0D86-4FD2-8A8E-2B4D48E3B936}" dt="2026-08-17T08:53:12.679" v="3070" actId="20577"/>
          <ac:graphicFrameMkLst>
            <pc:docMk/>
            <pc:sldMk cId="4175284006" sldId="269"/>
            <ac:graphicFrameMk id="5" creationId="{133A02CF-9761-79C5-7971-D0D510B8C5DC}"/>
          </ac:graphicFrameMkLst>
        </pc:graphicFrameChg>
      </pc:sldChg>
      <pc:sldChg chg="addSp delSp modSp new mod setBg">
        <pc:chgData name="Espen Sirnes" userId="a3dc4f38-a105-43a6-a77e-f1a999ec558b" providerId="ADAL" clId="{EA2A2A98-0D86-4FD2-8A8E-2B4D48E3B936}" dt="2026-08-13T10:25:55.362" v="2331" actId="26606"/>
        <pc:sldMkLst>
          <pc:docMk/>
          <pc:sldMk cId="4206759071" sldId="270"/>
        </pc:sldMkLst>
        <pc:spChg chg="mod">
          <ac:chgData name="Espen Sirnes" userId="a3dc4f38-a105-43a6-a77e-f1a999ec558b" providerId="ADAL" clId="{EA2A2A98-0D86-4FD2-8A8E-2B4D48E3B936}" dt="2026-08-13T10:25:55.362" v="2331" actId="26606"/>
          <ac:spMkLst>
            <pc:docMk/>
            <pc:sldMk cId="4206759071" sldId="270"/>
            <ac:spMk id="2" creationId="{A3C090BE-EF08-8A7B-75BA-B3B08676CE14}"/>
          </ac:spMkLst>
        </pc:spChg>
        <pc:spChg chg="add">
          <ac:chgData name="Espen Sirnes" userId="a3dc4f38-a105-43a6-a77e-f1a999ec558b" providerId="ADAL" clId="{EA2A2A98-0D86-4FD2-8A8E-2B4D48E3B936}" dt="2026-08-13T10:25:55.362" v="2331" actId="26606"/>
          <ac:spMkLst>
            <pc:docMk/>
            <pc:sldMk cId="4206759071" sldId="270"/>
            <ac:spMk id="17" creationId="{BACC6370-2D7E-4714-9D71-7542949D7D5D}"/>
          </ac:spMkLst>
        </pc:spChg>
        <pc:spChg chg="add">
          <ac:chgData name="Espen Sirnes" userId="a3dc4f38-a105-43a6-a77e-f1a999ec558b" providerId="ADAL" clId="{EA2A2A98-0D86-4FD2-8A8E-2B4D48E3B936}" dt="2026-08-13T10:25:55.362" v="2331" actId="26606"/>
          <ac:spMkLst>
            <pc:docMk/>
            <pc:sldMk cId="4206759071" sldId="270"/>
            <ac:spMk id="18" creationId="{F68B3F68-107C-434F-AA38-110D5EA91B85}"/>
          </ac:spMkLst>
        </pc:spChg>
        <pc:spChg chg="add">
          <ac:chgData name="Espen Sirnes" userId="a3dc4f38-a105-43a6-a77e-f1a999ec558b" providerId="ADAL" clId="{EA2A2A98-0D86-4FD2-8A8E-2B4D48E3B936}" dt="2026-08-13T10:25:55.362" v="2331" actId="26606"/>
          <ac:spMkLst>
            <pc:docMk/>
            <pc:sldMk cId="4206759071" sldId="270"/>
            <ac:spMk id="19" creationId="{AAD0DBB9-1A4B-4391-81D4-CB19F9AB918A}"/>
          </ac:spMkLst>
        </pc:spChg>
        <pc:spChg chg="add">
          <ac:chgData name="Espen Sirnes" userId="a3dc4f38-a105-43a6-a77e-f1a999ec558b" providerId="ADAL" clId="{EA2A2A98-0D86-4FD2-8A8E-2B4D48E3B936}" dt="2026-08-13T10:25:55.362" v="2331" actId="26606"/>
          <ac:spMkLst>
            <pc:docMk/>
            <pc:sldMk cId="4206759071" sldId="270"/>
            <ac:spMk id="20" creationId="{063BBA22-50EA-4C4D-BE05-F1CE4E63AA56}"/>
          </ac:spMkLst>
        </pc:spChg>
        <pc:graphicFrameChg chg="add">
          <ac:chgData name="Espen Sirnes" userId="a3dc4f38-a105-43a6-a77e-f1a999ec558b" providerId="ADAL" clId="{EA2A2A98-0D86-4FD2-8A8E-2B4D48E3B936}" dt="2026-08-13T10:25:55.362" v="2331" actId="26606"/>
          <ac:graphicFrameMkLst>
            <pc:docMk/>
            <pc:sldMk cId="4206759071" sldId="270"/>
            <ac:graphicFrameMk id="21" creationId="{19DFBBE5-B501-01A9-FCD8-A33C0CB1E1AF}"/>
          </ac:graphicFrameMkLst>
        </pc:graphicFrameChg>
      </pc:sldChg>
      <pc:sldChg chg="addSp delSp modSp new mod setBg">
        <pc:chgData name="Espen Sirnes" userId="a3dc4f38-a105-43a6-a77e-f1a999ec558b" providerId="ADAL" clId="{EA2A2A98-0D86-4FD2-8A8E-2B4D48E3B936}" dt="2026-08-17T08:51:04.597" v="3068" actId="20577"/>
        <pc:sldMkLst>
          <pc:docMk/>
          <pc:sldMk cId="1212784300" sldId="271"/>
        </pc:sldMkLst>
        <pc:spChg chg="mod">
          <ac:chgData name="Espen Sirnes" userId="a3dc4f38-a105-43a6-a77e-f1a999ec558b" providerId="ADAL" clId="{EA2A2A98-0D86-4FD2-8A8E-2B4D48E3B936}" dt="2026-08-13T10:34:44.715" v="2411" actId="26606"/>
          <ac:spMkLst>
            <pc:docMk/>
            <pc:sldMk cId="1212784300" sldId="271"/>
            <ac:spMk id="2" creationId="{B4EE7F0B-F4FD-EDE0-1344-AAB84CA30CE9}"/>
          </ac:spMkLst>
        </pc:spChg>
        <pc:spChg chg="add">
          <ac:chgData name="Espen Sirnes" userId="a3dc4f38-a105-43a6-a77e-f1a999ec558b" providerId="ADAL" clId="{EA2A2A98-0D86-4FD2-8A8E-2B4D48E3B936}" dt="2026-08-13T10:34:44.715" v="2411" actId="26606"/>
          <ac:spMkLst>
            <pc:docMk/>
            <pc:sldMk cId="1212784300" sldId="271"/>
            <ac:spMk id="10" creationId="{E51BA4DF-2BD4-4EC2-B1DB-B27C8AC71864}"/>
          </ac:spMkLst>
        </pc:spChg>
        <pc:graphicFrameChg chg="add mod modGraphic">
          <ac:chgData name="Espen Sirnes" userId="a3dc4f38-a105-43a6-a77e-f1a999ec558b" providerId="ADAL" clId="{EA2A2A98-0D86-4FD2-8A8E-2B4D48E3B936}" dt="2026-08-17T08:51:04.597" v="3068" actId="20577"/>
          <ac:graphicFrameMkLst>
            <pc:docMk/>
            <pc:sldMk cId="1212784300" sldId="271"/>
            <ac:graphicFrameMk id="5" creationId="{80380BA0-A243-5816-C6DE-BBD5432C9956}"/>
          </ac:graphicFrameMkLst>
        </pc:graphicFrameChg>
        <pc:picChg chg="add">
          <ac:chgData name="Espen Sirnes" userId="a3dc4f38-a105-43a6-a77e-f1a999ec558b" providerId="ADAL" clId="{EA2A2A98-0D86-4FD2-8A8E-2B4D48E3B936}" dt="2026-08-13T10:34:44.715" v="2411" actId="26606"/>
          <ac:picMkLst>
            <pc:docMk/>
            <pc:sldMk cId="1212784300" sldId="271"/>
            <ac:picMk id="6" creationId="{9DC11ABB-6EFD-ECE1-0649-8BA6805DCE6B}"/>
          </ac:picMkLst>
        </pc:picChg>
      </pc:sldChg>
      <pc:sldChg chg="addSp delSp modSp new add del mod ord setBg setClrOvrMap">
        <pc:chgData name="Espen Sirnes" userId="a3dc4f38-a105-43a6-a77e-f1a999ec558b" providerId="ADAL" clId="{EA2A2A98-0D86-4FD2-8A8E-2B4D48E3B936}" dt="2026-08-13T12:08:12.491" v="2856"/>
        <pc:sldMkLst>
          <pc:docMk/>
          <pc:sldMk cId="525310439" sldId="272"/>
        </pc:sldMkLst>
        <pc:spChg chg="mod ord">
          <ac:chgData name="Espen Sirnes" userId="a3dc4f38-a105-43a6-a77e-f1a999ec558b" providerId="ADAL" clId="{EA2A2A98-0D86-4FD2-8A8E-2B4D48E3B936}" dt="2026-08-13T10:51:17.339" v="2654" actId="26606"/>
          <ac:spMkLst>
            <pc:docMk/>
            <pc:sldMk cId="525310439" sldId="272"/>
            <ac:spMk id="2" creationId="{C8051515-D931-0C4B-C086-AC7EB78A9492}"/>
          </ac:spMkLst>
        </pc:spChg>
        <pc:spChg chg="add">
          <ac:chgData name="Espen Sirnes" userId="a3dc4f38-a105-43a6-a77e-f1a999ec558b" providerId="ADAL" clId="{EA2A2A98-0D86-4FD2-8A8E-2B4D48E3B936}" dt="2026-08-13T10:51:17.421" v="2655" actId="26606"/>
          <ac:spMkLst>
            <pc:docMk/>
            <pc:sldMk cId="525310439" sldId="272"/>
            <ac:spMk id="26" creationId="{E51BA4DF-2BD4-4EC2-B1DB-B27C8AC71864}"/>
          </ac:spMkLst>
        </pc:spChg>
        <pc:graphicFrameChg chg="add mod modGraphic">
          <ac:chgData name="Espen Sirnes" userId="a3dc4f38-a105-43a6-a77e-f1a999ec558b" providerId="ADAL" clId="{EA2A2A98-0D86-4FD2-8A8E-2B4D48E3B936}" dt="2026-08-13T10:51:55.900" v="2672" actId="20577"/>
          <ac:graphicFrameMkLst>
            <pc:docMk/>
            <pc:sldMk cId="525310439" sldId="272"/>
            <ac:graphicFrameMk id="5" creationId="{C8515E72-7B64-3945-4218-DEF88832C51B}"/>
          </ac:graphicFrameMkLst>
        </pc:graphicFrameChg>
        <pc:picChg chg="add mod">
          <ac:chgData name="Espen Sirnes" userId="a3dc4f38-a105-43a6-a77e-f1a999ec558b" providerId="ADAL" clId="{EA2A2A98-0D86-4FD2-8A8E-2B4D48E3B936}" dt="2026-08-13T10:51:17.339" v="2654" actId="26606"/>
          <ac:picMkLst>
            <pc:docMk/>
            <pc:sldMk cId="525310439" sldId="272"/>
            <ac:picMk id="6" creationId="{240E534A-A40D-344B-EC7A-5BA62773E271}"/>
          </ac:picMkLst>
        </pc:picChg>
      </pc:sldChg>
      <pc:sldChg chg="addSp delSp modSp new add del mod ord setBg setClrOvrMap">
        <pc:chgData name="Espen Sirnes" userId="a3dc4f38-a105-43a6-a77e-f1a999ec558b" providerId="ADAL" clId="{EA2A2A98-0D86-4FD2-8A8E-2B4D48E3B936}" dt="2026-08-13T12:08:12.491" v="2856"/>
        <pc:sldMkLst>
          <pc:docMk/>
          <pc:sldMk cId="1532832857" sldId="273"/>
        </pc:sldMkLst>
        <pc:spChg chg="add mod">
          <ac:chgData name="Espen Sirnes" userId="a3dc4f38-a105-43a6-a77e-f1a999ec558b" providerId="ADAL" clId="{EA2A2A98-0D86-4FD2-8A8E-2B4D48E3B936}" dt="2026-08-13T11:57:28.867" v="2743" actId="790"/>
          <ac:spMkLst>
            <pc:docMk/>
            <pc:sldMk cId="1532832857" sldId="273"/>
            <ac:spMk id="12" creationId="{6734D837-FB56-23D1-C5B9-B203626C069E}"/>
          </ac:spMkLst>
        </pc:spChg>
        <pc:picChg chg="add mod ord">
          <ac:chgData name="Espen Sirnes" userId="a3dc4f38-a105-43a6-a77e-f1a999ec558b" providerId="ADAL" clId="{EA2A2A98-0D86-4FD2-8A8E-2B4D48E3B936}" dt="2026-08-13T11:57:13.099" v="2740" actId="1076"/>
          <ac:picMkLst>
            <pc:docMk/>
            <pc:sldMk cId="1532832857" sldId="273"/>
            <ac:picMk id="5" creationId="{1285EDDD-0F0F-3789-BD02-388D81A97686}"/>
          </ac:picMkLst>
        </pc:picChg>
        <pc:picChg chg="add mod ord">
          <ac:chgData name="Espen Sirnes" userId="a3dc4f38-a105-43a6-a77e-f1a999ec558b" providerId="ADAL" clId="{EA2A2A98-0D86-4FD2-8A8E-2B4D48E3B936}" dt="2026-08-13T11:57:15.009" v="2741" actId="1076"/>
          <ac:picMkLst>
            <pc:docMk/>
            <pc:sldMk cId="1532832857" sldId="273"/>
            <ac:picMk id="7" creationId="{A2A3C1DC-CB40-8ADB-E701-0EFBE4E91B61}"/>
          </ac:picMkLst>
        </pc:picChg>
        <pc:picChg chg="add mod ord">
          <ac:chgData name="Espen Sirnes" userId="a3dc4f38-a105-43a6-a77e-f1a999ec558b" providerId="ADAL" clId="{EA2A2A98-0D86-4FD2-8A8E-2B4D48E3B936}" dt="2026-08-13T11:56:25.794" v="2704" actId="26606"/>
          <ac:picMkLst>
            <pc:docMk/>
            <pc:sldMk cId="1532832857" sldId="273"/>
            <ac:picMk id="9" creationId="{7B2E5BEF-687C-33BA-DF8E-6B91024C9F20}"/>
          </ac:picMkLst>
        </pc:picChg>
        <pc:picChg chg="add mod ord">
          <ac:chgData name="Espen Sirnes" userId="a3dc4f38-a105-43a6-a77e-f1a999ec558b" providerId="ADAL" clId="{EA2A2A98-0D86-4FD2-8A8E-2B4D48E3B936}" dt="2026-08-13T11:57:08.100" v="2739" actId="1076"/>
          <ac:picMkLst>
            <pc:docMk/>
            <pc:sldMk cId="1532832857" sldId="273"/>
            <ac:picMk id="11" creationId="{D774C1B0-AFBC-6360-4B02-A88563D41F76}"/>
          </ac:picMkLst>
        </pc:picChg>
      </pc:sldChg>
      <pc:sldChg chg="addSp delSp modSp new add del mod ord setBg">
        <pc:chgData name="Espen Sirnes" userId="a3dc4f38-a105-43a6-a77e-f1a999ec558b" providerId="ADAL" clId="{EA2A2A98-0D86-4FD2-8A8E-2B4D48E3B936}" dt="2026-08-13T12:07:51.669" v="2852"/>
        <pc:sldMkLst>
          <pc:docMk/>
          <pc:sldMk cId="3785035521" sldId="274"/>
        </pc:sldMkLst>
        <pc:spChg chg="mod">
          <ac:chgData name="Espen Sirnes" userId="a3dc4f38-a105-43a6-a77e-f1a999ec558b" providerId="ADAL" clId="{EA2A2A98-0D86-4FD2-8A8E-2B4D48E3B936}" dt="2026-08-13T12:01:59.985" v="2758" actId="26606"/>
          <ac:spMkLst>
            <pc:docMk/>
            <pc:sldMk cId="3785035521" sldId="274"/>
            <ac:spMk id="2" creationId="{08460ED4-376B-DC0A-6AAE-6198FCDFD3E5}"/>
          </ac:spMkLst>
        </pc:spChg>
        <pc:spChg chg="add">
          <ac:chgData name="Espen Sirnes" userId="a3dc4f38-a105-43a6-a77e-f1a999ec558b" providerId="ADAL" clId="{EA2A2A98-0D86-4FD2-8A8E-2B4D48E3B936}" dt="2026-08-13T12:01:59.985" v="2758" actId="26606"/>
          <ac:spMkLst>
            <pc:docMk/>
            <pc:sldMk cId="3785035521" sldId="274"/>
            <ac:spMk id="9" creationId="{B95B9BA8-1D69-4796-85F5-B6D0BD52354B}"/>
          </ac:spMkLst>
        </pc:spChg>
        <pc:grpChg chg="add">
          <ac:chgData name="Espen Sirnes" userId="a3dc4f38-a105-43a6-a77e-f1a999ec558b" providerId="ADAL" clId="{EA2A2A98-0D86-4FD2-8A8E-2B4D48E3B936}" dt="2026-08-13T12:01:59.985" v="2758" actId="26606"/>
          <ac:grpSpMkLst>
            <pc:docMk/>
            <pc:sldMk cId="3785035521" sldId="274"/>
            <ac:grpSpMk id="11" creationId="{5F892E19-92E7-4BB2-8C3F-DBDFE8D9D324}"/>
          </ac:grpSpMkLst>
        </pc:grpChg>
        <pc:graphicFrameChg chg="add mod modGraphic">
          <ac:chgData name="Espen Sirnes" userId="a3dc4f38-a105-43a6-a77e-f1a999ec558b" providerId="ADAL" clId="{EA2A2A98-0D86-4FD2-8A8E-2B4D48E3B936}" dt="2026-08-13T12:02:08.755" v="2760"/>
          <ac:graphicFrameMkLst>
            <pc:docMk/>
            <pc:sldMk cId="3785035521" sldId="274"/>
            <ac:graphicFrameMk id="6" creationId="{321C4E47-6428-33A7-149F-69932E26E1BF}"/>
          </ac:graphicFrameMkLst>
        </pc:graphicFrameChg>
      </pc:sldChg>
      <pc:sldChg chg="addSp delSp modSp new add del mod ord setBg">
        <pc:chgData name="Espen Sirnes" userId="a3dc4f38-a105-43a6-a77e-f1a999ec558b" providerId="ADAL" clId="{EA2A2A98-0D86-4FD2-8A8E-2B4D48E3B936}" dt="2026-08-13T12:07:59.426" v="2854"/>
        <pc:sldMkLst>
          <pc:docMk/>
          <pc:sldMk cId="704989157" sldId="275"/>
        </pc:sldMkLst>
        <pc:spChg chg="mod">
          <ac:chgData name="Espen Sirnes" userId="a3dc4f38-a105-43a6-a77e-f1a999ec558b" providerId="ADAL" clId="{EA2A2A98-0D86-4FD2-8A8E-2B4D48E3B936}" dt="2026-08-13T12:05:45.350" v="2775" actId="26606"/>
          <ac:spMkLst>
            <pc:docMk/>
            <pc:sldMk cId="704989157" sldId="275"/>
            <ac:spMk id="2" creationId="{728F9D18-F8D5-FBDC-9605-5242E30C25E1}"/>
          </ac:spMkLst>
        </pc:spChg>
        <pc:spChg chg="add">
          <ac:chgData name="Espen Sirnes" userId="a3dc4f38-a105-43a6-a77e-f1a999ec558b" providerId="ADAL" clId="{EA2A2A98-0D86-4FD2-8A8E-2B4D48E3B936}" dt="2026-08-13T12:05:45.350" v="2775" actId="26606"/>
          <ac:spMkLst>
            <pc:docMk/>
            <pc:sldMk cId="704989157" sldId="275"/>
            <ac:spMk id="17" creationId="{C05CBC3C-2E5A-4839-8B9B-2E5A6ADF0F58}"/>
          </ac:spMkLst>
        </pc:spChg>
        <pc:spChg chg="add">
          <ac:chgData name="Espen Sirnes" userId="a3dc4f38-a105-43a6-a77e-f1a999ec558b" providerId="ADAL" clId="{EA2A2A98-0D86-4FD2-8A8E-2B4D48E3B936}" dt="2026-08-13T12:05:45.350" v="2775" actId="26606"/>
          <ac:spMkLst>
            <pc:docMk/>
            <pc:sldMk cId="704989157" sldId="275"/>
            <ac:spMk id="18" creationId="{DB5B423A-57CC-4C58-AA26-8E2E862B03A0}"/>
          </ac:spMkLst>
        </pc:spChg>
        <pc:graphicFrameChg chg="add">
          <ac:chgData name="Espen Sirnes" userId="a3dc4f38-a105-43a6-a77e-f1a999ec558b" providerId="ADAL" clId="{EA2A2A98-0D86-4FD2-8A8E-2B4D48E3B936}" dt="2026-08-13T12:05:45.350" v="2775" actId="26606"/>
          <ac:graphicFrameMkLst>
            <pc:docMk/>
            <pc:sldMk cId="704989157" sldId="275"/>
            <ac:graphicFrameMk id="19" creationId="{120B3B0C-F76D-CFAC-08C8-8B3BEB5F6269}"/>
          </ac:graphicFrameMkLst>
        </pc:graphicFrameChg>
      </pc:sldChg>
      <pc:sldChg chg="addSp modSp new mod setBg addAnim">
        <pc:chgData name="Espen Sirnes" userId="a3dc4f38-a105-43a6-a77e-f1a999ec558b" providerId="ADAL" clId="{EA2A2A98-0D86-4FD2-8A8E-2B4D48E3B936}" dt="2026-08-13T12:09:39.541" v="2896"/>
        <pc:sldMkLst>
          <pc:docMk/>
          <pc:sldMk cId="906104625" sldId="276"/>
        </pc:sldMkLst>
        <pc:spChg chg="mod">
          <ac:chgData name="Espen Sirnes" userId="a3dc4f38-a105-43a6-a77e-f1a999ec558b" providerId="ADAL" clId="{EA2A2A98-0D86-4FD2-8A8E-2B4D48E3B936}" dt="2026-08-13T12:09:39.541" v="2895" actId="26606"/>
          <ac:spMkLst>
            <pc:docMk/>
            <pc:sldMk cId="906104625" sldId="276"/>
            <ac:spMk id="2" creationId="{3BF71739-FA80-70D4-A436-9384B25EF33C}"/>
          </ac:spMkLst>
        </pc:spChg>
        <pc:spChg chg="mod">
          <ac:chgData name="Espen Sirnes" userId="a3dc4f38-a105-43a6-a77e-f1a999ec558b" providerId="ADAL" clId="{EA2A2A98-0D86-4FD2-8A8E-2B4D48E3B936}" dt="2026-08-13T12:09:39.541" v="2895" actId="26606"/>
          <ac:spMkLst>
            <pc:docMk/>
            <pc:sldMk cId="906104625" sldId="276"/>
            <ac:spMk id="3" creationId="{C2643135-4290-0CAD-4DF9-81435996F4CD}"/>
          </ac:spMkLst>
        </pc:spChg>
        <pc:spChg chg="add">
          <ac:chgData name="Espen Sirnes" userId="a3dc4f38-a105-43a6-a77e-f1a999ec558b" providerId="ADAL" clId="{EA2A2A98-0D86-4FD2-8A8E-2B4D48E3B936}" dt="2026-08-13T12:09:39.541" v="2895" actId="26606"/>
          <ac:spMkLst>
            <pc:docMk/>
            <pc:sldMk cId="906104625" sldId="276"/>
            <ac:spMk id="8" creationId="{5A292AEA-2528-46C0-B426-95822B6141FB}"/>
          </ac:spMkLst>
        </pc:spChg>
        <pc:spChg chg="add">
          <ac:chgData name="Espen Sirnes" userId="a3dc4f38-a105-43a6-a77e-f1a999ec558b" providerId="ADAL" clId="{EA2A2A98-0D86-4FD2-8A8E-2B4D48E3B936}" dt="2026-08-13T12:09:39.541" v="2895" actId="26606"/>
          <ac:spMkLst>
            <pc:docMk/>
            <pc:sldMk cId="906104625" sldId="276"/>
            <ac:spMk id="10" creationId="{D8B7B198-E4DF-43CD-AD8C-199884323745}"/>
          </ac:spMkLst>
        </pc:spChg>
        <pc:spChg chg="add">
          <ac:chgData name="Espen Sirnes" userId="a3dc4f38-a105-43a6-a77e-f1a999ec558b" providerId="ADAL" clId="{EA2A2A98-0D86-4FD2-8A8E-2B4D48E3B936}" dt="2026-08-13T12:09:39.541" v="2895" actId="26606"/>
          <ac:spMkLst>
            <pc:docMk/>
            <pc:sldMk cId="906104625" sldId="276"/>
            <ac:spMk id="12" creationId="{2BE67753-EA0E-4819-8D22-0B6600CF7231}"/>
          </ac:spMkLst>
        </pc:spChg>
        <pc:grpChg chg="add">
          <ac:chgData name="Espen Sirnes" userId="a3dc4f38-a105-43a6-a77e-f1a999ec558b" providerId="ADAL" clId="{EA2A2A98-0D86-4FD2-8A8E-2B4D48E3B936}" dt="2026-08-13T12:09:39.541" v="2895" actId="26606"/>
          <ac:grpSpMkLst>
            <pc:docMk/>
            <pc:sldMk cId="906104625" sldId="276"/>
            <ac:grpSpMk id="14" creationId="{D76D63AC-0421-45EC-B383-E79A61A78C6B}"/>
          </ac:grpSpMkLst>
        </pc:grpChg>
        <pc:grpChg chg="add">
          <ac:chgData name="Espen Sirnes" userId="a3dc4f38-a105-43a6-a77e-f1a999ec558b" providerId="ADAL" clId="{EA2A2A98-0D86-4FD2-8A8E-2B4D48E3B936}" dt="2026-08-13T12:09:39.541" v="2895" actId="26606"/>
          <ac:grpSpMkLst>
            <pc:docMk/>
            <pc:sldMk cId="906104625" sldId="276"/>
            <ac:grpSpMk id="23" creationId="{87F87F1B-42BA-4AC7-A4E2-41544DDB2CE3}"/>
          </ac:grpSpMkLst>
        </pc:grpChg>
        <pc:grpChg chg="add">
          <ac:chgData name="Espen Sirnes" userId="a3dc4f38-a105-43a6-a77e-f1a999ec558b" providerId="ADAL" clId="{EA2A2A98-0D86-4FD2-8A8E-2B4D48E3B936}" dt="2026-08-13T12:09:39.541" v="2895" actId="26606"/>
          <ac:grpSpMkLst>
            <pc:docMk/>
            <pc:sldMk cId="906104625" sldId="276"/>
            <ac:grpSpMk id="29" creationId="{967346A5-7569-4F15-AB5D-BE3DADF192C0}"/>
          </ac:grpSpMkLst>
        </pc:grpChg>
      </pc:sldChg>
      <pc:sldChg chg="addSp delSp modSp new mod ord setBg">
        <pc:chgData name="Espen Sirnes" userId="a3dc4f38-a105-43a6-a77e-f1a999ec558b" providerId="ADAL" clId="{EA2A2A98-0D86-4FD2-8A8E-2B4D48E3B936}" dt="2026-08-17T09:30:05.192" v="3185"/>
        <pc:sldMkLst>
          <pc:docMk/>
          <pc:sldMk cId="2080361370" sldId="277"/>
        </pc:sldMkLst>
        <pc:spChg chg="mod">
          <ac:chgData name="Espen Sirnes" userId="a3dc4f38-a105-43a6-a77e-f1a999ec558b" providerId="ADAL" clId="{EA2A2A98-0D86-4FD2-8A8E-2B4D48E3B936}" dt="2026-08-17T08:49:56.719" v="3047" actId="26606"/>
          <ac:spMkLst>
            <pc:docMk/>
            <pc:sldMk cId="2080361370" sldId="277"/>
            <ac:spMk id="2" creationId="{E85E396D-18F6-8DE9-258C-76907AC2598F}"/>
          </ac:spMkLst>
        </pc:spChg>
        <pc:spChg chg="add del mod">
          <ac:chgData name="Espen Sirnes" userId="a3dc4f38-a105-43a6-a77e-f1a999ec558b" providerId="ADAL" clId="{EA2A2A98-0D86-4FD2-8A8E-2B4D48E3B936}" dt="2026-08-17T08:49:56.736" v="3048" actId="26606"/>
          <ac:spMkLst>
            <pc:docMk/>
            <pc:sldMk cId="2080361370" sldId="277"/>
            <ac:spMk id="3" creationId="{13939F9F-CEEE-4B3D-E988-9650E6B73EB9}"/>
          </ac:spMkLst>
        </pc:spChg>
        <pc:spChg chg="add del">
          <ac:chgData name="Espen Sirnes" userId="a3dc4f38-a105-43a6-a77e-f1a999ec558b" providerId="ADAL" clId="{EA2A2A98-0D86-4FD2-8A8E-2B4D48E3B936}" dt="2026-08-17T08:49:56.719" v="3047" actId="26606"/>
          <ac:spMkLst>
            <pc:docMk/>
            <pc:sldMk cId="2080361370" sldId="277"/>
            <ac:spMk id="9" creationId="{56E9B3E6-E277-4D68-BA48-9CB43FFBD6E2}"/>
          </ac:spMkLst>
        </pc:spChg>
        <pc:spChg chg="add del">
          <ac:chgData name="Espen Sirnes" userId="a3dc4f38-a105-43a6-a77e-f1a999ec558b" providerId="ADAL" clId="{EA2A2A98-0D86-4FD2-8A8E-2B4D48E3B936}" dt="2026-08-17T08:49:56.719" v="3047" actId="26606"/>
          <ac:spMkLst>
            <pc:docMk/>
            <pc:sldMk cId="2080361370" sldId="277"/>
            <ac:spMk id="16" creationId="{D5B0017B-2ECA-49AF-B397-DC140825DF8D}"/>
          </ac:spMkLst>
        </pc:spChg>
        <pc:grpChg chg="add del">
          <ac:chgData name="Espen Sirnes" userId="a3dc4f38-a105-43a6-a77e-f1a999ec558b" providerId="ADAL" clId="{EA2A2A98-0D86-4FD2-8A8E-2B4D48E3B936}" dt="2026-08-17T08:49:56.719" v="3047" actId="26606"/>
          <ac:grpSpMkLst>
            <pc:docMk/>
            <pc:sldMk cId="2080361370" sldId="277"/>
            <ac:grpSpMk id="11" creationId="{AE1C45F0-260A-458C-96ED-C1F6D2151219}"/>
          </ac:grpSpMkLst>
        </pc:grpChg>
        <pc:graphicFrameChg chg="add del">
          <ac:chgData name="Espen Sirnes" userId="a3dc4f38-a105-43a6-a77e-f1a999ec558b" providerId="ADAL" clId="{EA2A2A98-0D86-4FD2-8A8E-2B4D48E3B936}" dt="2026-08-17T08:49:56.719" v="3047" actId="26606"/>
          <ac:graphicFrameMkLst>
            <pc:docMk/>
            <pc:sldMk cId="2080361370" sldId="277"/>
            <ac:graphicFrameMk id="5" creationId="{B1590687-2C11-C81C-9760-3004E0289DC2}"/>
          </ac:graphicFrameMkLst>
        </pc:graphicFrameChg>
        <pc:graphicFrameChg chg="add mod modGraphic">
          <ac:chgData name="Espen Sirnes" userId="a3dc4f38-a105-43a6-a77e-f1a999ec558b" providerId="ADAL" clId="{EA2A2A98-0D86-4FD2-8A8E-2B4D48E3B936}" dt="2026-08-17T09:02:36.799" v="3174" actId="207"/>
          <ac:graphicFrameMkLst>
            <pc:docMk/>
            <pc:sldMk cId="2080361370" sldId="277"/>
            <ac:graphicFrameMk id="20" creationId="{AC6C87ED-6423-F0E2-88CF-EEAD4510309F}"/>
          </ac:graphicFrameMkLst>
        </pc:graphicFrameChg>
        <pc:cxnChg chg="add del">
          <ac:chgData name="Espen Sirnes" userId="a3dc4f38-a105-43a6-a77e-f1a999ec558b" providerId="ADAL" clId="{EA2A2A98-0D86-4FD2-8A8E-2B4D48E3B936}" dt="2026-08-17T08:49:56.719" v="3047" actId="26606"/>
          <ac:cxnSpMkLst>
            <pc:docMk/>
            <pc:sldMk cId="2080361370" sldId="277"/>
            <ac:cxnSpMk id="18" creationId="{6CF1BAF6-AD41-4082-B212-8A1F9A2E8779}"/>
          </ac:cxnSpMkLst>
        </pc:cxnChg>
      </pc:sldChg>
      <pc:sldChg chg="addSp modSp new mod ord setBg">
        <pc:chgData name="Espen Sirnes" userId="a3dc4f38-a105-43a6-a77e-f1a999ec558b" providerId="ADAL" clId="{EA2A2A98-0D86-4FD2-8A8E-2B4D48E3B936}" dt="2026-08-17T09:49:46.310" v="3570"/>
        <pc:sldMkLst>
          <pc:docMk/>
          <pc:sldMk cId="172032272" sldId="278"/>
        </pc:sldMkLst>
        <pc:spChg chg="mod">
          <ac:chgData name="Espen Sirnes" userId="a3dc4f38-a105-43a6-a77e-f1a999ec558b" providerId="ADAL" clId="{EA2A2A98-0D86-4FD2-8A8E-2B4D48E3B936}" dt="2026-08-17T09:47:18.498" v="3561" actId="20577"/>
          <ac:spMkLst>
            <pc:docMk/>
            <pc:sldMk cId="172032272" sldId="278"/>
            <ac:spMk id="2" creationId="{C21B507E-05FA-8A0C-7DEF-25296A3EC7ED}"/>
          </ac:spMkLst>
        </pc:spChg>
        <pc:spChg chg="mod">
          <ac:chgData name="Espen Sirnes" userId="a3dc4f38-a105-43a6-a77e-f1a999ec558b" providerId="ADAL" clId="{EA2A2A98-0D86-4FD2-8A8E-2B4D48E3B936}" dt="2026-08-17T09:47:05.970" v="3558" actId="26606"/>
          <ac:spMkLst>
            <pc:docMk/>
            <pc:sldMk cId="172032272" sldId="278"/>
            <ac:spMk id="3" creationId="{677365DF-ECD6-430A-B296-8D4C8900D30B}"/>
          </ac:spMkLst>
        </pc:spChg>
        <pc:spChg chg="add">
          <ac:chgData name="Espen Sirnes" userId="a3dc4f38-a105-43a6-a77e-f1a999ec558b" providerId="ADAL" clId="{EA2A2A98-0D86-4FD2-8A8E-2B4D48E3B936}" dt="2026-08-17T09:47:05.970" v="3558" actId="26606"/>
          <ac:spMkLst>
            <pc:docMk/>
            <pc:sldMk cId="172032272" sldId="278"/>
            <ac:spMk id="8" creationId="{DEE2AD96-B495-4E06-9291-B71706F728CB}"/>
          </ac:spMkLst>
        </pc:spChg>
        <pc:spChg chg="add">
          <ac:chgData name="Espen Sirnes" userId="a3dc4f38-a105-43a6-a77e-f1a999ec558b" providerId="ADAL" clId="{EA2A2A98-0D86-4FD2-8A8E-2B4D48E3B936}" dt="2026-08-17T09:47:05.970" v="3558" actId="26606"/>
          <ac:spMkLst>
            <pc:docMk/>
            <pc:sldMk cId="172032272" sldId="278"/>
            <ac:spMk id="10" creationId="{53CF6D67-C5A8-4ADD-9E8E-1E38CA1D3166}"/>
          </ac:spMkLst>
        </pc:spChg>
        <pc:spChg chg="add">
          <ac:chgData name="Espen Sirnes" userId="a3dc4f38-a105-43a6-a77e-f1a999ec558b" providerId="ADAL" clId="{EA2A2A98-0D86-4FD2-8A8E-2B4D48E3B936}" dt="2026-08-17T09:47:05.970" v="3558" actId="26606"/>
          <ac:spMkLst>
            <pc:docMk/>
            <pc:sldMk cId="172032272" sldId="278"/>
            <ac:spMk id="12" creationId="{86909FA0-B515-4681-B7A8-FA281D133B94}"/>
          </ac:spMkLst>
        </pc:spChg>
        <pc:spChg chg="add">
          <ac:chgData name="Espen Sirnes" userId="a3dc4f38-a105-43a6-a77e-f1a999ec558b" providerId="ADAL" clId="{EA2A2A98-0D86-4FD2-8A8E-2B4D48E3B936}" dt="2026-08-17T09:47:05.970" v="3558" actId="26606"/>
          <ac:spMkLst>
            <pc:docMk/>
            <pc:sldMk cId="172032272" sldId="278"/>
            <ac:spMk id="14" creationId="{21C9FE86-FCC3-4A31-AA1C-C882262B7FE7}"/>
          </ac:spMkLst>
        </pc:spChg>
        <pc:spChg chg="add">
          <ac:chgData name="Espen Sirnes" userId="a3dc4f38-a105-43a6-a77e-f1a999ec558b" providerId="ADAL" clId="{EA2A2A98-0D86-4FD2-8A8E-2B4D48E3B936}" dt="2026-08-17T09:47:05.970" v="3558" actId="26606"/>
          <ac:spMkLst>
            <pc:docMk/>
            <pc:sldMk cId="172032272" sldId="278"/>
            <ac:spMk id="16" creationId="{7D96243B-ECED-4B71-8E06-AE9A285EAD20}"/>
          </ac:spMkLst>
        </pc:spChg>
        <pc:spChg chg="add">
          <ac:chgData name="Espen Sirnes" userId="a3dc4f38-a105-43a6-a77e-f1a999ec558b" providerId="ADAL" clId="{EA2A2A98-0D86-4FD2-8A8E-2B4D48E3B936}" dt="2026-08-17T09:47:05.970" v="3558" actId="26606"/>
          <ac:spMkLst>
            <pc:docMk/>
            <pc:sldMk cId="172032272" sldId="278"/>
            <ac:spMk id="18" creationId="{A09989E4-EFDC-4A90-A633-E0525FB4139E}"/>
          </ac:spMkLst>
        </pc:spChg>
      </pc:sldChg>
      <pc:sldChg chg="modSp new del mod">
        <pc:chgData name="Espen Sirnes" userId="a3dc4f38-a105-43a6-a77e-f1a999ec558b" providerId="ADAL" clId="{EA2A2A98-0D86-4FD2-8A8E-2B4D48E3B936}" dt="2026-08-17T09:36:46.594" v="3254" actId="47"/>
        <pc:sldMkLst>
          <pc:docMk/>
          <pc:sldMk cId="2645537209" sldId="278"/>
        </pc:sldMkLst>
        <pc:spChg chg="mod">
          <ac:chgData name="Espen Sirnes" userId="a3dc4f38-a105-43a6-a77e-f1a999ec558b" providerId="ADAL" clId="{EA2A2A98-0D86-4FD2-8A8E-2B4D48E3B936}" dt="2026-08-17T09:35:58.575" v="3220" actId="790"/>
          <ac:spMkLst>
            <pc:docMk/>
            <pc:sldMk cId="2645537209" sldId="278"/>
            <ac:spMk id="2" creationId="{85FF6E3E-54E9-4565-5F55-FF40E7E69A08}"/>
          </ac:spMkLst>
        </pc:spChg>
        <pc:spChg chg="mod">
          <ac:chgData name="Espen Sirnes" userId="a3dc4f38-a105-43a6-a77e-f1a999ec558b" providerId="ADAL" clId="{EA2A2A98-0D86-4FD2-8A8E-2B4D48E3B936}" dt="2026-08-17T09:36:26.326" v="3253" actId="20577"/>
          <ac:spMkLst>
            <pc:docMk/>
            <pc:sldMk cId="2645537209" sldId="278"/>
            <ac:spMk id="3" creationId="{7784359B-79F5-D21F-20B3-7911075F5313}"/>
          </ac:spMkLst>
        </pc:spChg>
      </pc:sldChg>
    </pc:docChg>
  </pc:docChgLst>
</pc:chgInfo>
</file>

<file path=ppt/diagrams/_rels/data4.xml.rels><?xml version="1.0" encoding="UTF-8" standalone="yes"?>
<Relationships xmlns="http://schemas.openxmlformats.org/package/2006/relationships"><Relationship Id="rId1" Type="http://schemas.openxmlformats.org/officeDocument/2006/relationships/hyperlink" Target="https://uit-sok-2301-h26.github.io/rapporter.html" TargetMode="External"/></Relationships>
</file>

<file path=ppt/diagrams/_rels/drawing4.xml.rels><?xml version="1.0" encoding="UTF-8" standalone="yes"?>
<Relationships xmlns="http://schemas.openxmlformats.org/package/2006/relationships"><Relationship Id="rId1" Type="http://schemas.openxmlformats.org/officeDocument/2006/relationships/hyperlink" Target="https://uit-sok-2301-h26.github.io/rapporter.html" TargetMode="Externa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5C54ED9-4087-495F-A337-EFC5D306452A}" type="doc">
      <dgm:prSet loTypeId="urn:microsoft.com/office/officeart/2005/8/layout/vList2" loCatId="list" qsTypeId="urn:microsoft.com/office/officeart/2005/8/quickstyle/simple1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62822B0D-B12B-4191-82F1-2D23C5306DB1}">
      <dgm:prSet/>
      <dgm:spPr/>
      <dgm:t>
        <a:bodyPr/>
        <a:lstStyle/>
        <a:p>
          <a:r>
            <a:rPr lang="nb-NO"/>
            <a:t>Utredning av offentlige prosjekter som skal hjelpe politikerne og offentlige institusjoner til å prioritere prosjekter. </a:t>
          </a:r>
          <a:br>
            <a:rPr lang="nb-NO"/>
          </a:br>
          <a:endParaRPr lang="en-US"/>
        </a:p>
      </dgm:t>
    </dgm:pt>
    <dgm:pt modelId="{ACBBF351-8E60-44EF-B7B5-2579E7AC1335}" type="parTrans" cxnId="{9AC4D009-6650-40D3-B4A5-859272B5B0E2}">
      <dgm:prSet/>
      <dgm:spPr/>
      <dgm:t>
        <a:bodyPr/>
        <a:lstStyle/>
        <a:p>
          <a:endParaRPr lang="en-US"/>
        </a:p>
      </dgm:t>
    </dgm:pt>
    <dgm:pt modelId="{496DF2AB-6BD7-4775-8472-A3F0D56F614D}" type="sibTrans" cxnId="{9AC4D009-6650-40D3-B4A5-859272B5B0E2}">
      <dgm:prSet/>
      <dgm:spPr/>
      <dgm:t>
        <a:bodyPr/>
        <a:lstStyle/>
        <a:p>
          <a:endParaRPr lang="en-US"/>
        </a:p>
      </dgm:t>
    </dgm:pt>
    <dgm:pt modelId="{D09BA287-04D6-452E-8751-8B661D68A474}">
      <dgm:prSet/>
      <dgm:spPr/>
      <dgm:t>
        <a:bodyPr/>
        <a:lstStyle/>
        <a:p>
          <a:r>
            <a:rPr lang="nb-NO" dirty="0"/>
            <a:t>Utføres ofte også av private konsulenter, gjerne av interesseorganisasjoner og som ledd i lobbyvirksomhet.</a:t>
          </a:r>
          <a:endParaRPr lang="en-US" dirty="0"/>
        </a:p>
      </dgm:t>
    </dgm:pt>
    <dgm:pt modelId="{B6C6ADA5-C1E6-4E06-9037-DB6D7E092B9C}" type="parTrans" cxnId="{91E5B909-EF45-4D69-B786-782E0DD2A011}">
      <dgm:prSet/>
      <dgm:spPr/>
      <dgm:t>
        <a:bodyPr/>
        <a:lstStyle/>
        <a:p>
          <a:endParaRPr lang="en-US"/>
        </a:p>
      </dgm:t>
    </dgm:pt>
    <dgm:pt modelId="{2C991221-173B-43AA-8067-07D6892AB095}" type="sibTrans" cxnId="{91E5B909-EF45-4D69-B786-782E0DD2A011}">
      <dgm:prSet/>
      <dgm:spPr/>
      <dgm:t>
        <a:bodyPr/>
        <a:lstStyle/>
        <a:p>
          <a:endParaRPr lang="en-US"/>
        </a:p>
      </dgm:t>
    </dgm:pt>
    <dgm:pt modelId="{4A5875D3-ED34-47F2-B2A6-81A0AAFBA1B5}">
      <dgm:prSet/>
      <dgm:spPr/>
      <dgm:t>
        <a:bodyPr/>
        <a:lstStyle/>
        <a:p>
          <a:r>
            <a:rPr lang="nb-NO" b="0" dirty="0"/>
            <a:t>Faglig vurdering og så objektiv som mulig. </a:t>
          </a:r>
          <a:endParaRPr lang="en-US" dirty="0"/>
        </a:p>
      </dgm:t>
    </dgm:pt>
    <dgm:pt modelId="{A27BFFBC-A05A-4F69-851C-CB46B87BB0C4}" type="parTrans" cxnId="{63875CF6-42BB-47E9-B5CE-5DB96CDE0E52}">
      <dgm:prSet/>
      <dgm:spPr/>
      <dgm:t>
        <a:bodyPr/>
        <a:lstStyle/>
        <a:p>
          <a:endParaRPr lang="nb-NO"/>
        </a:p>
      </dgm:t>
    </dgm:pt>
    <dgm:pt modelId="{B7BC31C7-6539-4B09-8EAE-81C4C499561E}" type="sibTrans" cxnId="{63875CF6-42BB-47E9-B5CE-5DB96CDE0E52}">
      <dgm:prSet/>
      <dgm:spPr/>
      <dgm:t>
        <a:bodyPr/>
        <a:lstStyle/>
        <a:p>
          <a:endParaRPr lang="nb-NO"/>
        </a:p>
      </dgm:t>
    </dgm:pt>
    <dgm:pt modelId="{2E60BB1A-1D8E-411A-B8B0-517C1F216FED}" type="pres">
      <dgm:prSet presAssocID="{85C54ED9-4087-495F-A337-EFC5D306452A}" presName="linear" presStyleCnt="0">
        <dgm:presLayoutVars>
          <dgm:animLvl val="lvl"/>
          <dgm:resizeHandles val="exact"/>
        </dgm:presLayoutVars>
      </dgm:prSet>
      <dgm:spPr/>
    </dgm:pt>
    <dgm:pt modelId="{B9DE258A-0DD3-4BD3-BC40-B0F3E091966A}" type="pres">
      <dgm:prSet presAssocID="{62822B0D-B12B-4191-82F1-2D23C5306DB1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FF52EB7D-C7EE-4640-B6D2-6AA8C1ACF16A}" type="pres">
      <dgm:prSet presAssocID="{496DF2AB-6BD7-4775-8472-A3F0D56F614D}" presName="spacer" presStyleCnt="0"/>
      <dgm:spPr/>
    </dgm:pt>
    <dgm:pt modelId="{F69F1AF3-9B1C-479C-8737-986F94113476}" type="pres">
      <dgm:prSet presAssocID="{D09BA287-04D6-452E-8751-8B661D68A474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D9C3778C-28FB-4245-94CF-E31DFE5712E5}" type="pres">
      <dgm:prSet presAssocID="{2C991221-173B-43AA-8067-07D6892AB095}" presName="spacer" presStyleCnt="0"/>
      <dgm:spPr/>
    </dgm:pt>
    <dgm:pt modelId="{047AA6A6-6DA1-47A5-A334-DD16EC7DB3CA}" type="pres">
      <dgm:prSet presAssocID="{4A5875D3-ED34-47F2-B2A6-81A0AAFBA1B5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91E5B909-EF45-4D69-B786-782E0DD2A011}" srcId="{85C54ED9-4087-495F-A337-EFC5D306452A}" destId="{D09BA287-04D6-452E-8751-8B661D68A474}" srcOrd="1" destOrd="0" parTransId="{B6C6ADA5-C1E6-4E06-9037-DB6D7E092B9C}" sibTransId="{2C991221-173B-43AA-8067-07D6892AB095}"/>
    <dgm:cxn modelId="{9AC4D009-6650-40D3-B4A5-859272B5B0E2}" srcId="{85C54ED9-4087-495F-A337-EFC5D306452A}" destId="{62822B0D-B12B-4191-82F1-2D23C5306DB1}" srcOrd="0" destOrd="0" parTransId="{ACBBF351-8E60-44EF-B7B5-2579E7AC1335}" sibTransId="{496DF2AB-6BD7-4775-8472-A3F0D56F614D}"/>
    <dgm:cxn modelId="{6479CD0C-0E23-42AB-9713-1E6EB629663E}" type="presOf" srcId="{D09BA287-04D6-452E-8751-8B661D68A474}" destId="{F69F1AF3-9B1C-479C-8737-986F94113476}" srcOrd="0" destOrd="0" presId="urn:microsoft.com/office/officeart/2005/8/layout/vList2"/>
    <dgm:cxn modelId="{BB547291-7C69-4883-9BD9-3652B141AEDB}" type="presOf" srcId="{85C54ED9-4087-495F-A337-EFC5D306452A}" destId="{2E60BB1A-1D8E-411A-B8B0-517C1F216FED}" srcOrd="0" destOrd="0" presId="urn:microsoft.com/office/officeart/2005/8/layout/vList2"/>
    <dgm:cxn modelId="{E3555DB5-1E3D-4626-816F-2E73A2614C0F}" type="presOf" srcId="{4A5875D3-ED34-47F2-B2A6-81A0AAFBA1B5}" destId="{047AA6A6-6DA1-47A5-A334-DD16EC7DB3CA}" srcOrd="0" destOrd="0" presId="urn:microsoft.com/office/officeart/2005/8/layout/vList2"/>
    <dgm:cxn modelId="{9DDB63DF-DA79-4E89-85B8-83308642D02E}" type="presOf" srcId="{62822B0D-B12B-4191-82F1-2D23C5306DB1}" destId="{B9DE258A-0DD3-4BD3-BC40-B0F3E091966A}" srcOrd="0" destOrd="0" presId="urn:microsoft.com/office/officeart/2005/8/layout/vList2"/>
    <dgm:cxn modelId="{63875CF6-42BB-47E9-B5CE-5DB96CDE0E52}" srcId="{85C54ED9-4087-495F-A337-EFC5D306452A}" destId="{4A5875D3-ED34-47F2-B2A6-81A0AAFBA1B5}" srcOrd="2" destOrd="0" parTransId="{A27BFFBC-A05A-4F69-851C-CB46B87BB0C4}" sibTransId="{B7BC31C7-6539-4B09-8EAE-81C4C499561E}"/>
    <dgm:cxn modelId="{4627A5AC-99B3-4E20-9BF1-ECD7432E3E14}" type="presParOf" srcId="{2E60BB1A-1D8E-411A-B8B0-517C1F216FED}" destId="{B9DE258A-0DD3-4BD3-BC40-B0F3E091966A}" srcOrd="0" destOrd="0" presId="urn:microsoft.com/office/officeart/2005/8/layout/vList2"/>
    <dgm:cxn modelId="{BFD8B5D6-E592-4F9C-A114-07D34319BDBC}" type="presParOf" srcId="{2E60BB1A-1D8E-411A-B8B0-517C1F216FED}" destId="{FF52EB7D-C7EE-4640-B6D2-6AA8C1ACF16A}" srcOrd="1" destOrd="0" presId="urn:microsoft.com/office/officeart/2005/8/layout/vList2"/>
    <dgm:cxn modelId="{D0ECCB7A-1B56-4505-A403-84AEFC0760A8}" type="presParOf" srcId="{2E60BB1A-1D8E-411A-B8B0-517C1F216FED}" destId="{F69F1AF3-9B1C-479C-8737-986F94113476}" srcOrd="2" destOrd="0" presId="urn:microsoft.com/office/officeart/2005/8/layout/vList2"/>
    <dgm:cxn modelId="{5C97CF30-5B8E-47D4-8A7C-E4BC3B553A57}" type="presParOf" srcId="{2E60BB1A-1D8E-411A-B8B0-517C1F216FED}" destId="{D9C3778C-28FB-4245-94CF-E31DFE5712E5}" srcOrd="3" destOrd="0" presId="urn:microsoft.com/office/officeart/2005/8/layout/vList2"/>
    <dgm:cxn modelId="{EC0FDA6E-5ACF-4D8C-968A-2536C7630DF2}" type="presParOf" srcId="{2E60BB1A-1D8E-411A-B8B0-517C1F216FED}" destId="{047AA6A6-6DA1-47A5-A334-DD16EC7DB3CA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70CB0FBB-07AA-42AD-8B58-073E8D5AED9E}" type="doc">
      <dgm:prSet loTypeId="urn:microsoft.com/office/officeart/2005/8/layout/vList2" loCatId="list" qsTypeId="urn:microsoft.com/office/officeart/2005/8/quickstyle/simple1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073E39B8-306D-4023-8E85-FB43B586BF81}">
      <dgm:prSet custT="1"/>
      <dgm:spPr/>
      <dgm:t>
        <a:bodyPr/>
        <a:lstStyle/>
        <a:p>
          <a:r>
            <a:rPr lang="nb-NO" sz="1600" dirty="0"/>
            <a:t>Mest mulig velferd ut av samfunnets knappe ressurser ved å sørge for effektiv ressursbruk </a:t>
          </a:r>
          <a:endParaRPr lang="en-US" sz="1600" dirty="0"/>
        </a:p>
      </dgm:t>
    </dgm:pt>
    <dgm:pt modelId="{85F33290-B7A5-4E43-A900-CB5D45561998}" type="parTrans" cxnId="{3440DF50-21FD-459F-B9E5-DE57EDD05E87}">
      <dgm:prSet/>
      <dgm:spPr/>
      <dgm:t>
        <a:bodyPr/>
        <a:lstStyle/>
        <a:p>
          <a:endParaRPr lang="en-US" sz="2400"/>
        </a:p>
      </dgm:t>
    </dgm:pt>
    <dgm:pt modelId="{4A7127C3-6EDA-488F-BC2C-752F5FDAC19F}" type="sibTrans" cxnId="{3440DF50-21FD-459F-B9E5-DE57EDD05E87}">
      <dgm:prSet/>
      <dgm:spPr/>
      <dgm:t>
        <a:bodyPr/>
        <a:lstStyle/>
        <a:p>
          <a:endParaRPr lang="en-US" sz="2400"/>
        </a:p>
      </dgm:t>
    </dgm:pt>
    <dgm:pt modelId="{BF8882D8-E39D-4165-ABD3-9F225C74F86B}">
      <dgm:prSet custT="1"/>
      <dgm:spPr/>
      <dgm:t>
        <a:bodyPr/>
        <a:lstStyle/>
        <a:p>
          <a:r>
            <a:rPr lang="nb-NO" sz="1600"/>
            <a:t>Systematisk gjennomgang av alle virkninger for berørte grupper i samfunnet </a:t>
          </a:r>
          <a:endParaRPr lang="en-US" sz="1600"/>
        </a:p>
      </dgm:t>
    </dgm:pt>
    <dgm:pt modelId="{C66BF7D8-0E7A-4955-A4CB-6DB9AD751C01}" type="parTrans" cxnId="{9F9E68C9-CB6A-4880-BC0B-ADD39BA2CCF5}">
      <dgm:prSet/>
      <dgm:spPr/>
      <dgm:t>
        <a:bodyPr/>
        <a:lstStyle/>
        <a:p>
          <a:endParaRPr lang="en-US" sz="2400"/>
        </a:p>
      </dgm:t>
    </dgm:pt>
    <dgm:pt modelId="{2E4FD0A8-8962-431A-8532-71768023E488}" type="sibTrans" cxnId="{9F9E68C9-CB6A-4880-BC0B-ADD39BA2CCF5}">
      <dgm:prSet/>
      <dgm:spPr/>
      <dgm:t>
        <a:bodyPr/>
        <a:lstStyle/>
        <a:p>
          <a:endParaRPr lang="en-US" sz="2400"/>
        </a:p>
      </dgm:t>
    </dgm:pt>
    <dgm:pt modelId="{3BD30DDA-6644-40F0-A334-AA9309177D6B}">
      <dgm:prSet custT="1"/>
      <dgm:spPr/>
      <dgm:t>
        <a:bodyPr/>
        <a:lstStyle/>
        <a:p>
          <a:r>
            <a:rPr lang="nb-NO" sz="1600"/>
            <a:t>Sile ut ulønnsomme tiltak på et tidlig tidspunkt </a:t>
          </a:r>
          <a:endParaRPr lang="en-US" sz="1600"/>
        </a:p>
      </dgm:t>
    </dgm:pt>
    <dgm:pt modelId="{2C0B4BD0-708A-4105-9797-AD0AE8D12BBF}" type="parTrans" cxnId="{FDFC8921-CC85-4615-83B4-BAE7AF033322}">
      <dgm:prSet/>
      <dgm:spPr/>
      <dgm:t>
        <a:bodyPr/>
        <a:lstStyle/>
        <a:p>
          <a:endParaRPr lang="en-US" sz="2400"/>
        </a:p>
      </dgm:t>
    </dgm:pt>
    <dgm:pt modelId="{C525B74D-C996-4F06-8A50-D15419B59532}" type="sibTrans" cxnId="{FDFC8921-CC85-4615-83B4-BAE7AF033322}">
      <dgm:prSet/>
      <dgm:spPr/>
      <dgm:t>
        <a:bodyPr/>
        <a:lstStyle/>
        <a:p>
          <a:endParaRPr lang="en-US" sz="2400"/>
        </a:p>
      </dgm:t>
    </dgm:pt>
    <dgm:pt modelId="{808640F2-4DE8-43A1-9225-8CB63CB8AB5C}">
      <dgm:prSet custT="1"/>
      <dgm:spPr/>
      <dgm:t>
        <a:bodyPr/>
        <a:lstStyle/>
        <a:p>
          <a:r>
            <a:rPr lang="nb-NO" sz="1600" dirty="0"/>
            <a:t>Bidra til et godt, transparent og faglig beslutningsgrunnlag for å</a:t>
          </a:r>
          <a:endParaRPr lang="en-US" sz="1600" dirty="0"/>
        </a:p>
      </dgm:t>
    </dgm:pt>
    <dgm:pt modelId="{FBC7BE13-0A9D-4E9A-ACAB-91CB85A4B599}" type="parTrans" cxnId="{5D1D1715-12FE-4F36-B38C-9710E2288B66}">
      <dgm:prSet/>
      <dgm:spPr/>
      <dgm:t>
        <a:bodyPr/>
        <a:lstStyle/>
        <a:p>
          <a:endParaRPr lang="en-US" sz="2400"/>
        </a:p>
      </dgm:t>
    </dgm:pt>
    <dgm:pt modelId="{A7F02476-6E98-4DFA-BD05-6C8B8EA75091}" type="sibTrans" cxnId="{5D1D1715-12FE-4F36-B38C-9710E2288B66}">
      <dgm:prSet/>
      <dgm:spPr/>
      <dgm:t>
        <a:bodyPr/>
        <a:lstStyle/>
        <a:p>
          <a:endParaRPr lang="en-US" sz="2400"/>
        </a:p>
      </dgm:t>
    </dgm:pt>
    <dgm:pt modelId="{8ECA6C5F-BC71-433B-AD08-816369303F17}">
      <dgm:prSet custT="1"/>
      <dgm:spPr/>
      <dgm:t>
        <a:bodyPr/>
        <a:lstStyle/>
        <a:p>
          <a:r>
            <a:rPr lang="nb-NO" sz="1100" dirty="0"/>
            <a:t>rangere og prioritere mellom alternative tiltak </a:t>
          </a:r>
          <a:endParaRPr lang="en-US" sz="1100" dirty="0"/>
        </a:p>
      </dgm:t>
    </dgm:pt>
    <dgm:pt modelId="{78A82153-8D6B-442F-B11F-FB5FC969C4C4}" type="parTrans" cxnId="{D3E630D9-4859-4D03-9E12-3430623AFFFF}">
      <dgm:prSet/>
      <dgm:spPr/>
      <dgm:t>
        <a:bodyPr/>
        <a:lstStyle/>
        <a:p>
          <a:endParaRPr lang="en-US" sz="2400"/>
        </a:p>
      </dgm:t>
    </dgm:pt>
    <dgm:pt modelId="{A3D77E3B-01A3-4315-95E7-D3705D85F6A6}" type="sibTrans" cxnId="{D3E630D9-4859-4D03-9E12-3430623AFFFF}">
      <dgm:prSet/>
      <dgm:spPr/>
      <dgm:t>
        <a:bodyPr/>
        <a:lstStyle/>
        <a:p>
          <a:endParaRPr lang="en-US" sz="2400"/>
        </a:p>
      </dgm:t>
    </dgm:pt>
    <dgm:pt modelId="{774BC7E5-7F43-487C-85CF-3AE01FAC7E8D}">
      <dgm:prSet custT="1"/>
      <dgm:spPr/>
      <dgm:t>
        <a:bodyPr/>
        <a:lstStyle/>
        <a:p>
          <a:r>
            <a:rPr lang="nb-NO" sz="1100" dirty="0"/>
            <a:t>realisere gevinster når tiltaket er iverksatt </a:t>
          </a:r>
          <a:endParaRPr lang="en-US" sz="1100" dirty="0"/>
        </a:p>
      </dgm:t>
    </dgm:pt>
    <dgm:pt modelId="{E93B37E0-CD29-49EF-8457-CD181FCD2782}" type="parTrans" cxnId="{F8573136-3D8C-465C-8283-8FFDD39BC6F3}">
      <dgm:prSet/>
      <dgm:spPr/>
      <dgm:t>
        <a:bodyPr/>
        <a:lstStyle/>
        <a:p>
          <a:endParaRPr lang="en-US" sz="2400"/>
        </a:p>
      </dgm:t>
    </dgm:pt>
    <dgm:pt modelId="{D971E5E6-3915-4A25-A016-DA6B4A12C61A}" type="sibTrans" cxnId="{F8573136-3D8C-465C-8283-8FFDD39BC6F3}">
      <dgm:prSet/>
      <dgm:spPr/>
      <dgm:t>
        <a:bodyPr/>
        <a:lstStyle/>
        <a:p>
          <a:endParaRPr lang="en-US" sz="2400"/>
        </a:p>
      </dgm:t>
    </dgm:pt>
    <dgm:pt modelId="{8F55DF59-92A5-4CA0-801F-6FD449BFAEFB}">
      <dgm:prSet custT="1"/>
      <dgm:spPr/>
      <dgm:t>
        <a:bodyPr/>
        <a:lstStyle/>
        <a:p>
          <a:r>
            <a:rPr lang="nb-NO" sz="1100" dirty="0"/>
            <a:t>ha resultatmål for evaluering av tiltaket i etterkant </a:t>
          </a:r>
          <a:endParaRPr lang="en-US" sz="1100" dirty="0"/>
        </a:p>
      </dgm:t>
    </dgm:pt>
    <dgm:pt modelId="{BA4B4DB8-9CAD-48E5-A26A-85CD0F36CD22}" type="parTrans" cxnId="{30736408-F40D-4722-BEEA-1D9D7CF6B410}">
      <dgm:prSet/>
      <dgm:spPr/>
      <dgm:t>
        <a:bodyPr/>
        <a:lstStyle/>
        <a:p>
          <a:endParaRPr lang="en-US" sz="2400"/>
        </a:p>
      </dgm:t>
    </dgm:pt>
    <dgm:pt modelId="{67B30532-820C-4E59-A342-A380C12F0707}" type="sibTrans" cxnId="{30736408-F40D-4722-BEEA-1D9D7CF6B410}">
      <dgm:prSet/>
      <dgm:spPr/>
      <dgm:t>
        <a:bodyPr/>
        <a:lstStyle/>
        <a:p>
          <a:endParaRPr lang="en-US" sz="2400"/>
        </a:p>
      </dgm:t>
    </dgm:pt>
    <dgm:pt modelId="{200B2F1E-D9B7-424B-8EBC-7977E2088BE2}">
      <dgm:prSet custT="1"/>
      <dgm:spPr/>
      <dgm:t>
        <a:bodyPr/>
        <a:lstStyle/>
        <a:p>
          <a:r>
            <a:rPr lang="nb-NO" sz="1100" dirty="0"/>
            <a:t>gjøre grunnlaget for beslutninger om offentlige tiltak mer synlig for offentligheten</a:t>
          </a:r>
          <a:endParaRPr lang="en-US" sz="1100" dirty="0"/>
        </a:p>
      </dgm:t>
    </dgm:pt>
    <dgm:pt modelId="{8BC72D35-8068-445D-85EB-AB2C60A37572}" type="parTrans" cxnId="{1D104612-93D8-4E93-863F-E7D43525A5B5}">
      <dgm:prSet/>
      <dgm:spPr/>
      <dgm:t>
        <a:bodyPr/>
        <a:lstStyle/>
        <a:p>
          <a:endParaRPr lang="en-US" sz="2400"/>
        </a:p>
      </dgm:t>
    </dgm:pt>
    <dgm:pt modelId="{AADD2765-399D-414D-96A8-2D407DA4716C}" type="sibTrans" cxnId="{1D104612-93D8-4E93-863F-E7D43525A5B5}">
      <dgm:prSet/>
      <dgm:spPr/>
      <dgm:t>
        <a:bodyPr/>
        <a:lstStyle/>
        <a:p>
          <a:endParaRPr lang="en-US" sz="2400"/>
        </a:p>
      </dgm:t>
    </dgm:pt>
    <dgm:pt modelId="{3A6E8239-9FE7-4146-8D0B-40DC5E9D34F7}">
      <dgm:prSet custT="1"/>
      <dgm:spPr/>
      <dgm:t>
        <a:bodyPr/>
        <a:lstStyle/>
        <a:p>
          <a:pPr>
            <a:buNone/>
          </a:pPr>
          <a:r>
            <a:rPr lang="nb-NO" sz="1600" b="1" dirty="0"/>
            <a:t> Andre grunner  </a:t>
          </a:r>
          <a:endParaRPr lang="en-US" sz="1600" dirty="0"/>
        </a:p>
      </dgm:t>
    </dgm:pt>
    <dgm:pt modelId="{5752FF82-5B88-4531-B5D6-EF2CAE8F2EA2}" type="parTrans" cxnId="{E4A5A63E-6B16-4FDC-B9CE-6BF6966C8963}">
      <dgm:prSet/>
      <dgm:spPr/>
      <dgm:t>
        <a:bodyPr/>
        <a:lstStyle/>
        <a:p>
          <a:endParaRPr lang="nb-NO" sz="2400"/>
        </a:p>
      </dgm:t>
    </dgm:pt>
    <dgm:pt modelId="{06F9405F-C243-46A2-BBC9-D39CC5233D4B}" type="sibTrans" cxnId="{E4A5A63E-6B16-4FDC-B9CE-6BF6966C8963}">
      <dgm:prSet/>
      <dgm:spPr/>
      <dgm:t>
        <a:bodyPr/>
        <a:lstStyle/>
        <a:p>
          <a:endParaRPr lang="nb-NO" sz="2400"/>
        </a:p>
      </dgm:t>
    </dgm:pt>
    <dgm:pt modelId="{4C5D82F5-316A-460B-8738-154A041B32A5}">
      <dgm:prSet custT="1"/>
      <dgm:spPr/>
      <dgm:t>
        <a:bodyPr/>
        <a:lstStyle/>
        <a:p>
          <a:pPr>
            <a:buNone/>
          </a:pPr>
          <a:r>
            <a:rPr lang="nb-NO" sz="1100" b="0" dirty="0"/>
            <a:t>Private konsulenter, lobbyvirksomhet. </a:t>
          </a:r>
        </a:p>
      </dgm:t>
    </dgm:pt>
    <dgm:pt modelId="{038301C8-0658-40EE-9F02-9712E7AE71F0}" type="parTrans" cxnId="{0DAD83C7-8631-4E3A-B26C-E27C08E90834}">
      <dgm:prSet/>
      <dgm:spPr/>
      <dgm:t>
        <a:bodyPr/>
        <a:lstStyle/>
        <a:p>
          <a:endParaRPr lang="nb-NO" sz="2400"/>
        </a:p>
      </dgm:t>
    </dgm:pt>
    <dgm:pt modelId="{A39C2D7B-7619-40F5-BF8F-889611344809}" type="sibTrans" cxnId="{0DAD83C7-8631-4E3A-B26C-E27C08E90834}">
      <dgm:prSet/>
      <dgm:spPr/>
      <dgm:t>
        <a:bodyPr/>
        <a:lstStyle/>
        <a:p>
          <a:endParaRPr lang="nb-NO" sz="2400"/>
        </a:p>
      </dgm:t>
    </dgm:pt>
    <dgm:pt modelId="{9936D1CB-C057-4D6A-992B-A7B29CD08504}" type="pres">
      <dgm:prSet presAssocID="{70CB0FBB-07AA-42AD-8B58-073E8D5AED9E}" presName="linear" presStyleCnt="0">
        <dgm:presLayoutVars>
          <dgm:animLvl val="lvl"/>
          <dgm:resizeHandles val="exact"/>
        </dgm:presLayoutVars>
      </dgm:prSet>
      <dgm:spPr/>
    </dgm:pt>
    <dgm:pt modelId="{910679C1-8055-4EE8-BAAF-0BD6753F395A}" type="pres">
      <dgm:prSet presAssocID="{073E39B8-306D-4023-8E85-FB43B586BF81}" presName="parentText" presStyleLbl="node1" presStyleIdx="0" presStyleCnt="5">
        <dgm:presLayoutVars>
          <dgm:chMax val="0"/>
          <dgm:bulletEnabled val="1"/>
        </dgm:presLayoutVars>
      </dgm:prSet>
      <dgm:spPr/>
    </dgm:pt>
    <dgm:pt modelId="{73CC03AB-0066-4A95-A2AE-1366EBA7B3B5}" type="pres">
      <dgm:prSet presAssocID="{4A7127C3-6EDA-488F-BC2C-752F5FDAC19F}" presName="spacer" presStyleCnt="0"/>
      <dgm:spPr/>
    </dgm:pt>
    <dgm:pt modelId="{4F51D582-B3EE-4F19-8C02-639A819CDA18}" type="pres">
      <dgm:prSet presAssocID="{BF8882D8-E39D-4165-ABD3-9F225C74F86B}" presName="parentText" presStyleLbl="node1" presStyleIdx="1" presStyleCnt="5">
        <dgm:presLayoutVars>
          <dgm:chMax val="0"/>
          <dgm:bulletEnabled val="1"/>
        </dgm:presLayoutVars>
      </dgm:prSet>
      <dgm:spPr/>
    </dgm:pt>
    <dgm:pt modelId="{E255CF41-2635-4E8B-83F6-2D526487C9FA}" type="pres">
      <dgm:prSet presAssocID="{2E4FD0A8-8962-431A-8532-71768023E488}" presName="spacer" presStyleCnt="0"/>
      <dgm:spPr/>
    </dgm:pt>
    <dgm:pt modelId="{0A3CEFA6-3DDB-4C78-8CC3-F2A664977418}" type="pres">
      <dgm:prSet presAssocID="{3BD30DDA-6644-40F0-A334-AA9309177D6B}" presName="parentText" presStyleLbl="node1" presStyleIdx="2" presStyleCnt="5">
        <dgm:presLayoutVars>
          <dgm:chMax val="0"/>
          <dgm:bulletEnabled val="1"/>
        </dgm:presLayoutVars>
      </dgm:prSet>
      <dgm:spPr/>
    </dgm:pt>
    <dgm:pt modelId="{5D18F335-21C6-49CF-9686-FD1797A85B03}" type="pres">
      <dgm:prSet presAssocID="{C525B74D-C996-4F06-8A50-D15419B59532}" presName="spacer" presStyleCnt="0"/>
      <dgm:spPr/>
    </dgm:pt>
    <dgm:pt modelId="{9812575B-910C-4E5F-889F-B6B3E00689D3}" type="pres">
      <dgm:prSet presAssocID="{808640F2-4DE8-43A1-9225-8CB63CB8AB5C}" presName="parentText" presStyleLbl="node1" presStyleIdx="3" presStyleCnt="5">
        <dgm:presLayoutVars>
          <dgm:chMax val="0"/>
          <dgm:bulletEnabled val="1"/>
        </dgm:presLayoutVars>
      </dgm:prSet>
      <dgm:spPr/>
    </dgm:pt>
    <dgm:pt modelId="{A2A37420-DC51-4F08-AC07-68270539A236}" type="pres">
      <dgm:prSet presAssocID="{808640F2-4DE8-43A1-9225-8CB63CB8AB5C}" presName="childText" presStyleLbl="revTx" presStyleIdx="0" presStyleCnt="2">
        <dgm:presLayoutVars>
          <dgm:bulletEnabled val="1"/>
        </dgm:presLayoutVars>
      </dgm:prSet>
      <dgm:spPr/>
    </dgm:pt>
    <dgm:pt modelId="{1AC03A81-3121-40A9-A03D-1E58671F965F}" type="pres">
      <dgm:prSet presAssocID="{3A6E8239-9FE7-4146-8D0B-40DC5E9D34F7}" presName="parentText" presStyleLbl="node1" presStyleIdx="4" presStyleCnt="5">
        <dgm:presLayoutVars>
          <dgm:chMax val="0"/>
          <dgm:bulletEnabled val="1"/>
        </dgm:presLayoutVars>
      </dgm:prSet>
      <dgm:spPr/>
    </dgm:pt>
    <dgm:pt modelId="{0EFB46BF-C5A0-4C86-99D4-F48C0455312A}" type="pres">
      <dgm:prSet presAssocID="{3A6E8239-9FE7-4146-8D0B-40DC5E9D34F7}" presName="childText" presStyleLbl="revTx" presStyleIdx="1" presStyleCnt="2">
        <dgm:presLayoutVars>
          <dgm:bulletEnabled val="1"/>
        </dgm:presLayoutVars>
      </dgm:prSet>
      <dgm:spPr/>
    </dgm:pt>
  </dgm:ptLst>
  <dgm:cxnLst>
    <dgm:cxn modelId="{620FA901-F508-4D8F-86BE-3D6561A1D028}" type="presOf" srcId="{70CB0FBB-07AA-42AD-8B58-073E8D5AED9E}" destId="{9936D1CB-C057-4D6A-992B-A7B29CD08504}" srcOrd="0" destOrd="0" presId="urn:microsoft.com/office/officeart/2005/8/layout/vList2"/>
    <dgm:cxn modelId="{30736408-F40D-4722-BEEA-1D9D7CF6B410}" srcId="{808640F2-4DE8-43A1-9225-8CB63CB8AB5C}" destId="{8F55DF59-92A5-4CA0-801F-6FD449BFAEFB}" srcOrd="2" destOrd="0" parTransId="{BA4B4DB8-9CAD-48E5-A26A-85CD0F36CD22}" sibTransId="{67B30532-820C-4E59-A342-A380C12F0707}"/>
    <dgm:cxn modelId="{1D104612-93D8-4E93-863F-E7D43525A5B5}" srcId="{808640F2-4DE8-43A1-9225-8CB63CB8AB5C}" destId="{200B2F1E-D9B7-424B-8EBC-7977E2088BE2}" srcOrd="3" destOrd="0" parTransId="{8BC72D35-8068-445D-85EB-AB2C60A37572}" sibTransId="{AADD2765-399D-414D-96A8-2D407DA4716C}"/>
    <dgm:cxn modelId="{5D1D1715-12FE-4F36-B38C-9710E2288B66}" srcId="{70CB0FBB-07AA-42AD-8B58-073E8D5AED9E}" destId="{808640F2-4DE8-43A1-9225-8CB63CB8AB5C}" srcOrd="3" destOrd="0" parTransId="{FBC7BE13-0A9D-4E9A-ACAB-91CB85A4B599}" sibTransId="{A7F02476-6E98-4DFA-BD05-6C8B8EA75091}"/>
    <dgm:cxn modelId="{792EAE16-A654-46FD-AD9B-7914D3E23201}" type="presOf" srcId="{4C5D82F5-316A-460B-8738-154A041B32A5}" destId="{0EFB46BF-C5A0-4C86-99D4-F48C0455312A}" srcOrd="0" destOrd="0" presId="urn:microsoft.com/office/officeart/2005/8/layout/vList2"/>
    <dgm:cxn modelId="{4238B41C-23FA-4EB9-8D73-CC249BAEC82F}" type="presOf" srcId="{073E39B8-306D-4023-8E85-FB43B586BF81}" destId="{910679C1-8055-4EE8-BAAF-0BD6753F395A}" srcOrd="0" destOrd="0" presId="urn:microsoft.com/office/officeart/2005/8/layout/vList2"/>
    <dgm:cxn modelId="{FDFC8921-CC85-4615-83B4-BAE7AF033322}" srcId="{70CB0FBB-07AA-42AD-8B58-073E8D5AED9E}" destId="{3BD30DDA-6644-40F0-A334-AA9309177D6B}" srcOrd="2" destOrd="0" parTransId="{2C0B4BD0-708A-4105-9797-AD0AE8D12BBF}" sibTransId="{C525B74D-C996-4F06-8A50-D15419B59532}"/>
    <dgm:cxn modelId="{F8573136-3D8C-465C-8283-8FFDD39BC6F3}" srcId="{808640F2-4DE8-43A1-9225-8CB63CB8AB5C}" destId="{774BC7E5-7F43-487C-85CF-3AE01FAC7E8D}" srcOrd="1" destOrd="0" parTransId="{E93B37E0-CD29-49EF-8457-CD181FCD2782}" sibTransId="{D971E5E6-3915-4A25-A016-DA6B4A12C61A}"/>
    <dgm:cxn modelId="{E4A5A63E-6B16-4FDC-B9CE-6BF6966C8963}" srcId="{70CB0FBB-07AA-42AD-8B58-073E8D5AED9E}" destId="{3A6E8239-9FE7-4146-8D0B-40DC5E9D34F7}" srcOrd="4" destOrd="0" parTransId="{5752FF82-5B88-4531-B5D6-EF2CAE8F2EA2}" sibTransId="{06F9405F-C243-46A2-BBC9-D39CC5233D4B}"/>
    <dgm:cxn modelId="{CB88DD5C-1B42-4888-B552-006ACB894A0E}" type="presOf" srcId="{3BD30DDA-6644-40F0-A334-AA9309177D6B}" destId="{0A3CEFA6-3DDB-4C78-8CC3-F2A664977418}" srcOrd="0" destOrd="0" presId="urn:microsoft.com/office/officeart/2005/8/layout/vList2"/>
    <dgm:cxn modelId="{ABB7A945-F7AC-4E48-A189-F8B1E923D6A9}" type="presOf" srcId="{8ECA6C5F-BC71-433B-AD08-816369303F17}" destId="{A2A37420-DC51-4F08-AC07-68270539A236}" srcOrd="0" destOrd="0" presId="urn:microsoft.com/office/officeart/2005/8/layout/vList2"/>
    <dgm:cxn modelId="{3440DF50-21FD-459F-B9E5-DE57EDD05E87}" srcId="{70CB0FBB-07AA-42AD-8B58-073E8D5AED9E}" destId="{073E39B8-306D-4023-8E85-FB43B586BF81}" srcOrd="0" destOrd="0" parTransId="{85F33290-B7A5-4E43-A900-CB5D45561998}" sibTransId="{4A7127C3-6EDA-488F-BC2C-752F5FDAC19F}"/>
    <dgm:cxn modelId="{D78F0C7D-961E-4671-A2E6-A93E1FB99699}" type="presOf" srcId="{BF8882D8-E39D-4165-ABD3-9F225C74F86B}" destId="{4F51D582-B3EE-4F19-8C02-639A819CDA18}" srcOrd="0" destOrd="0" presId="urn:microsoft.com/office/officeart/2005/8/layout/vList2"/>
    <dgm:cxn modelId="{82D38985-CB11-4762-9964-471660CEE698}" type="presOf" srcId="{808640F2-4DE8-43A1-9225-8CB63CB8AB5C}" destId="{9812575B-910C-4E5F-889F-B6B3E00689D3}" srcOrd="0" destOrd="0" presId="urn:microsoft.com/office/officeart/2005/8/layout/vList2"/>
    <dgm:cxn modelId="{A22C549E-51CB-43E1-9C41-1C69DE758655}" type="presOf" srcId="{774BC7E5-7F43-487C-85CF-3AE01FAC7E8D}" destId="{A2A37420-DC51-4F08-AC07-68270539A236}" srcOrd="0" destOrd="1" presId="urn:microsoft.com/office/officeart/2005/8/layout/vList2"/>
    <dgm:cxn modelId="{10E221A2-E781-4D68-B21E-BF2137C4C35D}" type="presOf" srcId="{8F55DF59-92A5-4CA0-801F-6FD449BFAEFB}" destId="{A2A37420-DC51-4F08-AC07-68270539A236}" srcOrd="0" destOrd="2" presId="urn:microsoft.com/office/officeart/2005/8/layout/vList2"/>
    <dgm:cxn modelId="{0DAD83C7-8631-4E3A-B26C-E27C08E90834}" srcId="{3A6E8239-9FE7-4146-8D0B-40DC5E9D34F7}" destId="{4C5D82F5-316A-460B-8738-154A041B32A5}" srcOrd="0" destOrd="0" parTransId="{038301C8-0658-40EE-9F02-9712E7AE71F0}" sibTransId="{A39C2D7B-7619-40F5-BF8F-889611344809}"/>
    <dgm:cxn modelId="{331798C7-1E3F-4651-860C-86A3209761CA}" type="presOf" srcId="{3A6E8239-9FE7-4146-8D0B-40DC5E9D34F7}" destId="{1AC03A81-3121-40A9-A03D-1E58671F965F}" srcOrd="0" destOrd="0" presId="urn:microsoft.com/office/officeart/2005/8/layout/vList2"/>
    <dgm:cxn modelId="{9F9E68C9-CB6A-4880-BC0B-ADD39BA2CCF5}" srcId="{70CB0FBB-07AA-42AD-8B58-073E8D5AED9E}" destId="{BF8882D8-E39D-4165-ABD3-9F225C74F86B}" srcOrd="1" destOrd="0" parTransId="{C66BF7D8-0E7A-4955-A4CB-6DB9AD751C01}" sibTransId="{2E4FD0A8-8962-431A-8532-71768023E488}"/>
    <dgm:cxn modelId="{60BC21D8-EFD9-4B60-AB20-93D24402DDF6}" type="presOf" srcId="{200B2F1E-D9B7-424B-8EBC-7977E2088BE2}" destId="{A2A37420-DC51-4F08-AC07-68270539A236}" srcOrd="0" destOrd="3" presId="urn:microsoft.com/office/officeart/2005/8/layout/vList2"/>
    <dgm:cxn modelId="{D3E630D9-4859-4D03-9E12-3430623AFFFF}" srcId="{808640F2-4DE8-43A1-9225-8CB63CB8AB5C}" destId="{8ECA6C5F-BC71-433B-AD08-816369303F17}" srcOrd="0" destOrd="0" parTransId="{78A82153-8D6B-442F-B11F-FB5FC969C4C4}" sibTransId="{A3D77E3B-01A3-4315-95E7-D3705D85F6A6}"/>
    <dgm:cxn modelId="{FC446C62-0C0A-40A5-9959-785051F9F2E1}" type="presParOf" srcId="{9936D1CB-C057-4D6A-992B-A7B29CD08504}" destId="{910679C1-8055-4EE8-BAAF-0BD6753F395A}" srcOrd="0" destOrd="0" presId="urn:microsoft.com/office/officeart/2005/8/layout/vList2"/>
    <dgm:cxn modelId="{5B34785E-4707-402F-A5EC-7BFE51DE85A3}" type="presParOf" srcId="{9936D1CB-C057-4D6A-992B-A7B29CD08504}" destId="{73CC03AB-0066-4A95-A2AE-1366EBA7B3B5}" srcOrd="1" destOrd="0" presId="urn:microsoft.com/office/officeart/2005/8/layout/vList2"/>
    <dgm:cxn modelId="{EEF3AD2F-8418-4616-99FF-D4D3678A874A}" type="presParOf" srcId="{9936D1CB-C057-4D6A-992B-A7B29CD08504}" destId="{4F51D582-B3EE-4F19-8C02-639A819CDA18}" srcOrd="2" destOrd="0" presId="urn:microsoft.com/office/officeart/2005/8/layout/vList2"/>
    <dgm:cxn modelId="{E06E5A16-1928-4619-8226-91E0ED643352}" type="presParOf" srcId="{9936D1CB-C057-4D6A-992B-A7B29CD08504}" destId="{E255CF41-2635-4E8B-83F6-2D526487C9FA}" srcOrd="3" destOrd="0" presId="urn:microsoft.com/office/officeart/2005/8/layout/vList2"/>
    <dgm:cxn modelId="{ACA73813-8937-4CE8-B49E-C2E0C7376F50}" type="presParOf" srcId="{9936D1CB-C057-4D6A-992B-A7B29CD08504}" destId="{0A3CEFA6-3DDB-4C78-8CC3-F2A664977418}" srcOrd="4" destOrd="0" presId="urn:microsoft.com/office/officeart/2005/8/layout/vList2"/>
    <dgm:cxn modelId="{A79C18BF-C5E7-4E54-8C45-75CABA6BA49B}" type="presParOf" srcId="{9936D1CB-C057-4D6A-992B-A7B29CD08504}" destId="{5D18F335-21C6-49CF-9686-FD1797A85B03}" srcOrd="5" destOrd="0" presId="urn:microsoft.com/office/officeart/2005/8/layout/vList2"/>
    <dgm:cxn modelId="{EFAC85B3-BFE3-4253-BA3A-53AF1F739D6F}" type="presParOf" srcId="{9936D1CB-C057-4D6A-992B-A7B29CD08504}" destId="{9812575B-910C-4E5F-889F-B6B3E00689D3}" srcOrd="6" destOrd="0" presId="urn:microsoft.com/office/officeart/2005/8/layout/vList2"/>
    <dgm:cxn modelId="{C9455730-FFAC-4046-8E53-27FB841F9D05}" type="presParOf" srcId="{9936D1CB-C057-4D6A-992B-A7B29CD08504}" destId="{A2A37420-DC51-4F08-AC07-68270539A236}" srcOrd="7" destOrd="0" presId="urn:microsoft.com/office/officeart/2005/8/layout/vList2"/>
    <dgm:cxn modelId="{48814A98-7115-4FC9-9379-9DC52A474E92}" type="presParOf" srcId="{9936D1CB-C057-4D6A-992B-A7B29CD08504}" destId="{1AC03A81-3121-40A9-A03D-1E58671F965F}" srcOrd="8" destOrd="0" presId="urn:microsoft.com/office/officeart/2005/8/layout/vList2"/>
    <dgm:cxn modelId="{12262D4A-4DDE-4C43-8547-80A884199B86}" type="presParOf" srcId="{9936D1CB-C057-4D6A-992B-A7B29CD08504}" destId="{0EFB46BF-C5A0-4C86-99D4-F48C0455312A}" srcOrd="9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1121EDB7-07B6-4262-AE2E-CECD673E6506}" type="doc">
      <dgm:prSet loTypeId="urn:microsoft.com/office/officeart/2017/3/layout/DropPinTimeline" loCatId="process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23FC40CA-39BF-4E39-909B-91617DA78344}">
      <dgm:prSet/>
      <dgm:spPr/>
      <dgm:t>
        <a:bodyPr/>
        <a:lstStyle/>
        <a:p>
          <a:pPr>
            <a:defRPr b="1"/>
          </a:pPr>
          <a:r>
            <a:rPr lang="en-US"/>
            <a:t>1623–1687</a:t>
          </a:r>
        </a:p>
      </dgm:t>
    </dgm:pt>
    <dgm:pt modelId="{9AFE52C0-4782-4904-A0F8-6055E6585CB0}" type="parTrans" cxnId="{EB7C4AE9-D220-467D-A209-3716710F0188}">
      <dgm:prSet/>
      <dgm:spPr/>
      <dgm:t>
        <a:bodyPr/>
        <a:lstStyle/>
        <a:p>
          <a:endParaRPr lang="en-US"/>
        </a:p>
      </dgm:t>
    </dgm:pt>
    <dgm:pt modelId="{385EDB0B-7F96-4671-B516-39179D9CCB76}" type="sibTrans" cxnId="{EB7C4AE9-D220-467D-A209-3716710F0188}">
      <dgm:prSet/>
      <dgm:spPr/>
      <dgm:t>
        <a:bodyPr/>
        <a:lstStyle/>
        <a:p>
          <a:endParaRPr lang="en-US"/>
        </a:p>
      </dgm:t>
    </dgm:pt>
    <dgm:pt modelId="{47F654D3-8BCE-490B-8A02-82CE7A47441D}">
      <dgm:prSet/>
      <dgm:spPr/>
      <dgm:t>
        <a:bodyPr/>
        <a:lstStyle/>
        <a:p>
          <a:r>
            <a:rPr lang="en-US" dirty="0"/>
            <a:t>Sir William Petty (1623–1687): </a:t>
          </a:r>
          <a:r>
            <a:rPr lang="en-US" dirty="0" err="1"/>
            <a:t>tidlig</a:t>
          </a:r>
          <a:r>
            <a:rPr lang="en-US" dirty="0"/>
            <a:t> </a:t>
          </a:r>
          <a:r>
            <a:rPr lang="en-US" dirty="0" err="1"/>
            <a:t>forløper</a:t>
          </a:r>
          <a:r>
            <a:rPr lang="en-US" dirty="0"/>
            <a:t> – </a:t>
          </a:r>
          <a:r>
            <a:rPr lang="en-US" dirty="0" err="1"/>
            <a:t>mente</a:t>
          </a:r>
          <a:r>
            <a:rPr lang="en-US" dirty="0"/>
            <a:t> </a:t>
          </a:r>
          <a:r>
            <a:rPr lang="en-US" dirty="0" err="1"/>
            <a:t>statlige</a:t>
          </a:r>
          <a:r>
            <a:rPr lang="en-US" dirty="0"/>
            <a:t> </a:t>
          </a:r>
          <a:r>
            <a:rPr lang="en-US" dirty="0" err="1"/>
            <a:t>beslutninger</a:t>
          </a:r>
          <a:r>
            <a:rPr lang="en-US" dirty="0"/>
            <a:t> </a:t>
          </a:r>
          <a:r>
            <a:rPr lang="en-US" dirty="0" err="1"/>
            <a:t>burde</a:t>
          </a:r>
          <a:r>
            <a:rPr lang="en-US" dirty="0"/>
            <a:t> </a:t>
          </a:r>
          <a:r>
            <a:rPr lang="en-US" dirty="0" err="1"/>
            <a:t>bygge</a:t>
          </a:r>
          <a:r>
            <a:rPr lang="en-US" dirty="0"/>
            <a:t> </a:t>
          </a:r>
          <a:r>
            <a:rPr lang="en-US" dirty="0" err="1"/>
            <a:t>på</a:t>
          </a:r>
          <a:r>
            <a:rPr lang="en-US" dirty="0"/>
            <a:t> «tall, </a:t>
          </a:r>
          <a:r>
            <a:rPr lang="en-US" dirty="0" err="1"/>
            <a:t>vekt</a:t>
          </a:r>
          <a:r>
            <a:rPr lang="en-US" dirty="0"/>
            <a:t> og </a:t>
          </a:r>
          <a:r>
            <a:rPr lang="en-US" dirty="0" err="1"/>
            <a:t>mål</a:t>
          </a:r>
          <a:r>
            <a:rPr lang="en-US" dirty="0"/>
            <a:t>», </a:t>
          </a:r>
          <a:r>
            <a:rPr lang="en-US" dirty="0" err="1"/>
            <a:t>ikke</a:t>
          </a:r>
          <a:r>
            <a:rPr lang="en-US" dirty="0"/>
            <a:t> </a:t>
          </a:r>
          <a:r>
            <a:rPr lang="en-US" dirty="0" err="1"/>
            <a:t>synsing</a:t>
          </a:r>
          <a:r>
            <a:rPr lang="en-US" dirty="0"/>
            <a:t> </a:t>
          </a:r>
        </a:p>
      </dgm:t>
    </dgm:pt>
    <dgm:pt modelId="{A9A3AF1A-6DE3-41E6-9208-43B6218ECEC7}" type="parTrans" cxnId="{1E450C79-F415-4ECF-AA4E-2BADB83921DA}">
      <dgm:prSet/>
      <dgm:spPr/>
      <dgm:t>
        <a:bodyPr/>
        <a:lstStyle/>
        <a:p>
          <a:endParaRPr lang="en-US"/>
        </a:p>
      </dgm:t>
    </dgm:pt>
    <dgm:pt modelId="{DC70A2AF-66B5-441F-9926-3DBCFEDD0DFF}" type="sibTrans" cxnId="{1E450C79-F415-4ECF-AA4E-2BADB83921DA}">
      <dgm:prSet/>
      <dgm:spPr/>
      <dgm:t>
        <a:bodyPr/>
        <a:lstStyle/>
        <a:p>
          <a:endParaRPr lang="en-US"/>
        </a:p>
      </dgm:t>
    </dgm:pt>
    <dgm:pt modelId="{AA9DC61F-77E3-4838-9E06-73C626511E22}">
      <dgm:prSet/>
      <dgm:spPr/>
      <dgm:t>
        <a:bodyPr/>
        <a:lstStyle/>
        <a:p>
          <a:pPr>
            <a:defRPr b="1"/>
          </a:pPr>
          <a:r>
            <a:rPr lang="en-US"/>
            <a:t>1844</a:t>
          </a:r>
        </a:p>
      </dgm:t>
    </dgm:pt>
    <dgm:pt modelId="{F5D7C132-AD08-4B57-B796-669EC6977720}" type="parTrans" cxnId="{23FC220A-C303-4AD6-BBF2-01B7B097BBDE}">
      <dgm:prSet/>
      <dgm:spPr/>
      <dgm:t>
        <a:bodyPr/>
        <a:lstStyle/>
        <a:p>
          <a:endParaRPr lang="en-US"/>
        </a:p>
      </dgm:t>
    </dgm:pt>
    <dgm:pt modelId="{A8D553CF-067F-40DF-B317-6A76418952E9}" type="sibTrans" cxnId="{23FC220A-C303-4AD6-BBF2-01B7B097BBDE}">
      <dgm:prSet/>
      <dgm:spPr/>
      <dgm:t>
        <a:bodyPr/>
        <a:lstStyle/>
        <a:p>
          <a:endParaRPr lang="en-US"/>
        </a:p>
      </dgm:t>
    </dgm:pt>
    <dgm:pt modelId="{22553462-089F-4B15-8151-D8AFD6C47BE0}">
      <dgm:prSet/>
      <dgm:spPr/>
      <dgm:t>
        <a:bodyPr/>
        <a:lstStyle/>
        <a:p>
          <a:r>
            <a:rPr lang="en-US" dirty="0"/>
            <a:t>Jules Dupuit (1844): la det </a:t>
          </a:r>
          <a:r>
            <a:rPr lang="en-US" dirty="0" err="1"/>
            <a:t>konseptuelle</a:t>
          </a:r>
          <a:r>
            <a:rPr lang="en-US" dirty="0"/>
            <a:t> </a:t>
          </a:r>
          <a:r>
            <a:rPr lang="en-US" dirty="0" err="1"/>
            <a:t>grunnlaget</a:t>
          </a:r>
          <a:r>
            <a:rPr lang="en-US" dirty="0"/>
            <a:t> </a:t>
          </a:r>
          <a:r>
            <a:rPr lang="en-US" dirty="0" err="1"/>
            <a:t>ved</a:t>
          </a:r>
          <a:r>
            <a:rPr lang="en-US" dirty="0"/>
            <a:t> å </a:t>
          </a:r>
          <a:r>
            <a:rPr lang="en-US" dirty="0" err="1"/>
            <a:t>kvantifisere</a:t>
          </a:r>
          <a:r>
            <a:rPr lang="en-US" dirty="0"/>
            <a:t> </a:t>
          </a:r>
          <a:r>
            <a:rPr lang="en-US" dirty="0" err="1"/>
            <a:t>konsumentoverskudd</a:t>
          </a:r>
          <a:r>
            <a:rPr lang="en-US" dirty="0"/>
            <a:t> – </a:t>
          </a:r>
          <a:r>
            <a:rPr lang="en-US" dirty="0" err="1"/>
            <a:t>fortsatt</a:t>
          </a:r>
          <a:r>
            <a:rPr lang="en-US" dirty="0"/>
            <a:t> </a:t>
          </a:r>
          <a:r>
            <a:rPr lang="en-US" dirty="0" err="1"/>
            <a:t>sentralt</a:t>
          </a:r>
          <a:r>
            <a:rPr lang="en-US" dirty="0"/>
            <a:t> i NKA i </a:t>
          </a:r>
          <a:r>
            <a:rPr lang="en-US" dirty="0" err="1"/>
            <a:t>dag</a:t>
          </a:r>
          <a:r>
            <a:rPr lang="en-US" dirty="0"/>
            <a:t> </a:t>
          </a:r>
        </a:p>
      </dgm:t>
    </dgm:pt>
    <dgm:pt modelId="{163F256A-F79A-409B-845F-C3628F21CECC}" type="parTrans" cxnId="{86A97CEC-B8CB-45F6-8B8F-D26C75533923}">
      <dgm:prSet/>
      <dgm:spPr/>
      <dgm:t>
        <a:bodyPr/>
        <a:lstStyle/>
        <a:p>
          <a:endParaRPr lang="en-US"/>
        </a:p>
      </dgm:t>
    </dgm:pt>
    <dgm:pt modelId="{E09154AB-1025-4670-B0F5-A6AF88BB9BDE}" type="sibTrans" cxnId="{86A97CEC-B8CB-45F6-8B8F-D26C75533923}">
      <dgm:prSet/>
      <dgm:spPr/>
      <dgm:t>
        <a:bodyPr/>
        <a:lstStyle/>
        <a:p>
          <a:endParaRPr lang="en-US"/>
        </a:p>
      </dgm:t>
    </dgm:pt>
    <dgm:pt modelId="{8ACED839-8E33-4F02-81EE-054CCCF428F8}">
      <dgm:prSet/>
      <dgm:spPr/>
      <dgm:t>
        <a:bodyPr/>
        <a:lstStyle/>
        <a:p>
          <a:pPr>
            <a:defRPr b="1"/>
          </a:pPr>
          <a:r>
            <a:rPr lang="en-US"/>
            <a:t>1890</a:t>
          </a:r>
        </a:p>
      </dgm:t>
    </dgm:pt>
    <dgm:pt modelId="{6CDE2B6B-AA75-44C8-A962-1848ED5010EA}" type="parTrans" cxnId="{3539E11A-7657-45D5-9330-A6C06CC328B1}">
      <dgm:prSet/>
      <dgm:spPr/>
      <dgm:t>
        <a:bodyPr/>
        <a:lstStyle/>
        <a:p>
          <a:endParaRPr lang="en-US"/>
        </a:p>
      </dgm:t>
    </dgm:pt>
    <dgm:pt modelId="{26DFFE1D-7F97-438E-8FEE-06E7B6410CC7}" type="sibTrans" cxnId="{3539E11A-7657-45D5-9330-A6C06CC328B1}">
      <dgm:prSet/>
      <dgm:spPr/>
      <dgm:t>
        <a:bodyPr/>
        <a:lstStyle/>
        <a:p>
          <a:endParaRPr lang="en-US"/>
        </a:p>
      </dgm:t>
    </dgm:pt>
    <dgm:pt modelId="{8FC29B38-A322-46CB-B1B7-6CAEB6249D4A}">
      <dgm:prSet/>
      <dgm:spPr/>
      <dgm:t>
        <a:bodyPr/>
        <a:lstStyle/>
        <a:p>
          <a:r>
            <a:rPr lang="en-US" dirty="0"/>
            <a:t>Alfred Marshall (1890): </a:t>
          </a:r>
          <a:r>
            <a:rPr lang="en-US" dirty="0" err="1"/>
            <a:t>videreutviklet</a:t>
          </a:r>
          <a:r>
            <a:rPr lang="en-US" dirty="0"/>
            <a:t> og </a:t>
          </a:r>
          <a:r>
            <a:rPr lang="en-US" dirty="0" err="1"/>
            <a:t>formaliserte</a:t>
          </a:r>
          <a:r>
            <a:rPr lang="en-US" dirty="0"/>
            <a:t> Dupuits </a:t>
          </a:r>
          <a:r>
            <a:rPr lang="en-US" dirty="0" err="1"/>
            <a:t>idéer</a:t>
          </a:r>
          <a:r>
            <a:rPr lang="en-US" dirty="0"/>
            <a:t> </a:t>
          </a:r>
        </a:p>
      </dgm:t>
    </dgm:pt>
    <dgm:pt modelId="{16C98877-2CB2-4A30-8587-0E6120C664EE}" type="parTrans" cxnId="{991D3648-4B16-4EEC-807C-5A6647508CAA}">
      <dgm:prSet/>
      <dgm:spPr/>
      <dgm:t>
        <a:bodyPr/>
        <a:lstStyle/>
        <a:p>
          <a:endParaRPr lang="en-US"/>
        </a:p>
      </dgm:t>
    </dgm:pt>
    <dgm:pt modelId="{1B0E94CA-D1E1-437D-8DD2-D4E1A24C9A28}" type="sibTrans" cxnId="{991D3648-4B16-4EEC-807C-5A6647508CAA}">
      <dgm:prSet/>
      <dgm:spPr/>
      <dgm:t>
        <a:bodyPr/>
        <a:lstStyle/>
        <a:p>
          <a:endParaRPr lang="en-US"/>
        </a:p>
      </dgm:t>
    </dgm:pt>
    <dgm:pt modelId="{38C349E7-9609-480A-A648-DC337E1AB84D}">
      <dgm:prSet/>
      <dgm:spPr/>
      <dgm:t>
        <a:bodyPr/>
        <a:lstStyle/>
        <a:p>
          <a:pPr>
            <a:defRPr b="1"/>
          </a:pPr>
          <a:r>
            <a:rPr lang="en-US"/>
            <a:t>1936</a:t>
          </a:r>
        </a:p>
      </dgm:t>
    </dgm:pt>
    <dgm:pt modelId="{35563DC9-F142-4F50-8E03-B470CEEA2E40}" type="parTrans" cxnId="{E741873B-B11E-46ED-A368-A5383C45CC7A}">
      <dgm:prSet/>
      <dgm:spPr/>
      <dgm:t>
        <a:bodyPr/>
        <a:lstStyle/>
        <a:p>
          <a:endParaRPr lang="en-US"/>
        </a:p>
      </dgm:t>
    </dgm:pt>
    <dgm:pt modelId="{72DC21B7-65BC-4DDE-B800-297DFBB39762}" type="sibTrans" cxnId="{E741873B-B11E-46ED-A368-A5383C45CC7A}">
      <dgm:prSet/>
      <dgm:spPr/>
      <dgm:t>
        <a:bodyPr/>
        <a:lstStyle/>
        <a:p>
          <a:endParaRPr lang="en-US"/>
        </a:p>
      </dgm:t>
    </dgm:pt>
    <dgm:pt modelId="{E4677F0B-4D92-4D83-BF38-2A8DBC9D43AE}">
      <dgm:prSet/>
      <dgm:spPr/>
      <dgm:t>
        <a:bodyPr/>
        <a:lstStyle/>
        <a:p>
          <a:r>
            <a:rPr lang="en-US" dirty="0"/>
            <a:t>USA, Flood Control Act (1936): NKA </a:t>
          </a:r>
          <a:r>
            <a:rPr lang="en-US" dirty="0" err="1"/>
            <a:t>formalisert</a:t>
          </a:r>
          <a:r>
            <a:rPr lang="en-US" dirty="0"/>
            <a:t> – </a:t>
          </a:r>
          <a:r>
            <a:rPr lang="en-US" dirty="0" err="1"/>
            <a:t>krevde</a:t>
          </a:r>
          <a:r>
            <a:rPr lang="en-US" dirty="0"/>
            <a:t> at </a:t>
          </a:r>
          <a:r>
            <a:rPr lang="en-US" dirty="0" err="1"/>
            <a:t>nytten</a:t>
          </a:r>
          <a:r>
            <a:rPr lang="en-US" dirty="0"/>
            <a:t> </a:t>
          </a:r>
          <a:r>
            <a:rPr lang="en-US" dirty="0" err="1"/>
            <a:t>skulle</a:t>
          </a:r>
          <a:r>
            <a:rPr lang="en-US" dirty="0"/>
            <a:t> </a:t>
          </a:r>
          <a:r>
            <a:rPr lang="en-US" dirty="0" err="1"/>
            <a:t>overstige</a:t>
          </a:r>
          <a:r>
            <a:rPr lang="en-US" dirty="0"/>
            <a:t> </a:t>
          </a:r>
          <a:r>
            <a:rPr lang="en-US" dirty="0" err="1"/>
            <a:t>kostnadene</a:t>
          </a:r>
          <a:r>
            <a:rPr lang="en-US" dirty="0"/>
            <a:t> </a:t>
          </a:r>
          <a:r>
            <a:rPr lang="en-US" dirty="0" err="1"/>
            <a:t>før</a:t>
          </a:r>
          <a:r>
            <a:rPr lang="en-US" dirty="0"/>
            <a:t> </a:t>
          </a:r>
          <a:r>
            <a:rPr lang="en-US" dirty="0" err="1"/>
            <a:t>føderale</a:t>
          </a:r>
          <a:r>
            <a:rPr lang="en-US" dirty="0"/>
            <a:t> </a:t>
          </a:r>
          <a:r>
            <a:rPr lang="en-US" dirty="0" err="1"/>
            <a:t>prosjekter</a:t>
          </a:r>
          <a:r>
            <a:rPr lang="en-US" dirty="0"/>
            <a:t> </a:t>
          </a:r>
          <a:r>
            <a:rPr lang="en-US" dirty="0" err="1"/>
            <a:t>ble</a:t>
          </a:r>
          <a:r>
            <a:rPr lang="en-US" dirty="0"/>
            <a:t> </a:t>
          </a:r>
          <a:r>
            <a:rPr lang="en-US" dirty="0" err="1"/>
            <a:t>godkjent</a:t>
          </a:r>
          <a:r>
            <a:rPr lang="en-US" dirty="0"/>
            <a:t>. </a:t>
          </a:r>
          <a:r>
            <a:rPr lang="en-US" dirty="0" err="1"/>
            <a:t>Første</a:t>
          </a:r>
          <a:r>
            <a:rPr lang="en-US" dirty="0"/>
            <a:t> </a:t>
          </a:r>
          <a:r>
            <a:rPr lang="en-US" dirty="0" err="1"/>
            <a:t>systematiske</a:t>
          </a:r>
          <a:r>
            <a:rPr lang="en-US" dirty="0"/>
            <a:t> bruk av NKA i </a:t>
          </a:r>
          <a:r>
            <a:rPr lang="en-US" dirty="0" err="1"/>
            <a:t>offentlig</a:t>
          </a:r>
          <a:r>
            <a:rPr lang="en-US" dirty="0"/>
            <a:t> </a:t>
          </a:r>
          <a:r>
            <a:rPr lang="en-US" dirty="0" err="1"/>
            <a:t>beslutningstaking</a:t>
          </a:r>
          <a:endParaRPr lang="en-US" dirty="0"/>
        </a:p>
      </dgm:t>
    </dgm:pt>
    <dgm:pt modelId="{64C993EE-C2E5-418E-8071-C67239EF4128}" type="parTrans" cxnId="{CCC50844-DD8F-490E-A08C-D1098F38C4F9}">
      <dgm:prSet/>
      <dgm:spPr/>
      <dgm:t>
        <a:bodyPr/>
        <a:lstStyle/>
        <a:p>
          <a:endParaRPr lang="en-US"/>
        </a:p>
      </dgm:t>
    </dgm:pt>
    <dgm:pt modelId="{D90345E5-45EB-42C9-A837-26DB11E5EC15}" type="sibTrans" cxnId="{CCC50844-DD8F-490E-A08C-D1098F38C4F9}">
      <dgm:prSet/>
      <dgm:spPr/>
      <dgm:t>
        <a:bodyPr/>
        <a:lstStyle/>
        <a:p>
          <a:endParaRPr lang="en-US"/>
        </a:p>
      </dgm:t>
    </dgm:pt>
    <dgm:pt modelId="{3F08E327-9BD2-4D65-9976-2D808817BD4A}" type="pres">
      <dgm:prSet presAssocID="{1121EDB7-07B6-4262-AE2E-CECD673E6506}" presName="root" presStyleCnt="0">
        <dgm:presLayoutVars>
          <dgm:chMax/>
          <dgm:chPref/>
          <dgm:animLvl val="lvl"/>
        </dgm:presLayoutVars>
      </dgm:prSet>
      <dgm:spPr/>
    </dgm:pt>
    <dgm:pt modelId="{8C6AACAF-364A-48F2-8582-08AF55EDE682}" type="pres">
      <dgm:prSet presAssocID="{1121EDB7-07B6-4262-AE2E-CECD673E6506}" presName="divider" presStyleLbl="fgAcc1" presStyleIdx="0" presStyleCnt="5"/>
      <dgm:spPr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triangle" w="lg" len="lg"/>
        </a:ln>
        <a:effectLst/>
      </dgm:spPr>
    </dgm:pt>
    <dgm:pt modelId="{778C08DB-F063-49D1-AE56-B3C672F7EACA}" type="pres">
      <dgm:prSet presAssocID="{1121EDB7-07B6-4262-AE2E-CECD673E6506}" presName="nodes" presStyleCnt="0">
        <dgm:presLayoutVars>
          <dgm:chMax/>
          <dgm:chPref/>
          <dgm:animLvl val="lvl"/>
        </dgm:presLayoutVars>
      </dgm:prSet>
      <dgm:spPr/>
    </dgm:pt>
    <dgm:pt modelId="{6D4B2405-81B1-4B2B-93DA-B33C0F35F6E0}" type="pres">
      <dgm:prSet presAssocID="{23FC40CA-39BF-4E39-909B-91617DA78344}" presName="composite" presStyleCnt="0"/>
      <dgm:spPr/>
    </dgm:pt>
    <dgm:pt modelId="{970FDF17-9E2A-4C65-8B30-20DB50B92B94}" type="pres">
      <dgm:prSet presAssocID="{23FC40CA-39BF-4E39-909B-91617DA78344}" presName="ConnectorPoint" presStyleLbl="lnNode1" presStyleIdx="0" presStyleCnt="4"/>
      <dgm:spPr>
        <a:solidFill>
          <a:schemeClr val="accent2"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gm:spPr>
    </dgm:pt>
    <dgm:pt modelId="{5B3B7FE6-17F0-46C5-A51F-155A8AC047F3}" type="pres">
      <dgm:prSet presAssocID="{23FC40CA-39BF-4E39-909B-91617DA78344}" presName="DropPinPlaceHolder" presStyleCnt="0"/>
      <dgm:spPr/>
    </dgm:pt>
    <dgm:pt modelId="{F22276D4-DA36-424B-9F3C-A7A014D8E428}" type="pres">
      <dgm:prSet presAssocID="{23FC40CA-39BF-4E39-909B-91617DA78344}" presName="DropPin" presStyleLbl="alignNode1" presStyleIdx="0" presStyleCnt="4"/>
      <dgm:spPr/>
    </dgm:pt>
    <dgm:pt modelId="{92FE5C47-987C-4D69-A939-2F56EE882862}" type="pres">
      <dgm:prSet presAssocID="{23FC40CA-39BF-4E39-909B-91617DA78344}" presName="Ellipse" presStyleLbl="fgAcc1" presStyleIdx="1" presStyleCnt="5"/>
      <dgm:spPr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noFill/>
          <a:prstDash val="solid"/>
          <a:miter lim="800000"/>
        </a:ln>
        <a:effectLst/>
      </dgm:spPr>
    </dgm:pt>
    <dgm:pt modelId="{01FCFE14-1AA7-42B8-B92C-0861035B98C4}" type="pres">
      <dgm:prSet presAssocID="{23FC40CA-39BF-4E39-909B-91617DA78344}" presName="L2TextContainer" presStyleLbl="revTx" presStyleIdx="0" presStyleCnt="8">
        <dgm:presLayoutVars>
          <dgm:bulletEnabled val="1"/>
        </dgm:presLayoutVars>
      </dgm:prSet>
      <dgm:spPr/>
    </dgm:pt>
    <dgm:pt modelId="{E6F93869-6248-4440-9BB1-6228B0F296F2}" type="pres">
      <dgm:prSet presAssocID="{23FC40CA-39BF-4E39-909B-91617DA78344}" presName="L1TextContainer" presStyleLbl="revTx" presStyleIdx="1" presStyleCnt="8">
        <dgm:presLayoutVars>
          <dgm:chMax val="1"/>
          <dgm:chPref val="1"/>
          <dgm:bulletEnabled val="1"/>
        </dgm:presLayoutVars>
      </dgm:prSet>
      <dgm:spPr/>
    </dgm:pt>
    <dgm:pt modelId="{8A122F7C-1BF9-417F-9C4B-0FD552EA6DCA}" type="pres">
      <dgm:prSet presAssocID="{23FC40CA-39BF-4E39-909B-91617DA78344}" presName="ConnectLine" presStyleLbl="sibTrans1D1" presStyleIdx="0" presStyleCnt="4"/>
      <dgm:spPr>
        <a:noFill/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dash"/>
          <a:miter lim="800000"/>
        </a:ln>
        <a:effectLst/>
      </dgm:spPr>
    </dgm:pt>
    <dgm:pt modelId="{FAA9DA58-5916-47FD-B447-CF1C2521B406}" type="pres">
      <dgm:prSet presAssocID="{23FC40CA-39BF-4E39-909B-91617DA78344}" presName="EmptyPlaceHolder" presStyleCnt="0"/>
      <dgm:spPr/>
    </dgm:pt>
    <dgm:pt modelId="{2B14F87C-4430-4370-A45E-017553828DBA}" type="pres">
      <dgm:prSet presAssocID="{385EDB0B-7F96-4671-B516-39179D9CCB76}" presName="spaceBetweenRectangles" presStyleCnt="0"/>
      <dgm:spPr/>
    </dgm:pt>
    <dgm:pt modelId="{1B3C2B72-6F5C-4F77-A998-765F905ECAA9}" type="pres">
      <dgm:prSet presAssocID="{AA9DC61F-77E3-4838-9E06-73C626511E22}" presName="composite" presStyleCnt="0"/>
      <dgm:spPr/>
    </dgm:pt>
    <dgm:pt modelId="{44892ED9-0583-443B-A9A4-73BC95FC787A}" type="pres">
      <dgm:prSet presAssocID="{AA9DC61F-77E3-4838-9E06-73C626511E22}" presName="ConnectorPoint" presStyleLbl="lnNode1" presStyleIdx="1" presStyleCnt="4"/>
      <dgm:spPr>
        <a:solidFill>
          <a:schemeClr val="accent2">
            <a:hueOff val="2147871"/>
            <a:satOff val="-6164"/>
            <a:lumOff val="-9870"/>
            <a:alphaOff val="0"/>
          </a:schemeClr>
        </a:solidFill>
        <a:ln w="63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gm:spPr>
    </dgm:pt>
    <dgm:pt modelId="{0E9B0685-E61E-4C11-BDB2-56DE3DBEC7C3}" type="pres">
      <dgm:prSet presAssocID="{AA9DC61F-77E3-4838-9E06-73C626511E22}" presName="DropPinPlaceHolder" presStyleCnt="0"/>
      <dgm:spPr/>
    </dgm:pt>
    <dgm:pt modelId="{0422E7B1-0B60-4BDB-A9D7-0A47EA3F98C8}" type="pres">
      <dgm:prSet presAssocID="{AA9DC61F-77E3-4838-9E06-73C626511E22}" presName="DropPin" presStyleLbl="alignNode1" presStyleIdx="1" presStyleCnt="4"/>
      <dgm:spPr/>
    </dgm:pt>
    <dgm:pt modelId="{AE875407-2584-4CCB-BE7C-CA83B5AD66A0}" type="pres">
      <dgm:prSet presAssocID="{AA9DC61F-77E3-4838-9E06-73C626511E22}" presName="Ellipse" presStyleLbl="fgAcc1" presStyleIdx="2" presStyleCnt="5"/>
      <dgm:spPr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noFill/>
          <a:prstDash val="solid"/>
          <a:miter lim="800000"/>
        </a:ln>
        <a:effectLst/>
      </dgm:spPr>
    </dgm:pt>
    <dgm:pt modelId="{1F961A6E-BED9-4A43-804B-41EEBAE4C53E}" type="pres">
      <dgm:prSet presAssocID="{AA9DC61F-77E3-4838-9E06-73C626511E22}" presName="L2TextContainer" presStyleLbl="revTx" presStyleIdx="2" presStyleCnt="8">
        <dgm:presLayoutVars>
          <dgm:bulletEnabled val="1"/>
        </dgm:presLayoutVars>
      </dgm:prSet>
      <dgm:spPr/>
    </dgm:pt>
    <dgm:pt modelId="{E8232EF2-261A-4515-B0D6-44D5B1819E07}" type="pres">
      <dgm:prSet presAssocID="{AA9DC61F-77E3-4838-9E06-73C626511E22}" presName="L1TextContainer" presStyleLbl="revTx" presStyleIdx="3" presStyleCnt="8">
        <dgm:presLayoutVars>
          <dgm:chMax val="1"/>
          <dgm:chPref val="1"/>
          <dgm:bulletEnabled val="1"/>
        </dgm:presLayoutVars>
      </dgm:prSet>
      <dgm:spPr/>
    </dgm:pt>
    <dgm:pt modelId="{795EB64A-3214-4347-BCDB-567E462EA7AB}" type="pres">
      <dgm:prSet presAssocID="{AA9DC61F-77E3-4838-9E06-73C626511E22}" presName="ConnectLine" presStyleLbl="sibTrans1D1" presStyleIdx="1" presStyleCnt="4"/>
      <dgm:spPr>
        <a:noFill/>
        <a:ln w="12700" cap="flat" cmpd="sng" algn="ctr">
          <a:solidFill>
            <a:schemeClr val="accent2">
              <a:hueOff val="2147871"/>
              <a:satOff val="-6164"/>
              <a:lumOff val="-9870"/>
              <a:alphaOff val="0"/>
            </a:schemeClr>
          </a:solidFill>
          <a:prstDash val="dash"/>
          <a:miter lim="800000"/>
        </a:ln>
        <a:effectLst/>
      </dgm:spPr>
    </dgm:pt>
    <dgm:pt modelId="{DDB4771E-D7AA-469A-A161-808B21F92888}" type="pres">
      <dgm:prSet presAssocID="{AA9DC61F-77E3-4838-9E06-73C626511E22}" presName="EmptyPlaceHolder" presStyleCnt="0"/>
      <dgm:spPr/>
    </dgm:pt>
    <dgm:pt modelId="{1BBDA2B6-8EAE-4BEF-AC4E-F7AF41CBB5AF}" type="pres">
      <dgm:prSet presAssocID="{A8D553CF-067F-40DF-B317-6A76418952E9}" presName="spaceBetweenRectangles" presStyleCnt="0"/>
      <dgm:spPr/>
    </dgm:pt>
    <dgm:pt modelId="{A7DA9D3D-19FA-427A-8E83-89A5731D1177}" type="pres">
      <dgm:prSet presAssocID="{8ACED839-8E33-4F02-81EE-054CCCF428F8}" presName="composite" presStyleCnt="0"/>
      <dgm:spPr/>
    </dgm:pt>
    <dgm:pt modelId="{039E5079-046E-430E-A0B2-7DA72147565C}" type="pres">
      <dgm:prSet presAssocID="{8ACED839-8E33-4F02-81EE-054CCCF428F8}" presName="ConnectorPoint" presStyleLbl="lnNode1" presStyleIdx="2" presStyleCnt="4"/>
      <dgm:spPr>
        <a:solidFill>
          <a:schemeClr val="accent2">
            <a:hueOff val="4295743"/>
            <a:satOff val="-12329"/>
            <a:lumOff val="-19739"/>
            <a:alphaOff val="0"/>
          </a:schemeClr>
        </a:solidFill>
        <a:ln w="63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gm:spPr>
    </dgm:pt>
    <dgm:pt modelId="{8E5C98EE-CCA6-41EC-B47B-D3CCC9A4850A}" type="pres">
      <dgm:prSet presAssocID="{8ACED839-8E33-4F02-81EE-054CCCF428F8}" presName="DropPinPlaceHolder" presStyleCnt="0"/>
      <dgm:spPr/>
    </dgm:pt>
    <dgm:pt modelId="{59E47FE4-F3C8-4CD9-9BB9-48E12F531250}" type="pres">
      <dgm:prSet presAssocID="{8ACED839-8E33-4F02-81EE-054CCCF428F8}" presName="DropPin" presStyleLbl="alignNode1" presStyleIdx="2" presStyleCnt="4"/>
      <dgm:spPr/>
    </dgm:pt>
    <dgm:pt modelId="{D3432497-76CF-4798-8C0F-3A4AFB04F3EA}" type="pres">
      <dgm:prSet presAssocID="{8ACED839-8E33-4F02-81EE-054CCCF428F8}" presName="Ellipse" presStyleLbl="fgAcc1" presStyleIdx="3" presStyleCnt="5"/>
      <dgm:spPr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noFill/>
          <a:prstDash val="solid"/>
          <a:miter lim="800000"/>
        </a:ln>
        <a:effectLst/>
      </dgm:spPr>
    </dgm:pt>
    <dgm:pt modelId="{9ED462FA-4523-4AA1-9594-156CA88236EE}" type="pres">
      <dgm:prSet presAssocID="{8ACED839-8E33-4F02-81EE-054CCCF428F8}" presName="L2TextContainer" presStyleLbl="revTx" presStyleIdx="4" presStyleCnt="8">
        <dgm:presLayoutVars>
          <dgm:bulletEnabled val="1"/>
        </dgm:presLayoutVars>
      </dgm:prSet>
      <dgm:spPr/>
    </dgm:pt>
    <dgm:pt modelId="{C202CB6A-BCC8-4C2E-AE2F-73CBD446E59F}" type="pres">
      <dgm:prSet presAssocID="{8ACED839-8E33-4F02-81EE-054CCCF428F8}" presName="L1TextContainer" presStyleLbl="revTx" presStyleIdx="5" presStyleCnt="8">
        <dgm:presLayoutVars>
          <dgm:chMax val="1"/>
          <dgm:chPref val="1"/>
          <dgm:bulletEnabled val="1"/>
        </dgm:presLayoutVars>
      </dgm:prSet>
      <dgm:spPr/>
    </dgm:pt>
    <dgm:pt modelId="{0BA8603C-F145-4661-A005-C868AB01E6F2}" type="pres">
      <dgm:prSet presAssocID="{8ACED839-8E33-4F02-81EE-054CCCF428F8}" presName="ConnectLine" presStyleLbl="sibTrans1D1" presStyleIdx="2" presStyleCnt="4"/>
      <dgm:spPr>
        <a:noFill/>
        <a:ln w="12700" cap="flat" cmpd="sng" algn="ctr">
          <a:solidFill>
            <a:schemeClr val="accent2">
              <a:hueOff val="4295743"/>
              <a:satOff val="-12329"/>
              <a:lumOff val="-19739"/>
              <a:alphaOff val="0"/>
            </a:schemeClr>
          </a:solidFill>
          <a:prstDash val="dash"/>
          <a:miter lim="800000"/>
        </a:ln>
        <a:effectLst/>
      </dgm:spPr>
    </dgm:pt>
    <dgm:pt modelId="{1A3DBE15-3843-4720-BA3F-F68FC094BADF}" type="pres">
      <dgm:prSet presAssocID="{8ACED839-8E33-4F02-81EE-054CCCF428F8}" presName="EmptyPlaceHolder" presStyleCnt="0"/>
      <dgm:spPr/>
    </dgm:pt>
    <dgm:pt modelId="{39ED60C5-172A-48DE-B8EB-BF972C25EFA1}" type="pres">
      <dgm:prSet presAssocID="{26DFFE1D-7F97-438E-8FEE-06E7B6410CC7}" presName="spaceBetweenRectangles" presStyleCnt="0"/>
      <dgm:spPr/>
    </dgm:pt>
    <dgm:pt modelId="{38E24CCC-DF65-4457-BA63-6C397EC5BBC5}" type="pres">
      <dgm:prSet presAssocID="{38C349E7-9609-480A-A648-DC337E1AB84D}" presName="composite" presStyleCnt="0"/>
      <dgm:spPr/>
    </dgm:pt>
    <dgm:pt modelId="{80EE0531-12E8-421C-9615-B04596036242}" type="pres">
      <dgm:prSet presAssocID="{38C349E7-9609-480A-A648-DC337E1AB84D}" presName="ConnectorPoint" presStyleLbl="lnNode1" presStyleIdx="3" presStyleCnt="4"/>
      <dgm:spPr>
        <a:solidFill>
          <a:schemeClr val="accent2">
            <a:hueOff val="6443614"/>
            <a:satOff val="-18493"/>
            <a:lumOff val="-29609"/>
            <a:alphaOff val="0"/>
          </a:schemeClr>
        </a:solidFill>
        <a:ln w="63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gm:spPr>
    </dgm:pt>
    <dgm:pt modelId="{C1F729C2-F82D-4994-B6AE-137BF7417F71}" type="pres">
      <dgm:prSet presAssocID="{38C349E7-9609-480A-A648-DC337E1AB84D}" presName="DropPinPlaceHolder" presStyleCnt="0"/>
      <dgm:spPr/>
    </dgm:pt>
    <dgm:pt modelId="{83F16439-E09B-4FC3-ADEF-0864F0906109}" type="pres">
      <dgm:prSet presAssocID="{38C349E7-9609-480A-A648-DC337E1AB84D}" presName="DropPin" presStyleLbl="alignNode1" presStyleIdx="3" presStyleCnt="4"/>
      <dgm:spPr/>
    </dgm:pt>
    <dgm:pt modelId="{009AB5D8-6688-4F42-AF82-D7BBA6870957}" type="pres">
      <dgm:prSet presAssocID="{38C349E7-9609-480A-A648-DC337E1AB84D}" presName="Ellipse" presStyleLbl="fgAcc1" presStyleIdx="4" presStyleCnt="5"/>
      <dgm:spPr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noFill/>
          <a:prstDash val="solid"/>
          <a:miter lim="800000"/>
        </a:ln>
        <a:effectLst/>
      </dgm:spPr>
    </dgm:pt>
    <dgm:pt modelId="{8E8A9974-B7DA-4F90-9629-E49A9215E4A8}" type="pres">
      <dgm:prSet presAssocID="{38C349E7-9609-480A-A648-DC337E1AB84D}" presName="L2TextContainer" presStyleLbl="revTx" presStyleIdx="6" presStyleCnt="8">
        <dgm:presLayoutVars>
          <dgm:bulletEnabled val="1"/>
        </dgm:presLayoutVars>
      </dgm:prSet>
      <dgm:spPr/>
    </dgm:pt>
    <dgm:pt modelId="{CC161504-8091-41FA-B186-7EFB7D0EFB4B}" type="pres">
      <dgm:prSet presAssocID="{38C349E7-9609-480A-A648-DC337E1AB84D}" presName="L1TextContainer" presStyleLbl="revTx" presStyleIdx="7" presStyleCnt="8">
        <dgm:presLayoutVars>
          <dgm:chMax val="1"/>
          <dgm:chPref val="1"/>
          <dgm:bulletEnabled val="1"/>
        </dgm:presLayoutVars>
      </dgm:prSet>
      <dgm:spPr/>
    </dgm:pt>
    <dgm:pt modelId="{4240BE8E-0AB4-4B7F-BDA9-328E211B7CCB}" type="pres">
      <dgm:prSet presAssocID="{38C349E7-9609-480A-A648-DC337E1AB84D}" presName="ConnectLine" presStyleLbl="sibTrans1D1" presStyleIdx="3" presStyleCnt="4"/>
      <dgm:spPr>
        <a:noFill/>
        <a:ln w="12700" cap="flat" cmpd="sng" algn="ctr">
          <a:solidFill>
            <a:schemeClr val="accent2">
              <a:hueOff val="6443614"/>
              <a:satOff val="-18493"/>
              <a:lumOff val="-29609"/>
              <a:alphaOff val="0"/>
            </a:schemeClr>
          </a:solidFill>
          <a:prstDash val="dash"/>
          <a:miter lim="800000"/>
        </a:ln>
        <a:effectLst/>
      </dgm:spPr>
    </dgm:pt>
    <dgm:pt modelId="{71760EC6-60ED-47D2-AD49-4060B7D8A548}" type="pres">
      <dgm:prSet presAssocID="{38C349E7-9609-480A-A648-DC337E1AB84D}" presName="EmptyPlaceHolder" presStyleCnt="0"/>
      <dgm:spPr/>
    </dgm:pt>
  </dgm:ptLst>
  <dgm:cxnLst>
    <dgm:cxn modelId="{B9175507-0C85-4CFA-AB64-AF980507D4E4}" type="presOf" srcId="{1121EDB7-07B6-4262-AE2E-CECD673E6506}" destId="{3F08E327-9BD2-4D65-9976-2D808817BD4A}" srcOrd="0" destOrd="0" presId="urn:microsoft.com/office/officeart/2017/3/layout/DropPinTimeline"/>
    <dgm:cxn modelId="{23FC220A-C303-4AD6-BBF2-01B7B097BBDE}" srcId="{1121EDB7-07B6-4262-AE2E-CECD673E6506}" destId="{AA9DC61F-77E3-4838-9E06-73C626511E22}" srcOrd="1" destOrd="0" parTransId="{F5D7C132-AD08-4B57-B796-669EC6977720}" sibTransId="{A8D553CF-067F-40DF-B317-6A76418952E9}"/>
    <dgm:cxn modelId="{4A27FA15-ED9A-4156-BD40-AF082ABABF83}" type="presOf" srcId="{38C349E7-9609-480A-A648-DC337E1AB84D}" destId="{CC161504-8091-41FA-B186-7EFB7D0EFB4B}" srcOrd="0" destOrd="0" presId="urn:microsoft.com/office/officeart/2017/3/layout/DropPinTimeline"/>
    <dgm:cxn modelId="{3539E11A-7657-45D5-9330-A6C06CC328B1}" srcId="{1121EDB7-07B6-4262-AE2E-CECD673E6506}" destId="{8ACED839-8E33-4F02-81EE-054CCCF428F8}" srcOrd="2" destOrd="0" parTransId="{6CDE2B6B-AA75-44C8-A962-1848ED5010EA}" sibTransId="{26DFFE1D-7F97-438E-8FEE-06E7B6410CC7}"/>
    <dgm:cxn modelId="{2CC68530-A104-4643-88FC-488C1BEDEC93}" type="presOf" srcId="{8ACED839-8E33-4F02-81EE-054CCCF428F8}" destId="{C202CB6A-BCC8-4C2E-AE2F-73CBD446E59F}" srcOrd="0" destOrd="0" presId="urn:microsoft.com/office/officeart/2017/3/layout/DropPinTimeline"/>
    <dgm:cxn modelId="{E741873B-B11E-46ED-A368-A5383C45CC7A}" srcId="{1121EDB7-07B6-4262-AE2E-CECD673E6506}" destId="{38C349E7-9609-480A-A648-DC337E1AB84D}" srcOrd="3" destOrd="0" parTransId="{35563DC9-F142-4F50-8E03-B470CEEA2E40}" sibTransId="{72DC21B7-65BC-4DDE-B800-297DFBB39762}"/>
    <dgm:cxn modelId="{CCC50844-DD8F-490E-A08C-D1098F38C4F9}" srcId="{38C349E7-9609-480A-A648-DC337E1AB84D}" destId="{E4677F0B-4D92-4D83-BF38-2A8DBC9D43AE}" srcOrd="0" destOrd="0" parTransId="{64C993EE-C2E5-418E-8071-C67239EF4128}" sibTransId="{D90345E5-45EB-42C9-A837-26DB11E5EC15}"/>
    <dgm:cxn modelId="{9DF49147-2BD7-4EE2-9548-8DA55D3F8376}" type="presOf" srcId="{E4677F0B-4D92-4D83-BF38-2A8DBC9D43AE}" destId="{8E8A9974-B7DA-4F90-9629-E49A9215E4A8}" srcOrd="0" destOrd="0" presId="urn:microsoft.com/office/officeart/2017/3/layout/DropPinTimeline"/>
    <dgm:cxn modelId="{991D3648-4B16-4EEC-807C-5A6647508CAA}" srcId="{8ACED839-8E33-4F02-81EE-054CCCF428F8}" destId="{8FC29B38-A322-46CB-B1B7-6CAEB6249D4A}" srcOrd="0" destOrd="0" parTransId="{16C98877-2CB2-4A30-8587-0E6120C664EE}" sibTransId="{1B0E94CA-D1E1-437D-8DD2-D4E1A24C9A28}"/>
    <dgm:cxn modelId="{1E450C79-F415-4ECF-AA4E-2BADB83921DA}" srcId="{23FC40CA-39BF-4E39-909B-91617DA78344}" destId="{47F654D3-8BCE-490B-8A02-82CE7A47441D}" srcOrd="0" destOrd="0" parTransId="{A9A3AF1A-6DE3-41E6-9208-43B6218ECEC7}" sibTransId="{DC70A2AF-66B5-441F-9926-3DBCFEDD0DFF}"/>
    <dgm:cxn modelId="{4C05188E-74D9-4667-9C2C-1AD4D50FC3F5}" type="presOf" srcId="{8FC29B38-A322-46CB-B1B7-6CAEB6249D4A}" destId="{9ED462FA-4523-4AA1-9594-156CA88236EE}" srcOrd="0" destOrd="0" presId="urn:microsoft.com/office/officeart/2017/3/layout/DropPinTimeline"/>
    <dgm:cxn modelId="{53DDED8F-3A03-4EEE-85EC-F92B51C965E6}" type="presOf" srcId="{47F654D3-8BCE-490B-8A02-82CE7A47441D}" destId="{01FCFE14-1AA7-42B8-B92C-0861035B98C4}" srcOrd="0" destOrd="0" presId="urn:microsoft.com/office/officeart/2017/3/layout/DropPinTimeline"/>
    <dgm:cxn modelId="{E03909A7-E1E7-49A3-9C86-DCE4AF5835DA}" type="presOf" srcId="{22553462-089F-4B15-8151-D8AFD6C47BE0}" destId="{1F961A6E-BED9-4A43-804B-41EEBAE4C53E}" srcOrd="0" destOrd="0" presId="urn:microsoft.com/office/officeart/2017/3/layout/DropPinTimeline"/>
    <dgm:cxn modelId="{7815ADC3-2BDB-4670-8FDA-AB465537AF0C}" type="presOf" srcId="{23FC40CA-39BF-4E39-909B-91617DA78344}" destId="{E6F93869-6248-4440-9BB1-6228B0F296F2}" srcOrd="0" destOrd="0" presId="urn:microsoft.com/office/officeart/2017/3/layout/DropPinTimeline"/>
    <dgm:cxn modelId="{9814D8CE-B500-487C-BBF5-606756E05374}" type="presOf" srcId="{AA9DC61F-77E3-4838-9E06-73C626511E22}" destId="{E8232EF2-261A-4515-B0D6-44D5B1819E07}" srcOrd="0" destOrd="0" presId="urn:microsoft.com/office/officeart/2017/3/layout/DropPinTimeline"/>
    <dgm:cxn modelId="{EB7C4AE9-D220-467D-A209-3716710F0188}" srcId="{1121EDB7-07B6-4262-AE2E-CECD673E6506}" destId="{23FC40CA-39BF-4E39-909B-91617DA78344}" srcOrd="0" destOrd="0" parTransId="{9AFE52C0-4782-4904-A0F8-6055E6585CB0}" sibTransId="{385EDB0B-7F96-4671-B516-39179D9CCB76}"/>
    <dgm:cxn modelId="{86A97CEC-B8CB-45F6-8B8F-D26C75533923}" srcId="{AA9DC61F-77E3-4838-9E06-73C626511E22}" destId="{22553462-089F-4B15-8151-D8AFD6C47BE0}" srcOrd="0" destOrd="0" parTransId="{163F256A-F79A-409B-845F-C3628F21CECC}" sibTransId="{E09154AB-1025-4670-B0F5-A6AF88BB9BDE}"/>
    <dgm:cxn modelId="{9A648AFB-BBAB-4942-80AB-180A16711B3E}" type="presParOf" srcId="{3F08E327-9BD2-4D65-9976-2D808817BD4A}" destId="{8C6AACAF-364A-48F2-8582-08AF55EDE682}" srcOrd="0" destOrd="0" presId="urn:microsoft.com/office/officeart/2017/3/layout/DropPinTimeline"/>
    <dgm:cxn modelId="{7D235A89-C0F5-4AA9-A981-B1FAC0C73492}" type="presParOf" srcId="{3F08E327-9BD2-4D65-9976-2D808817BD4A}" destId="{778C08DB-F063-49D1-AE56-B3C672F7EACA}" srcOrd="1" destOrd="0" presId="urn:microsoft.com/office/officeart/2017/3/layout/DropPinTimeline"/>
    <dgm:cxn modelId="{2F0240E1-F739-4B80-83CA-2C7FBDC4D4C0}" type="presParOf" srcId="{778C08DB-F063-49D1-AE56-B3C672F7EACA}" destId="{6D4B2405-81B1-4B2B-93DA-B33C0F35F6E0}" srcOrd="0" destOrd="0" presId="urn:microsoft.com/office/officeart/2017/3/layout/DropPinTimeline"/>
    <dgm:cxn modelId="{6C644BAD-262C-4DAC-A40B-5BF2C436BB69}" type="presParOf" srcId="{6D4B2405-81B1-4B2B-93DA-B33C0F35F6E0}" destId="{970FDF17-9E2A-4C65-8B30-20DB50B92B94}" srcOrd="0" destOrd="0" presId="urn:microsoft.com/office/officeart/2017/3/layout/DropPinTimeline"/>
    <dgm:cxn modelId="{277FDC6B-7248-490B-A65F-BEFCCC0973F2}" type="presParOf" srcId="{6D4B2405-81B1-4B2B-93DA-B33C0F35F6E0}" destId="{5B3B7FE6-17F0-46C5-A51F-155A8AC047F3}" srcOrd="1" destOrd="0" presId="urn:microsoft.com/office/officeart/2017/3/layout/DropPinTimeline"/>
    <dgm:cxn modelId="{098555A7-4CD8-4B27-A738-092B00964FDA}" type="presParOf" srcId="{5B3B7FE6-17F0-46C5-A51F-155A8AC047F3}" destId="{F22276D4-DA36-424B-9F3C-A7A014D8E428}" srcOrd="0" destOrd="0" presId="urn:microsoft.com/office/officeart/2017/3/layout/DropPinTimeline"/>
    <dgm:cxn modelId="{EA043830-147A-4A00-AD2D-F6028F5A1355}" type="presParOf" srcId="{5B3B7FE6-17F0-46C5-A51F-155A8AC047F3}" destId="{92FE5C47-987C-4D69-A939-2F56EE882862}" srcOrd="1" destOrd="0" presId="urn:microsoft.com/office/officeart/2017/3/layout/DropPinTimeline"/>
    <dgm:cxn modelId="{FA04BA79-50B1-4E4B-9A93-4AA59E59AA44}" type="presParOf" srcId="{6D4B2405-81B1-4B2B-93DA-B33C0F35F6E0}" destId="{01FCFE14-1AA7-42B8-B92C-0861035B98C4}" srcOrd="2" destOrd="0" presId="urn:microsoft.com/office/officeart/2017/3/layout/DropPinTimeline"/>
    <dgm:cxn modelId="{865553F6-10DA-4175-8315-F3D1E6161418}" type="presParOf" srcId="{6D4B2405-81B1-4B2B-93DA-B33C0F35F6E0}" destId="{E6F93869-6248-4440-9BB1-6228B0F296F2}" srcOrd="3" destOrd="0" presId="urn:microsoft.com/office/officeart/2017/3/layout/DropPinTimeline"/>
    <dgm:cxn modelId="{65EE8E28-8261-4473-9382-2B7FA936BA28}" type="presParOf" srcId="{6D4B2405-81B1-4B2B-93DA-B33C0F35F6E0}" destId="{8A122F7C-1BF9-417F-9C4B-0FD552EA6DCA}" srcOrd="4" destOrd="0" presId="urn:microsoft.com/office/officeart/2017/3/layout/DropPinTimeline"/>
    <dgm:cxn modelId="{5FAFBAF5-C39E-4074-80FF-EF88EDF1AE3E}" type="presParOf" srcId="{6D4B2405-81B1-4B2B-93DA-B33C0F35F6E0}" destId="{FAA9DA58-5916-47FD-B447-CF1C2521B406}" srcOrd="5" destOrd="0" presId="urn:microsoft.com/office/officeart/2017/3/layout/DropPinTimeline"/>
    <dgm:cxn modelId="{88198FD5-6282-4DE2-8B47-83EBCC24DBA5}" type="presParOf" srcId="{778C08DB-F063-49D1-AE56-B3C672F7EACA}" destId="{2B14F87C-4430-4370-A45E-017553828DBA}" srcOrd="1" destOrd="0" presId="urn:microsoft.com/office/officeart/2017/3/layout/DropPinTimeline"/>
    <dgm:cxn modelId="{A640A8DA-DCDF-4774-A93B-E64DBC18FC2E}" type="presParOf" srcId="{778C08DB-F063-49D1-AE56-B3C672F7EACA}" destId="{1B3C2B72-6F5C-4F77-A998-765F905ECAA9}" srcOrd="2" destOrd="0" presId="urn:microsoft.com/office/officeart/2017/3/layout/DropPinTimeline"/>
    <dgm:cxn modelId="{DEE82A8C-228D-4B2E-8A98-C38136CD0049}" type="presParOf" srcId="{1B3C2B72-6F5C-4F77-A998-765F905ECAA9}" destId="{44892ED9-0583-443B-A9A4-73BC95FC787A}" srcOrd="0" destOrd="0" presId="urn:microsoft.com/office/officeart/2017/3/layout/DropPinTimeline"/>
    <dgm:cxn modelId="{2F77F602-13EA-4939-BB0B-348FC5289945}" type="presParOf" srcId="{1B3C2B72-6F5C-4F77-A998-765F905ECAA9}" destId="{0E9B0685-E61E-4C11-BDB2-56DE3DBEC7C3}" srcOrd="1" destOrd="0" presId="urn:microsoft.com/office/officeart/2017/3/layout/DropPinTimeline"/>
    <dgm:cxn modelId="{9C27F0F0-EDD0-46F3-B532-78FD13139547}" type="presParOf" srcId="{0E9B0685-E61E-4C11-BDB2-56DE3DBEC7C3}" destId="{0422E7B1-0B60-4BDB-A9D7-0A47EA3F98C8}" srcOrd="0" destOrd="0" presId="urn:microsoft.com/office/officeart/2017/3/layout/DropPinTimeline"/>
    <dgm:cxn modelId="{A5239817-A65B-48FC-8E3E-7E8C5D8C54B9}" type="presParOf" srcId="{0E9B0685-E61E-4C11-BDB2-56DE3DBEC7C3}" destId="{AE875407-2584-4CCB-BE7C-CA83B5AD66A0}" srcOrd="1" destOrd="0" presId="urn:microsoft.com/office/officeart/2017/3/layout/DropPinTimeline"/>
    <dgm:cxn modelId="{71CDFF4A-6B9E-4CD7-B049-61F4426028CF}" type="presParOf" srcId="{1B3C2B72-6F5C-4F77-A998-765F905ECAA9}" destId="{1F961A6E-BED9-4A43-804B-41EEBAE4C53E}" srcOrd="2" destOrd="0" presId="urn:microsoft.com/office/officeart/2017/3/layout/DropPinTimeline"/>
    <dgm:cxn modelId="{93E39972-9509-4A1B-A0BA-036F8B9ACEE4}" type="presParOf" srcId="{1B3C2B72-6F5C-4F77-A998-765F905ECAA9}" destId="{E8232EF2-261A-4515-B0D6-44D5B1819E07}" srcOrd="3" destOrd="0" presId="urn:microsoft.com/office/officeart/2017/3/layout/DropPinTimeline"/>
    <dgm:cxn modelId="{77A85194-0D1B-4701-AE36-D9F8EBB30099}" type="presParOf" srcId="{1B3C2B72-6F5C-4F77-A998-765F905ECAA9}" destId="{795EB64A-3214-4347-BCDB-567E462EA7AB}" srcOrd="4" destOrd="0" presId="urn:microsoft.com/office/officeart/2017/3/layout/DropPinTimeline"/>
    <dgm:cxn modelId="{2B3C3761-D5FA-473B-8967-9BBDF01FBA28}" type="presParOf" srcId="{1B3C2B72-6F5C-4F77-A998-765F905ECAA9}" destId="{DDB4771E-D7AA-469A-A161-808B21F92888}" srcOrd="5" destOrd="0" presId="urn:microsoft.com/office/officeart/2017/3/layout/DropPinTimeline"/>
    <dgm:cxn modelId="{8259628B-0BF6-4407-A715-20244461E7D6}" type="presParOf" srcId="{778C08DB-F063-49D1-AE56-B3C672F7EACA}" destId="{1BBDA2B6-8EAE-4BEF-AC4E-F7AF41CBB5AF}" srcOrd="3" destOrd="0" presId="urn:microsoft.com/office/officeart/2017/3/layout/DropPinTimeline"/>
    <dgm:cxn modelId="{FA362682-F816-4994-87E5-3FC32596FE97}" type="presParOf" srcId="{778C08DB-F063-49D1-AE56-B3C672F7EACA}" destId="{A7DA9D3D-19FA-427A-8E83-89A5731D1177}" srcOrd="4" destOrd="0" presId="urn:microsoft.com/office/officeart/2017/3/layout/DropPinTimeline"/>
    <dgm:cxn modelId="{C8C9FE69-AB2E-4FF2-9F83-FBB088F91471}" type="presParOf" srcId="{A7DA9D3D-19FA-427A-8E83-89A5731D1177}" destId="{039E5079-046E-430E-A0B2-7DA72147565C}" srcOrd="0" destOrd="0" presId="urn:microsoft.com/office/officeart/2017/3/layout/DropPinTimeline"/>
    <dgm:cxn modelId="{8D8FCD61-EEB8-48AC-905F-9BD74B757F12}" type="presParOf" srcId="{A7DA9D3D-19FA-427A-8E83-89A5731D1177}" destId="{8E5C98EE-CCA6-41EC-B47B-D3CCC9A4850A}" srcOrd="1" destOrd="0" presId="urn:microsoft.com/office/officeart/2017/3/layout/DropPinTimeline"/>
    <dgm:cxn modelId="{9E045568-0157-469E-894E-CE16DF66601D}" type="presParOf" srcId="{8E5C98EE-CCA6-41EC-B47B-D3CCC9A4850A}" destId="{59E47FE4-F3C8-4CD9-9BB9-48E12F531250}" srcOrd="0" destOrd="0" presId="urn:microsoft.com/office/officeart/2017/3/layout/DropPinTimeline"/>
    <dgm:cxn modelId="{2B0C798E-5A0C-408C-95AD-7A61E7892BD1}" type="presParOf" srcId="{8E5C98EE-CCA6-41EC-B47B-D3CCC9A4850A}" destId="{D3432497-76CF-4798-8C0F-3A4AFB04F3EA}" srcOrd="1" destOrd="0" presId="urn:microsoft.com/office/officeart/2017/3/layout/DropPinTimeline"/>
    <dgm:cxn modelId="{35EBA942-9D6A-46EC-BF23-D5DD61233DAF}" type="presParOf" srcId="{A7DA9D3D-19FA-427A-8E83-89A5731D1177}" destId="{9ED462FA-4523-4AA1-9594-156CA88236EE}" srcOrd="2" destOrd="0" presId="urn:microsoft.com/office/officeart/2017/3/layout/DropPinTimeline"/>
    <dgm:cxn modelId="{22AFEDA0-048F-4D79-819E-C329353E094A}" type="presParOf" srcId="{A7DA9D3D-19FA-427A-8E83-89A5731D1177}" destId="{C202CB6A-BCC8-4C2E-AE2F-73CBD446E59F}" srcOrd="3" destOrd="0" presId="urn:microsoft.com/office/officeart/2017/3/layout/DropPinTimeline"/>
    <dgm:cxn modelId="{FC763368-1D6B-4B11-962C-42B6AAE02C7E}" type="presParOf" srcId="{A7DA9D3D-19FA-427A-8E83-89A5731D1177}" destId="{0BA8603C-F145-4661-A005-C868AB01E6F2}" srcOrd="4" destOrd="0" presId="urn:microsoft.com/office/officeart/2017/3/layout/DropPinTimeline"/>
    <dgm:cxn modelId="{9B333660-D4B4-458F-9F9B-88333139860F}" type="presParOf" srcId="{A7DA9D3D-19FA-427A-8E83-89A5731D1177}" destId="{1A3DBE15-3843-4720-BA3F-F68FC094BADF}" srcOrd="5" destOrd="0" presId="urn:microsoft.com/office/officeart/2017/3/layout/DropPinTimeline"/>
    <dgm:cxn modelId="{F5059E1C-23D3-4ABA-AE91-A189E8743EA5}" type="presParOf" srcId="{778C08DB-F063-49D1-AE56-B3C672F7EACA}" destId="{39ED60C5-172A-48DE-B8EB-BF972C25EFA1}" srcOrd="5" destOrd="0" presId="urn:microsoft.com/office/officeart/2017/3/layout/DropPinTimeline"/>
    <dgm:cxn modelId="{78119BA0-BDEE-4576-8148-A27FEE2B355C}" type="presParOf" srcId="{778C08DB-F063-49D1-AE56-B3C672F7EACA}" destId="{38E24CCC-DF65-4457-BA63-6C397EC5BBC5}" srcOrd="6" destOrd="0" presId="urn:microsoft.com/office/officeart/2017/3/layout/DropPinTimeline"/>
    <dgm:cxn modelId="{6400D057-E651-440E-9D6C-EFEAB09F1C20}" type="presParOf" srcId="{38E24CCC-DF65-4457-BA63-6C397EC5BBC5}" destId="{80EE0531-12E8-421C-9615-B04596036242}" srcOrd="0" destOrd="0" presId="urn:microsoft.com/office/officeart/2017/3/layout/DropPinTimeline"/>
    <dgm:cxn modelId="{B471A418-13BF-4806-B158-D1322AFA1F62}" type="presParOf" srcId="{38E24CCC-DF65-4457-BA63-6C397EC5BBC5}" destId="{C1F729C2-F82D-4994-B6AE-137BF7417F71}" srcOrd="1" destOrd="0" presId="urn:microsoft.com/office/officeart/2017/3/layout/DropPinTimeline"/>
    <dgm:cxn modelId="{4C0765B2-7BAE-4410-AC5B-4F689259EA40}" type="presParOf" srcId="{C1F729C2-F82D-4994-B6AE-137BF7417F71}" destId="{83F16439-E09B-4FC3-ADEF-0864F0906109}" srcOrd="0" destOrd="0" presId="urn:microsoft.com/office/officeart/2017/3/layout/DropPinTimeline"/>
    <dgm:cxn modelId="{7A65DDDA-1517-4B08-ADC5-12BF864C3067}" type="presParOf" srcId="{C1F729C2-F82D-4994-B6AE-137BF7417F71}" destId="{009AB5D8-6688-4F42-AF82-D7BBA6870957}" srcOrd="1" destOrd="0" presId="urn:microsoft.com/office/officeart/2017/3/layout/DropPinTimeline"/>
    <dgm:cxn modelId="{673AAEEB-6CF5-464C-B34C-15073B1C37D9}" type="presParOf" srcId="{38E24CCC-DF65-4457-BA63-6C397EC5BBC5}" destId="{8E8A9974-B7DA-4F90-9629-E49A9215E4A8}" srcOrd="2" destOrd="0" presId="urn:microsoft.com/office/officeart/2017/3/layout/DropPinTimeline"/>
    <dgm:cxn modelId="{147B93F0-FCA6-41DB-972F-F9B707DD485C}" type="presParOf" srcId="{38E24CCC-DF65-4457-BA63-6C397EC5BBC5}" destId="{CC161504-8091-41FA-B186-7EFB7D0EFB4B}" srcOrd="3" destOrd="0" presId="urn:microsoft.com/office/officeart/2017/3/layout/DropPinTimeline"/>
    <dgm:cxn modelId="{693DFC99-AF50-41C2-A5D8-8D4F7E91F44F}" type="presParOf" srcId="{38E24CCC-DF65-4457-BA63-6C397EC5BBC5}" destId="{4240BE8E-0AB4-4B7F-BDA9-328E211B7CCB}" srcOrd="4" destOrd="0" presId="urn:microsoft.com/office/officeart/2017/3/layout/DropPinTimeline"/>
    <dgm:cxn modelId="{1195A8A9-899B-4476-B0A9-BE3E52058239}" type="presParOf" srcId="{38E24CCC-DF65-4457-BA63-6C397EC5BBC5}" destId="{71760EC6-60ED-47D2-AD49-4060B7D8A548}" srcOrd="5" destOrd="0" presId="urn:microsoft.com/office/officeart/2017/3/layout/DropPinTimeline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E0F0657C-BA5D-4638-A181-3EE61E9F842E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F4293F7C-4524-4E26-BA43-43AABFA6E302}">
      <dgm:prSet custT="1"/>
      <dgm:spPr/>
      <dgm:t>
        <a:bodyPr/>
        <a:lstStyle/>
        <a:p>
          <a:r>
            <a:rPr lang="en-US" sz="3600" dirty="0" err="1">
              <a:solidFill>
                <a:schemeClr val="bg1"/>
              </a:solidFill>
              <a:hlinkClick xmlns:r="http://schemas.openxmlformats.org/officeDocument/2006/relationships" r:id="rId1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rPr>
            <a:t>Hver</a:t>
          </a:r>
          <a:r>
            <a:rPr lang="en-US" sz="3600" dirty="0">
              <a:solidFill>
                <a:schemeClr val="bg1"/>
              </a:solidFill>
              <a:hlinkClick xmlns:r="http://schemas.openxmlformats.org/officeDocument/2006/relationships" r:id="rId1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rPr>
            <a:t> </a:t>
          </a:r>
          <a:r>
            <a:rPr lang="en-US" sz="3600" dirty="0" err="1">
              <a:solidFill>
                <a:schemeClr val="bg1"/>
              </a:solidFill>
              <a:hlinkClick xmlns:r="http://schemas.openxmlformats.org/officeDocument/2006/relationships" r:id="rId1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rPr>
            <a:t>gruppe</a:t>
          </a:r>
          <a:r>
            <a:rPr lang="en-US" sz="3600" dirty="0">
              <a:solidFill>
                <a:schemeClr val="bg1"/>
              </a:solidFill>
              <a:hlinkClick xmlns:r="http://schemas.openxmlformats.org/officeDocument/2006/relationships" r:id="rId1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rPr>
            <a:t> </a:t>
          </a:r>
          <a:r>
            <a:rPr lang="en-US" sz="3600" dirty="0" err="1">
              <a:solidFill>
                <a:schemeClr val="bg1"/>
              </a:solidFill>
              <a:hlinkClick xmlns:r="http://schemas.openxmlformats.org/officeDocument/2006/relationships" r:id="rId1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rPr>
            <a:t>får</a:t>
          </a:r>
          <a:r>
            <a:rPr lang="en-US" sz="3600" dirty="0">
              <a:solidFill>
                <a:schemeClr val="bg1"/>
              </a:solidFill>
              <a:hlinkClick xmlns:r="http://schemas.openxmlformats.org/officeDocument/2006/relationships" r:id="rId1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rPr>
            <a:t> </a:t>
          </a:r>
          <a:r>
            <a:rPr lang="en-US" sz="3600" dirty="0" err="1">
              <a:solidFill>
                <a:schemeClr val="bg1"/>
              </a:solidFill>
              <a:hlinkClick xmlns:r="http://schemas.openxmlformats.org/officeDocument/2006/relationships" r:id="rId1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rPr>
            <a:t>ansvar</a:t>
          </a:r>
          <a:r>
            <a:rPr lang="en-US" sz="3600" dirty="0">
              <a:solidFill>
                <a:schemeClr val="bg1"/>
              </a:solidFill>
              <a:hlinkClick xmlns:r="http://schemas.openxmlformats.org/officeDocument/2006/relationships" r:id="rId1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rPr>
            <a:t> for </a:t>
          </a:r>
          <a:r>
            <a:rPr lang="en-US" sz="3600" dirty="0" err="1">
              <a:solidFill>
                <a:schemeClr val="bg1"/>
              </a:solidFill>
              <a:hlinkClick xmlns:r="http://schemas.openxmlformats.org/officeDocument/2006/relationships" r:id="rId1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rPr>
            <a:t>én</a:t>
          </a:r>
          <a:r>
            <a:rPr lang="en-US" sz="3600" dirty="0">
              <a:solidFill>
                <a:schemeClr val="bg1"/>
              </a:solidFill>
              <a:hlinkClick xmlns:r="http://schemas.openxmlformats.org/officeDocument/2006/relationships" r:id="rId1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rPr>
            <a:t> rapport.</a:t>
          </a:r>
          <a:endParaRPr lang="en-US" sz="3600" dirty="0">
            <a:solidFill>
              <a:schemeClr val="bg1"/>
            </a:solidFill>
          </a:endParaRPr>
        </a:p>
      </dgm:t>
    </dgm:pt>
    <dgm:pt modelId="{AE43D8C3-514F-4953-9E61-C863A101DD33}" type="parTrans" cxnId="{2CC0DC97-D6B0-4D8B-A5E2-4C53AEF01F8D}">
      <dgm:prSet/>
      <dgm:spPr/>
      <dgm:t>
        <a:bodyPr/>
        <a:lstStyle/>
        <a:p>
          <a:endParaRPr lang="en-US" sz="1100"/>
        </a:p>
      </dgm:t>
    </dgm:pt>
    <dgm:pt modelId="{24BC2D4A-F797-474A-A591-8AEA4BF4BB68}" type="sibTrans" cxnId="{2CC0DC97-D6B0-4D8B-A5E2-4C53AEF01F8D}">
      <dgm:prSet/>
      <dgm:spPr/>
      <dgm:t>
        <a:bodyPr/>
        <a:lstStyle/>
        <a:p>
          <a:endParaRPr lang="en-US" sz="1100"/>
        </a:p>
      </dgm:t>
    </dgm:pt>
    <dgm:pt modelId="{199BD112-C01E-4B5E-BC65-5985D9CFC242}">
      <dgm:prSet custT="1"/>
      <dgm:spPr/>
      <dgm:t>
        <a:bodyPr/>
        <a:lstStyle/>
        <a:p>
          <a:r>
            <a:rPr lang="nb-NO" sz="3600"/>
            <a:t>Vurder spesielt hvilke virkniger rapporten beskriver at tiltaket har</a:t>
          </a:r>
          <a:endParaRPr lang="en-US" sz="3600"/>
        </a:p>
      </dgm:t>
    </dgm:pt>
    <dgm:pt modelId="{1AC33FFE-74D0-4CA7-8FFE-19325ABE1199}" type="parTrans" cxnId="{34037330-C056-4F9A-8237-C5E0CCCAC9C7}">
      <dgm:prSet/>
      <dgm:spPr/>
      <dgm:t>
        <a:bodyPr/>
        <a:lstStyle/>
        <a:p>
          <a:endParaRPr lang="en-US" sz="1100"/>
        </a:p>
      </dgm:t>
    </dgm:pt>
    <dgm:pt modelId="{F6B1932F-FB79-4517-9B63-8BBF903D6A60}" type="sibTrans" cxnId="{34037330-C056-4F9A-8237-C5E0CCCAC9C7}">
      <dgm:prSet/>
      <dgm:spPr/>
      <dgm:t>
        <a:bodyPr/>
        <a:lstStyle/>
        <a:p>
          <a:endParaRPr lang="en-US" sz="1100"/>
        </a:p>
      </dgm:t>
    </dgm:pt>
    <dgm:pt modelId="{7F17FC34-DCEA-478C-AE0D-D43EF64A5F6E}">
      <dgm:prSet custT="1"/>
      <dgm:spPr/>
      <dgm:t>
        <a:bodyPr/>
        <a:lstStyle/>
        <a:p>
          <a:r>
            <a:rPr lang="nb-NO" sz="3600"/>
            <a:t>Les rapporten dere har fått ansvar for</a:t>
          </a:r>
          <a:endParaRPr lang="en-US" sz="3600" dirty="0"/>
        </a:p>
      </dgm:t>
    </dgm:pt>
    <dgm:pt modelId="{1C2CD06E-9354-45B9-9B44-DD9F63A1E002}" type="parTrans" cxnId="{3A727C12-58CC-4878-9964-A530781BC470}">
      <dgm:prSet/>
      <dgm:spPr/>
      <dgm:t>
        <a:bodyPr/>
        <a:lstStyle/>
        <a:p>
          <a:endParaRPr lang="nb-NO" sz="1400"/>
        </a:p>
      </dgm:t>
    </dgm:pt>
    <dgm:pt modelId="{168EFB19-A2C4-40B9-849A-0E041230F151}" type="sibTrans" cxnId="{3A727C12-58CC-4878-9964-A530781BC470}">
      <dgm:prSet/>
      <dgm:spPr/>
      <dgm:t>
        <a:bodyPr/>
        <a:lstStyle/>
        <a:p>
          <a:endParaRPr lang="nb-NO" sz="1400"/>
        </a:p>
      </dgm:t>
    </dgm:pt>
    <dgm:pt modelId="{8DF2EA8B-9ECD-4D64-A034-40004F86FDE7}" type="pres">
      <dgm:prSet presAssocID="{E0F0657C-BA5D-4638-A181-3EE61E9F842E}" presName="linear" presStyleCnt="0">
        <dgm:presLayoutVars>
          <dgm:animLvl val="lvl"/>
          <dgm:resizeHandles val="exact"/>
        </dgm:presLayoutVars>
      </dgm:prSet>
      <dgm:spPr/>
    </dgm:pt>
    <dgm:pt modelId="{58038AF8-9D42-4568-84FE-3FA109438319}" type="pres">
      <dgm:prSet presAssocID="{F4293F7C-4524-4E26-BA43-43AABFA6E302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E486087D-94E1-4844-94A3-F4FE43538668}" type="pres">
      <dgm:prSet presAssocID="{24BC2D4A-F797-474A-A591-8AEA4BF4BB68}" presName="spacer" presStyleCnt="0"/>
      <dgm:spPr/>
    </dgm:pt>
    <dgm:pt modelId="{EBF8A018-8B07-4657-9978-B1105A7EA0CE}" type="pres">
      <dgm:prSet presAssocID="{7F17FC34-DCEA-478C-AE0D-D43EF64A5F6E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88A7F04D-367D-41E0-BF4E-04CB38E2435E}" type="pres">
      <dgm:prSet presAssocID="{168EFB19-A2C4-40B9-849A-0E041230F151}" presName="spacer" presStyleCnt="0"/>
      <dgm:spPr/>
    </dgm:pt>
    <dgm:pt modelId="{BD3E2B84-0D0A-4DC8-BB8A-18FEEB66BE91}" type="pres">
      <dgm:prSet presAssocID="{199BD112-C01E-4B5E-BC65-5985D9CFC242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3A727C12-58CC-4878-9964-A530781BC470}" srcId="{E0F0657C-BA5D-4638-A181-3EE61E9F842E}" destId="{7F17FC34-DCEA-478C-AE0D-D43EF64A5F6E}" srcOrd="1" destOrd="0" parTransId="{1C2CD06E-9354-45B9-9B44-DD9F63A1E002}" sibTransId="{168EFB19-A2C4-40B9-849A-0E041230F151}"/>
    <dgm:cxn modelId="{0C3E1125-8A44-4B49-879D-15273F401B8D}" type="presOf" srcId="{E0F0657C-BA5D-4638-A181-3EE61E9F842E}" destId="{8DF2EA8B-9ECD-4D64-A034-40004F86FDE7}" srcOrd="0" destOrd="0" presId="urn:microsoft.com/office/officeart/2005/8/layout/vList2"/>
    <dgm:cxn modelId="{34037330-C056-4F9A-8237-C5E0CCCAC9C7}" srcId="{E0F0657C-BA5D-4638-A181-3EE61E9F842E}" destId="{199BD112-C01E-4B5E-BC65-5985D9CFC242}" srcOrd="2" destOrd="0" parTransId="{1AC33FFE-74D0-4CA7-8FFE-19325ABE1199}" sibTransId="{F6B1932F-FB79-4517-9B63-8BBF903D6A60}"/>
    <dgm:cxn modelId="{AA79D796-0A89-438E-9676-7ED5AB164F57}" type="presOf" srcId="{7F17FC34-DCEA-478C-AE0D-D43EF64A5F6E}" destId="{EBF8A018-8B07-4657-9978-B1105A7EA0CE}" srcOrd="0" destOrd="0" presId="urn:microsoft.com/office/officeart/2005/8/layout/vList2"/>
    <dgm:cxn modelId="{2CC0DC97-D6B0-4D8B-A5E2-4C53AEF01F8D}" srcId="{E0F0657C-BA5D-4638-A181-3EE61E9F842E}" destId="{F4293F7C-4524-4E26-BA43-43AABFA6E302}" srcOrd="0" destOrd="0" parTransId="{AE43D8C3-514F-4953-9E61-C863A101DD33}" sibTransId="{24BC2D4A-F797-474A-A591-8AEA4BF4BB68}"/>
    <dgm:cxn modelId="{4EF0C4B9-160D-4759-828C-1056A1E26AB4}" type="presOf" srcId="{199BD112-C01E-4B5E-BC65-5985D9CFC242}" destId="{BD3E2B84-0D0A-4DC8-BB8A-18FEEB66BE91}" srcOrd="0" destOrd="0" presId="urn:microsoft.com/office/officeart/2005/8/layout/vList2"/>
    <dgm:cxn modelId="{283F08D7-2FA2-4F5E-88B3-B01240A58E45}" type="presOf" srcId="{F4293F7C-4524-4E26-BA43-43AABFA6E302}" destId="{58038AF8-9D42-4568-84FE-3FA109438319}" srcOrd="0" destOrd="0" presId="urn:microsoft.com/office/officeart/2005/8/layout/vList2"/>
    <dgm:cxn modelId="{37BECE03-2447-45C2-9C73-84CAD55A5F3A}" type="presParOf" srcId="{8DF2EA8B-9ECD-4D64-A034-40004F86FDE7}" destId="{58038AF8-9D42-4568-84FE-3FA109438319}" srcOrd="0" destOrd="0" presId="urn:microsoft.com/office/officeart/2005/8/layout/vList2"/>
    <dgm:cxn modelId="{4F694DD1-F8B4-4F98-BEE5-CEFE1534D28E}" type="presParOf" srcId="{8DF2EA8B-9ECD-4D64-A034-40004F86FDE7}" destId="{E486087D-94E1-4844-94A3-F4FE43538668}" srcOrd="1" destOrd="0" presId="urn:microsoft.com/office/officeart/2005/8/layout/vList2"/>
    <dgm:cxn modelId="{5AF2AB54-474F-4974-ACBE-28971BFC0D95}" type="presParOf" srcId="{8DF2EA8B-9ECD-4D64-A034-40004F86FDE7}" destId="{EBF8A018-8B07-4657-9978-B1105A7EA0CE}" srcOrd="2" destOrd="0" presId="urn:microsoft.com/office/officeart/2005/8/layout/vList2"/>
    <dgm:cxn modelId="{833C020D-2C0D-4183-BB7A-37AC6B2BA13D}" type="presParOf" srcId="{8DF2EA8B-9ECD-4D64-A034-40004F86FDE7}" destId="{88A7F04D-367D-41E0-BF4E-04CB38E2435E}" srcOrd="3" destOrd="0" presId="urn:microsoft.com/office/officeart/2005/8/layout/vList2"/>
    <dgm:cxn modelId="{C106D841-4976-4AFE-83D1-AB44450A6AB8}" type="presParOf" srcId="{8DF2EA8B-9ECD-4D64-A034-40004F86FDE7}" destId="{BD3E2B84-0D0A-4DC8-BB8A-18FEEB66BE91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7F4A7D8C-06DF-4D12-A1A0-4380D23B011A}" type="doc">
      <dgm:prSet loTypeId="urn:microsoft.com/office/officeart/2005/8/layout/list1" loCatId="list" qsTypeId="urn:microsoft.com/office/officeart/2005/8/quickstyle/simple4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2A2DD18D-A5A8-4265-A921-56FBEB65A57C}">
      <dgm:prSet/>
      <dgm:spPr/>
      <dgm:t>
        <a:bodyPr/>
        <a:lstStyle/>
        <a:p>
          <a:r>
            <a:rPr lang="nb-NO"/>
            <a:t>Investeringskostnad</a:t>
          </a:r>
          <a:endParaRPr lang="en-US"/>
        </a:p>
      </dgm:t>
    </dgm:pt>
    <dgm:pt modelId="{2B95FC77-1E14-45D3-81D0-21F28528AA73}" type="parTrans" cxnId="{39DA37CE-1195-4B76-8AC2-11D7BC4D5853}">
      <dgm:prSet/>
      <dgm:spPr/>
      <dgm:t>
        <a:bodyPr/>
        <a:lstStyle/>
        <a:p>
          <a:endParaRPr lang="en-US"/>
        </a:p>
      </dgm:t>
    </dgm:pt>
    <dgm:pt modelId="{4A9A94AC-5A99-4BB4-9388-84CB2F259DE5}" type="sibTrans" cxnId="{39DA37CE-1195-4B76-8AC2-11D7BC4D5853}">
      <dgm:prSet/>
      <dgm:spPr/>
      <dgm:t>
        <a:bodyPr/>
        <a:lstStyle/>
        <a:p>
          <a:endParaRPr lang="en-US"/>
        </a:p>
      </dgm:t>
    </dgm:pt>
    <dgm:pt modelId="{3E74D5A0-7E37-4827-89E4-7C3B4D5DA736}">
      <dgm:prSet/>
      <dgm:spPr/>
      <dgm:t>
        <a:bodyPr/>
        <a:lstStyle/>
        <a:p>
          <a:r>
            <a:rPr lang="nb-NO"/>
            <a:t>Driftskostnad</a:t>
          </a:r>
          <a:endParaRPr lang="en-US"/>
        </a:p>
      </dgm:t>
    </dgm:pt>
    <dgm:pt modelId="{31AC7AB0-30B0-4CD3-AFF5-C63641F05888}" type="parTrans" cxnId="{96503C5D-E750-4298-944D-5BB51335C493}">
      <dgm:prSet/>
      <dgm:spPr/>
      <dgm:t>
        <a:bodyPr/>
        <a:lstStyle/>
        <a:p>
          <a:endParaRPr lang="en-US"/>
        </a:p>
      </dgm:t>
    </dgm:pt>
    <dgm:pt modelId="{D7907DAB-B019-4444-9693-D92F15E1C980}" type="sibTrans" cxnId="{96503C5D-E750-4298-944D-5BB51335C493}">
      <dgm:prSet/>
      <dgm:spPr/>
      <dgm:t>
        <a:bodyPr/>
        <a:lstStyle/>
        <a:p>
          <a:endParaRPr lang="en-US"/>
        </a:p>
      </dgm:t>
    </dgm:pt>
    <dgm:pt modelId="{DF18117E-3B71-4D55-8911-E0C419062A89}">
      <dgm:prSet/>
      <dgm:spPr/>
      <dgm:t>
        <a:bodyPr/>
        <a:lstStyle/>
        <a:p>
          <a:r>
            <a:rPr lang="nb-NO"/>
            <a:t>Byggetid</a:t>
          </a:r>
          <a:endParaRPr lang="en-US"/>
        </a:p>
      </dgm:t>
    </dgm:pt>
    <dgm:pt modelId="{B6EAA7D6-D191-4CC3-88E9-6EEF3C183B78}" type="parTrans" cxnId="{D017315B-7F90-4C10-946D-68C6D39F5A7C}">
      <dgm:prSet/>
      <dgm:spPr/>
      <dgm:t>
        <a:bodyPr/>
        <a:lstStyle/>
        <a:p>
          <a:endParaRPr lang="en-US"/>
        </a:p>
      </dgm:t>
    </dgm:pt>
    <dgm:pt modelId="{FE50D43A-9558-4692-A741-BF738EEA714D}" type="sibTrans" cxnId="{D017315B-7F90-4C10-946D-68C6D39F5A7C}">
      <dgm:prSet/>
      <dgm:spPr/>
      <dgm:t>
        <a:bodyPr/>
        <a:lstStyle/>
        <a:p>
          <a:endParaRPr lang="en-US"/>
        </a:p>
      </dgm:t>
    </dgm:pt>
    <dgm:pt modelId="{3835C3FB-C3A7-40DB-9DA5-2620D5DD6F47}">
      <dgm:prSet/>
      <dgm:spPr/>
      <dgm:t>
        <a:bodyPr/>
        <a:lstStyle/>
        <a:p>
          <a:r>
            <a:rPr lang="nb-NO"/>
            <a:t>Produksjon</a:t>
          </a:r>
          <a:endParaRPr lang="en-US"/>
        </a:p>
      </dgm:t>
    </dgm:pt>
    <dgm:pt modelId="{6659DDC8-016D-4EC0-851E-BB18BE0D746B}" type="parTrans" cxnId="{F9AA894F-84A9-46C4-855E-231C0705259B}">
      <dgm:prSet/>
      <dgm:spPr/>
      <dgm:t>
        <a:bodyPr/>
        <a:lstStyle/>
        <a:p>
          <a:endParaRPr lang="en-US"/>
        </a:p>
      </dgm:t>
    </dgm:pt>
    <dgm:pt modelId="{8551FC7E-8BBF-4152-A633-6996F304FD40}" type="sibTrans" cxnId="{F9AA894F-84A9-46C4-855E-231C0705259B}">
      <dgm:prSet/>
      <dgm:spPr/>
      <dgm:t>
        <a:bodyPr/>
        <a:lstStyle/>
        <a:p>
          <a:endParaRPr lang="en-US"/>
        </a:p>
      </dgm:t>
    </dgm:pt>
    <dgm:pt modelId="{836AEE4F-8F5E-45E7-8F87-0AB984A06E5C}">
      <dgm:prSet/>
      <dgm:spPr/>
      <dgm:t>
        <a:bodyPr/>
        <a:lstStyle/>
        <a:p>
          <a:r>
            <a:rPr lang="nb-NO"/>
            <a:t>Levetid</a:t>
          </a:r>
          <a:endParaRPr lang="en-US"/>
        </a:p>
      </dgm:t>
    </dgm:pt>
    <dgm:pt modelId="{320E36DB-C716-4E02-A3DD-BF7B1D2E892B}" type="parTrans" cxnId="{2E7FD54B-B753-48CE-97E8-BAF1AF8BC509}">
      <dgm:prSet/>
      <dgm:spPr/>
      <dgm:t>
        <a:bodyPr/>
        <a:lstStyle/>
        <a:p>
          <a:endParaRPr lang="en-US"/>
        </a:p>
      </dgm:t>
    </dgm:pt>
    <dgm:pt modelId="{2F7F134B-6450-40AF-AE67-A7173111DAB9}" type="sibTrans" cxnId="{2E7FD54B-B753-48CE-97E8-BAF1AF8BC509}">
      <dgm:prSet/>
      <dgm:spPr/>
      <dgm:t>
        <a:bodyPr/>
        <a:lstStyle/>
        <a:p>
          <a:endParaRPr lang="en-US"/>
        </a:p>
      </dgm:t>
    </dgm:pt>
    <dgm:pt modelId="{DD9D921C-27E1-43A8-B19E-8FB1EA448E72}">
      <dgm:prSet/>
      <dgm:spPr/>
      <dgm:t>
        <a:bodyPr/>
        <a:lstStyle/>
        <a:p>
          <a:r>
            <a:rPr lang="nb-NO"/>
            <a:t>Fremtidig kraftpris</a:t>
          </a:r>
          <a:endParaRPr lang="en-US"/>
        </a:p>
      </dgm:t>
    </dgm:pt>
    <dgm:pt modelId="{14ED5939-8D87-41FA-BAB5-A48021530B00}" type="parTrans" cxnId="{67A87F75-646F-4A93-948D-BF6BEC233E2A}">
      <dgm:prSet/>
      <dgm:spPr/>
      <dgm:t>
        <a:bodyPr/>
        <a:lstStyle/>
        <a:p>
          <a:endParaRPr lang="en-US"/>
        </a:p>
      </dgm:t>
    </dgm:pt>
    <dgm:pt modelId="{53874E3D-1A0F-4E7E-A708-DEA63A6AAC71}" type="sibTrans" cxnId="{67A87F75-646F-4A93-948D-BF6BEC233E2A}">
      <dgm:prSet/>
      <dgm:spPr/>
      <dgm:t>
        <a:bodyPr/>
        <a:lstStyle/>
        <a:p>
          <a:endParaRPr lang="en-US"/>
        </a:p>
      </dgm:t>
    </dgm:pt>
    <dgm:pt modelId="{E3DAC9AC-DA17-4A9C-838D-2409F825CC5E}">
      <dgm:prSet/>
      <dgm:spPr/>
      <dgm:t>
        <a:bodyPr/>
        <a:lstStyle/>
        <a:p>
          <a:r>
            <a:rPr lang="nb-NO"/>
            <a:t>Infrastruktur</a:t>
          </a:r>
          <a:endParaRPr lang="en-US"/>
        </a:p>
      </dgm:t>
    </dgm:pt>
    <dgm:pt modelId="{93196163-E30A-4F41-BD7F-B71BC1135509}" type="parTrans" cxnId="{8222F758-ECE7-4757-BE62-419E181C4A1A}">
      <dgm:prSet/>
      <dgm:spPr/>
      <dgm:t>
        <a:bodyPr/>
        <a:lstStyle/>
        <a:p>
          <a:endParaRPr lang="en-US"/>
        </a:p>
      </dgm:t>
    </dgm:pt>
    <dgm:pt modelId="{CA35EC5D-A70A-4CE1-96DE-79A5D21AB628}" type="sibTrans" cxnId="{8222F758-ECE7-4757-BE62-419E181C4A1A}">
      <dgm:prSet/>
      <dgm:spPr/>
      <dgm:t>
        <a:bodyPr/>
        <a:lstStyle/>
        <a:p>
          <a:endParaRPr lang="en-US"/>
        </a:p>
      </dgm:t>
    </dgm:pt>
    <dgm:pt modelId="{0436811E-84B3-4CB1-8702-E3ADF8470193}" type="pres">
      <dgm:prSet presAssocID="{7F4A7D8C-06DF-4D12-A1A0-4380D23B011A}" presName="linear" presStyleCnt="0">
        <dgm:presLayoutVars>
          <dgm:dir/>
          <dgm:animLvl val="lvl"/>
          <dgm:resizeHandles val="exact"/>
        </dgm:presLayoutVars>
      </dgm:prSet>
      <dgm:spPr/>
    </dgm:pt>
    <dgm:pt modelId="{F3A5BD27-A6E0-4D18-834D-099C0830CFC6}" type="pres">
      <dgm:prSet presAssocID="{2A2DD18D-A5A8-4265-A921-56FBEB65A57C}" presName="parentLin" presStyleCnt="0"/>
      <dgm:spPr/>
    </dgm:pt>
    <dgm:pt modelId="{9320DA66-95C4-45AB-A282-6D773254D961}" type="pres">
      <dgm:prSet presAssocID="{2A2DD18D-A5A8-4265-A921-56FBEB65A57C}" presName="parentLeftMargin" presStyleLbl="node1" presStyleIdx="0" presStyleCnt="7"/>
      <dgm:spPr/>
    </dgm:pt>
    <dgm:pt modelId="{E3459AF2-7BF1-4DB6-A3D5-41211DBCECAD}" type="pres">
      <dgm:prSet presAssocID="{2A2DD18D-A5A8-4265-A921-56FBEB65A57C}" presName="parentText" presStyleLbl="node1" presStyleIdx="0" presStyleCnt="7">
        <dgm:presLayoutVars>
          <dgm:chMax val="0"/>
          <dgm:bulletEnabled val="1"/>
        </dgm:presLayoutVars>
      </dgm:prSet>
      <dgm:spPr/>
    </dgm:pt>
    <dgm:pt modelId="{B739D35A-952F-4FAF-8B24-085CA3CC82D2}" type="pres">
      <dgm:prSet presAssocID="{2A2DD18D-A5A8-4265-A921-56FBEB65A57C}" presName="negativeSpace" presStyleCnt="0"/>
      <dgm:spPr/>
    </dgm:pt>
    <dgm:pt modelId="{1E086524-2CF7-4414-821C-B39017E88F43}" type="pres">
      <dgm:prSet presAssocID="{2A2DD18D-A5A8-4265-A921-56FBEB65A57C}" presName="childText" presStyleLbl="conFgAcc1" presStyleIdx="0" presStyleCnt="7">
        <dgm:presLayoutVars>
          <dgm:bulletEnabled val="1"/>
        </dgm:presLayoutVars>
      </dgm:prSet>
      <dgm:spPr/>
    </dgm:pt>
    <dgm:pt modelId="{DB9EE320-9374-4F74-A688-A7AFEF81D1E6}" type="pres">
      <dgm:prSet presAssocID="{4A9A94AC-5A99-4BB4-9388-84CB2F259DE5}" presName="spaceBetweenRectangles" presStyleCnt="0"/>
      <dgm:spPr/>
    </dgm:pt>
    <dgm:pt modelId="{B17D111B-A338-4F7F-92FF-A23F1E403F14}" type="pres">
      <dgm:prSet presAssocID="{3E74D5A0-7E37-4827-89E4-7C3B4D5DA736}" presName="parentLin" presStyleCnt="0"/>
      <dgm:spPr/>
    </dgm:pt>
    <dgm:pt modelId="{BDA28E5C-5CD3-44F0-850D-11E0D63D079E}" type="pres">
      <dgm:prSet presAssocID="{3E74D5A0-7E37-4827-89E4-7C3B4D5DA736}" presName="parentLeftMargin" presStyleLbl="node1" presStyleIdx="0" presStyleCnt="7"/>
      <dgm:spPr/>
    </dgm:pt>
    <dgm:pt modelId="{1820683D-AC13-406D-960B-12610E84A5F7}" type="pres">
      <dgm:prSet presAssocID="{3E74D5A0-7E37-4827-89E4-7C3B4D5DA736}" presName="parentText" presStyleLbl="node1" presStyleIdx="1" presStyleCnt="7">
        <dgm:presLayoutVars>
          <dgm:chMax val="0"/>
          <dgm:bulletEnabled val="1"/>
        </dgm:presLayoutVars>
      </dgm:prSet>
      <dgm:spPr/>
    </dgm:pt>
    <dgm:pt modelId="{76D1BBEC-6BCC-4317-B33C-F11E5434EF5C}" type="pres">
      <dgm:prSet presAssocID="{3E74D5A0-7E37-4827-89E4-7C3B4D5DA736}" presName="negativeSpace" presStyleCnt="0"/>
      <dgm:spPr/>
    </dgm:pt>
    <dgm:pt modelId="{4A3AD054-6AAE-4EAC-8586-9E0BFDAC3B2A}" type="pres">
      <dgm:prSet presAssocID="{3E74D5A0-7E37-4827-89E4-7C3B4D5DA736}" presName="childText" presStyleLbl="conFgAcc1" presStyleIdx="1" presStyleCnt="7">
        <dgm:presLayoutVars>
          <dgm:bulletEnabled val="1"/>
        </dgm:presLayoutVars>
      </dgm:prSet>
      <dgm:spPr/>
    </dgm:pt>
    <dgm:pt modelId="{CC0A7812-4742-4A33-AD38-0CEC0D002CE7}" type="pres">
      <dgm:prSet presAssocID="{D7907DAB-B019-4444-9693-D92F15E1C980}" presName="spaceBetweenRectangles" presStyleCnt="0"/>
      <dgm:spPr/>
    </dgm:pt>
    <dgm:pt modelId="{53C6C41E-BDF7-47FE-817E-5BFAEDEB57B6}" type="pres">
      <dgm:prSet presAssocID="{DF18117E-3B71-4D55-8911-E0C419062A89}" presName="parentLin" presStyleCnt="0"/>
      <dgm:spPr/>
    </dgm:pt>
    <dgm:pt modelId="{CF67B85C-CEF4-49DF-950C-1C208E3DBA80}" type="pres">
      <dgm:prSet presAssocID="{DF18117E-3B71-4D55-8911-E0C419062A89}" presName="parentLeftMargin" presStyleLbl="node1" presStyleIdx="1" presStyleCnt="7"/>
      <dgm:spPr/>
    </dgm:pt>
    <dgm:pt modelId="{5005E0DC-4D6B-4EAD-924D-9D77E28CDC9C}" type="pres">
      <dgm:prSet presAssocID="{DF18117E-3B71-4D55-8911-E0C419062A89}" presName="parentText" presStyleLbl="node1" presStyleIdx="2" presStyleCnt="7">
        <dgm:presLayoutVars>
          <dgm:chMax val="0"/>
          <dgm:bulletEnabled val="1"/>
        </dgm:presLayoutVars>
      </dgm:prSet>
      <dgm:spPr/>
    </dgm:pt>
    <dgm:pt modelId="{DD3C564B-751C-4CE8-870B-A09375E5808C}" type="pres">
      <dgm:prSet presAssocID="{DF18117E-3B71-4D55-8911-E0C419062A89}" presName="negativeSpace" presStyleCnt="0"/>
      <dgm:spPr/>
    </dgm:pt>
    <dgm:pt modelId="{30D02358-169D-4E02-A132-5269E575B588}" type="pres">
      <dgm:prSet presAssocID="{DF18117E-3B71-4D55-8911-E0C419062A89}" presName="childText" presStyleLbl="conFgAcc1" presStyleIdx="2" presStyleCnt="7">
        <dgm:presLayoutVars>
          <dgm:bulletEnabled val="1"/>
        </dgm:presLayoutVars>
      </dgm:prSet>
      <dgm:spPr/>
    </dgm:pt>
    <dgm:pt modelId="{6A5B8A7A-CB48-45B3-965B-FD81CD3911E5}" type="pres">
      <dgm:prSet presAssocID="{FE50D43A-9558-4692-A741-BF738EEA714D}" presName="spaceBetweenRectangles" presStyleCnt="0"/>
      <dgm:spPr/>
    </dgm:pt>
    <dgm:pt modelId="{68985042-F05B-47B0-AF6B-704F7468BCD2}" type="pres">
      <dgm:prSet presAssocID="{3835C3FB-C3A7-40DB-9DA5-2620D5DD6F47}" presName="parentLin" presStyleCnt="0"/>
      <dgm:spPr/>
    </dgm:pt>
    <dgm:pt modelId="{63CE01A8-357D-43CF-ADD1-113D9FD07868}" type="pres">
      <dgm:prSet presAssocID="{3835C3FB-C3A7-40DB-9DA5-2620D5DD6F47}" presName="parentLeftMargin" presStyleLbl="node1" presStyleIdx="2" presStyleCnt="7"/>
      <dgm:spPr/>
    </dgm:pt>
    <dgm:pt modelId="{DBB25D2E-9B92-4BC1-AC4E-10AFA81E02C6}" type="pres">
      <dgm:prSet presAssocID="{3835C3FB-C3A7-40DB-9DA5-2620D5DD6F47}" presName="parentText" presStyleLbl="node1" presStyleIdx="3" presStyleCnt="7">
        <dgm:presLayoutVars>
          <dgm:chMax val="0"/>
          <dgm:bulletEnabled val="1"/>
        </dgm:presLayoutVars>
      </dgm:prSet>
      <dgm:spPr/>
    </dgm:pt>
    <dgm:pt modelId="{DAE406A8-92CF-4702-B72C-14EE8E6A3571}" type="pres">
      <dgm:prSet presAssocID="{3835C3FB-C3A7-40DB-9DA5-2620D5DD6F47}" presName="negativeSpace" presStyleCnt="0"/>
      <dgm:spPr/>
    </dgm:pt>
    <dgm:pt modelId="{C2808CF5-9095-4AC6-A6A8-383482DA1011}" type="pres">
      <dgm:prSet presAssocID="{3835C3FB-C3A7-40DB-9DA5-2620D5DD6F47}" presName="childText" presStyleLbl="conFgAcc1" presStyleIdx="3" presStyleCnt="7">
        <dgm:presLayoutVars>
          <dgm:bulletEnabled val="1"/>
        </dgm:presLayoutVars>
      </dgm:prSet>
      <dgm:spPr/>
    </dgm:pt>
    <dgm:pt modelId="{903E57CC-AA4D-4B0C-B0A1-FC7A9594EB0E}" type="pres">
      <dgm:prSet presAssocID="{8551FC7E-8BBF-4152-A633-6996F304FD40}" presName="spaceBetweenRectangles" presStyleCnt="0"/>
      <dgm:spPr/>
    </dgm:pt>
    <dgm:pt modelId="{FF3BBCA7-5E35-424C-A42D-0235CEAC82C0}" type="pres">
      <dgm:prSet presAssocID="{836AEE4F-8F5E-45E7-8F87-0AB984A06E5C}" presName="parentLin" presStyleCnt="0"/>
      <dgm:spPr/>
    </dgm:pt>
    <dgm:pt modelId="{F910518B-E8D5-4454-A435-5ACD8F9B0EC0}" type="pres">
      <dgm:prSet presAssocID="{836AEE4F-8F5E-45E7-8F87-0AB984A06E5C}" presName="parentLeftMargin" presStyleLbl="node1" presStyleIdx="3" presStyleCnt="7"/>
      <dgm:spPr/>
    </dgm:pt>
    <dgm:pt modelId="{71C4D3F3-5617-4D07-BFD8-2E337A8C5EA2}" type="pres">
      <dgm:prSet presAssocID="{836AEE4F-8F5E-45E7-8F87-0AB984A06E5C}" presName="parentText" presStyleLbl="node1" presStyleIdx="4" presStyleCnt="7">
        <dgm:presLayoutVars>
          <dgm:chMax val="0"/>
          <dgm:bulletEnabled val="1"/>
        </dgm:presLayoutVars>
      </dgm:prSet>
      <dgm:spPr/>
    </dgm:pt>
    <dgm:pt modelId="{E54FC0DC-CED9-4769-9DCD-814374060A0D}" type="pres">
      <dgm:prSet presAssocID="{836AEE4F-8F5E-45E7-8F87-0AB984A06E5C}" presName="negativeSpace" presStyleCnt="0"/>
      <dgm:spPr/>
    </dgm:pt>
    <dgm:pt modelId="{400ACAB9-8D7C-4E13-B920-C38341883D8E}" type="pres">
      <dgm:prSet presAssocID="{836AEE4F-8F5E-45E7-8F87-0AB984A06E5C}" presName="childText" presStyleLbl="conFgAcc1" presStyleIdx="4" presStyleCnt="7">
        <dgm:presLayoutVars>
          <dgm:bulletEnabled val="1"/>
        </dgm:presLayoutVars>
      </dgm:prSet>
      <dgm:spPr/>
    </dgm:pt>
    <dgm:pt modelId="{4918ADE5-ADC0-4773-9FEE-CBAD4FB622C2}" type="pres">
      <dgm:prSet presAssocID="{2F7F134B-6450-40AF-AE67-A7173111DAB9}" presName="spaceBetweenRectangles" presStyleCnt="0"/>
      <dgm:spPr/>
    </dgm:pt>
    <dgm:pt modelId="{1429C6EF-3B39-480A-AB3C-0525CEAB020A}" type="pres">
      <dgm:prSet presAssocID="{DD9D921C-27E1-43A8-B19E-8FB1EA448E72}" presName="parentLin" presStyleCnt="0"/>
      <dgm:spPr/>
    </dgm:pt>
    <dgm:pt modelId="{078BA18E-8066-471B-841E-8EB31FDD7E2B}" type="pres">
      <dgm:prSet presAssocID="{DD9D921C-27E1-43A8-B19E-8FB1EA448E72}" presName="parentLeftMargin" presStyleLbl="node1" presStyleIdx="4" presStyleCnt="7"/>
      <dgm:spPr/>
    </dgm:pt>
    <dgm:pt modelId="{FF96632C-3030-4A2B-A857-5264DA7F5978}" type="pres">
      <dgm:prSet presAssocID="{DD9D921C-27E1-43A8-B19E-8FB1EA448E72}" presName="parentText" presStyleLbl="node1" presStyleIdx="5" presStyleCnt="7">
        <dgm:presLayoutVars>
          <dgm:chMax val="0"/>
          <dgm:bulletEnabled val="1"/>
        </dgm:presLayoutVars>
      </dgm:prSet>
      <dgm:spPr/>
    </dgm:pt>
    <dgm:pt modelId="{8BDF7B95-EF56-4A1F-9CD3-64BD2AA6774A}" type="pres">
      <dgm:prSet presAssocID="{DD9D921C-27E1-43A8-B19E-8FB1EA448E72}" presName="negativeSpace" presStyleCnt="0"/>
      <dgm:spPr/>
    </dgm:pt>
    <dgm:pt modelId="{4E7DED4B-1203-450A-86A1-9800B44CCCDB}" type="pres">
      <dgm:prSet presAssocID="{DD9D921C-27E1-43A8-B19E-8FB1EA448E72}" presName="childText" presStyleLbl="conFgAcc1" presStyleIdx="5" presStyleCnt="7">
        <dgm:presLayoutVars>
          <dgm:bulletEnabled val="1"/>
        </dgm:presLayoutVars>
      </dgm:prSet>
      <dgm:spPr/>
    </dgm:pt>
    <dgm:pt modelId="{3AA99958-19E4-436F-AC44-F8176D064AEF}" type="pres">
      <dgm:prSet presAssocID="{53874E3D-1A0F-4E7E-A708-DEA63A6AAC71}" presName="spaceBetweenRectangles" presStyleCnt="0"/>
      <dgm:spPr/>
    </dgm:pt>
    <dgm:pt modelId="{430E9703-3CBA-4A37-88A7-D86415A7077D}" type="pres">
      <dgm:prSet presAssocID="{E3DAC9AC-DA17-4A9C-838D-2409F825CC5E}" presName="parentLin" presStyleCnt="0"/>
      <dgm:spPr/>
    </dgm:pt>
    <dgm:pt modelId="{500110D7-A7F6-49CB-B88F-CA5252CBE565}" type="pres">
      <dgm:prSet presAssocID="{E3DAC9AC-DA17-4A9C-838D-2409F825CC5E}" presName="parentLeftMargin" presStyleLbl="node1" presStyleIdx="5" presStyleCnt="7"/>
      <dgm:spPr/>
    </dgm:pt>
    <dgm:pt modelId="{5BB34ABB-FBE2-4F58-AC07-148947180F18}" type="pres">
      <dgm:prSet presAssocID="{E3DAC9AC-DA17-4A9C-838D-2409F825CC5E}" presName="parentText" presStyleLbl="node1" presStyleIdx="6" presStyleCnt="7">
        <dgm:presLayoutVars>
          <dgm:chMax val="0"/>
          <dgm:bulletEnabled val="1"/>
        </dgm:presLayoutVars>
      </dgm:prSet>
      <dgm:spPr/>
    </dgm:pt>
    <dgm:pt modelId="{14371477-D75A-4886-AAA4-8994913A5628}" type="pres">
      <dgm:prSet presAssocID="{E3DAC9AC-DA17-4A9C-838D-2409F825CC5E}" presName="negativeSpace" presStyleCnt="0"/>
      <dgm:spPr/>
    </dgm:pt>
    <dgm:pt modelId="{CC323D43-583F-4E0F-9C1F-9C82E4E660B8}" type="pres">
      <dgm:prSet presAssocID="{E3DAC9AC-DA17-4A9C-838D-2409F825CC5E}" presName="childText" presStyleLbl="conFgAcc1" presStyleIdx="6" presStyleCnt="7">
        <dgm:presLayoutVars>
          <dgm:bulletEnabled val="1"/>
        </dgm:presLayoutVars>
      </dgm:prSet>
      <dgm:spPr/>
    </dgm:pt>
  </dgm:ptLst>
  <dgm:cxnLst>
    <dgm:cxn modelId="{08395010-62A7-48C2-A6EB-2809CBC93785}" type="presOf" srcId="{3E74D5A0-7E37-4827-89E4-7C3B4D5DA736}" destId="{1820683D-AC13-406D-960B-12610E84A5F7}" srcOrd="1" destOrd="0" presId="urn:microsoft.com/office/officeart/2005/8/layout/list1"/>
    <dgm:cxn modelId="{36588336-D9E2-40E5-A759-9680D22FB4A3}" type="presOf" srcId="{2A2DD18D-A5A8-4265-A921-56FBEB65A57C}" destId="{E3459AF2-7BF1-4DB6-A3D5-41211DBCECAD}" srcOrd="1" destOrd="0" presId="urn:microsoft.com/office/officeart/2005/8/layout/list1"/>
    <dgm:cxn modelId="{6A59B43D-463A-41AC-ACB5-0832544EFFCE}" type="presOf" srcId="{2A2DD18D-A5A8-4265-A921-56FBEB65A57C}" destId="{9320DA66-95C4-45AB-A282-6D773254D961}" srcOrd="0" destOrd="0" presId="urn:microsoft.com/office/officeart/2005/8/layout/list1"/>
    <dgm:cxn modelId="{586A2C5B-972C-4A8A-B024-88E464DF16B5}" type="presOf" srcId="{DD9D921C-27E1-43A8-B19E-8FB1EA448E72}" destId="{FF96632C-3030-4A2B-A857-5264DA7F5978}" srcOrd="1" destOrd="0" presId="urn:microsoft.com/office/officeart/2005/8/layout/list1"/>
    <dgm:cxn modelId="{D017315B-7F90-4C10-946D-68C6D39F5A7C}" srcId="{7F4A7D8C-06DF-4D12-A1A0-4380D23B011A}" destId="{DF18117E-3B71-4D55-8911-E0C419062A89}" srcOrd="2" destOrd="0" parTransId="{B6EAA7D6-D191-4CC3-88E9-6EEF3C183B78}" sibTransId="{FE50D43A-9558-4692-A741-BF738EEA714D}"/>
    <dgm:cxn modelId="{96503C5D-E750-4298-944D-5BB51335C493}" srcId="{7F4A7D8C-06DF-4D12-A1A0-4380D23B011A}" destId="{3E74D5A0-7E37-4827-89E4-7C3B4D5DA736}" srcOrd="1" destOrd="0" parTransId="{31AC7AB0-30B0-4CD3-AFF5-C63641F05888}" sibTransId="{D7907DAB-B019-4444-9693-D92F15E1C980}"/>
    <dgm:cxn modelId="{8A325368-4114-4554-B439-3D007B2BAEB6}" type="presOf" srcId="{7F4A7D8C-06DF-4D12-A1A0-4380D23B011A}" destId="{0436811E-84B3-4CB1-8702-E3ADF8470193}" srcOrd="0" destOrd="0" presId="urn:microsoft.com/office/officeart/2005/8/layout/list1"/>
    <dgm:cxn modelId="{2E7FD54B-B753-48CE-97E8-BAF1AF8BC509}" srcId="{7F4A7D8C-06DF-4D12-A1A0-4380D23B011A}" destId="{836AEE4F-8F5E-45E7-8F87-0AB984A06E5C}" srcOrd="4" destOrd="0" parTransId="{320E36DB-C716-4E02-A3DD-BF7B1D2E892B}" sibTransId="{2F7F134B-6450-40AF-AE67-A7173111DAB9}"/>
    <dgm:cxn modelId="{888EAB4E-7F0E-4B6E-8BB7-31AE6A0CE726}" type="presOf" srcId="{DF18117E-3B71-4D55-8911-E0C419062A89}" destId="{CF67B85C-CEF4-49DF-950C-1C208E3DBA80}" srcOrd="0" destOrd="0" presId="urn:microsoft.com/office/officeart/2005/8/layout/list1"/>
    <dgm:cxn modelId="{F9AA894F-84A9-46C4-855E-231C0705259B}" srcId="{7F4A7D8C-06DF-4D12-A1A0-4380D23B011A}" destId="{3835C3FB-C3A7-40DB-9DA5-2620D5DD6F47}" srcOrd="3" destOrd="0" parTransId="{6659DDC8-016D-4EC0-851E-BB18BE0D746B}" sibTransId="{8551FC7E-8BBF-4152-A633-6996F304FD40}"/>
    <dgm:cxn modelId="{67A87F75-646F-4A93-948D-BF6BEC233E2A}" srcId="{7F4A7D8C-06DF-4D12-A1A0-4380D23B011A}" destId="{DD9D921C-27E1-43A8-B19E-8FB1EA448E72}" srcOrd="5" destOrd="0" parTransId="{14ED5939-8D87-41FA-BAB5-A48021530B00}" sibTransId="{53874E3D-1A0F-4E7E-A708-DEA63A6AAC71}"/>
    <dgm:cxn modelId="{8222F758-ECE7-4757-BE62-419E181C4A1A}" srcId="{7F4A7D8C-06DF-4D12-A1A0-4380D23B011A}" destId="{E3DAC9AC-DA17-4A9C-838D-2409F825CC5E}" srcOrd="6" destOrd="0" parTransId="{93196163-E30A-4F41-BD7F-B71BC1135509}" sibTransId="{CA35EC5D-A70A-4CE1-96DE-79A5D21AB628}"/>
    <dgm:cxn modelId="{E6A3A480-2743-4525-B27E-3813BAE3A68B}" type="presOf" srcId="{836AEE4F-8F5E-45E7-8F87-0AB984A06E5C}" destId="{F910518B-E8D5-4454-A435-5ACD8F9B0EC0}" srcOrd="0" destOrd="0" presId="urn:microsoft.com/office/officeart/2005/8/layout/list1"/>
    <dgm:cxn modelId="{46248585-6475-455B-BE72-BEFF8BC11A2D}" type="presOf" srcId="{3835C3FB-C3A7-40DB-9DA5-2620D5DD6F47}" destId="{DBB25D2E-9B92-4BC1-AC4E-10AFA81E02C6}" srcOrd="1" destOrd="0" presId="urn:microsoft.com/office/officeart/2005/8/layout/list1"/>
    <dgm:cxn modelId="{42A3F986-EAD4-46D2-ADAE-72D18249C713}" type="presOf" srcId="{DD9D921C-27E1-43A8-B19E-8FB1EA448E72}" destId="{078BA18E-8066-471B-841E-8EB31FDD7E2B}" srcOrd="0" destOrd="0" presId="urn:microsoft.com/office/officeart/2005/8/layout/list1"/>
    <dgm:cxn modelId="{9913D28C-3CB0-46EC-9B86-7B67E389FBE2}" type="presOf" srcId="{DF18117E-3B71-4D55-8911-E0C419062A89}" destId="{5005E0DC-4D6B-4EAD-924D-9D77E28CDC9C}" srcOrd="1" destOrd="0" presId="urn:microsoft.com/office/officeart/2005/8/layout/list1"/>
    <dgm:cxn modelId="{CBCFEAAF-61E8-446B-BC49-351DAB7ADD65}" type="presOf" srcId="{836AEE4F-8F5E-45E7-8F87-0AB984A06E5C}" destId="{71C4D3F3-5617-4D07-BFD8-2E337A8C5EA2}" srcOrd="1" destOrd="0" presId="urn:microsoft.com/office/officeart/2005/8/layout/list1"/>
    <dgm:cxn modelId="{6F87DDC0-C2FD-4786-8725-2E82B0A9CFDF}" type="presOf" srcId="{E3DAC9AC-DA17-4A9C-838D-2409F825CC5E}" destId="{5BB34ABB-FBE2-4F58-AC07-148947180F18}" srcOrd="1" destOrd="0" presId="urn:microsoft.com/office/officeart/2005/8/layout/list1"/>
    <dgm:cxn modelId="{692D60CC-A36E-403B-B4C2-5F89357EFAA1}" type="presOf" srcId="{3E74D5A0-7E37-4827-89E4-7C3B4D5DA736}" destId="{BDA28E5C-5CD3-44F0-850D-11E0D63D079E}" srcOrd="0" destOrd="0" presId="urn:microsoft.com/office/officeart/2005/8/layout/list1"/>
    <dgm:cxn modelId="{39DA37CE-1195-4B76-8AC2-11D7BC4D5853}" srcId="{7F4A7D8C-06DF-4D12-A1A0-4380D23B011A}" destId="{2A2DD18D-A5A8-4265-A921-56FBEB65A57C}" srcOrd="0" destOrd="0" parTransId="{2B95FC77-1E14-45D3-81D0-21F28528AA73}" sibTransId="{4A9A94AC-5A99-4BB4-9388-84CB2F259DE5}"/>
    <dgm:cxn modelId="{2D96EBD1-1CE7-4D4E-B87B-236E79FAAAAF}" type="presOf" srcId="{3835C3FB-C3A7-40DB-9DA5-2620D5DD6F47}" destId="{63CE01A8-357D-43CF-ADD1-113D9FD07868}" srcOrd="0" destOrd="0" presId="urn:microsoft.com/office/officeart/2005/8/layout/list1"/>
    <dgm:cxn modelId="{F7CE21D5-E870-47A7-9CCC-D5F0E7B3A8A3}" type="presOf" srcId="{E3DAC9AC-DA17-4A9C-838D-2409F825CC5E}" destId="{500110D7-A7F6-49CB-B88F-CA5252CBE565}" srcOrd="0" destOrd="0" presId="urn:microsoft.com/office/officeart/2005/8/layout/list1"/>
    <dgm:cxn modelId="{9E6BE759-79CA-4DEE-B9DD-D95D11FBBC02}" type="presParOf" srcId="{0436811E-84B3-4CB1-8702-E3ADF8470193}" destId="{F3A5BD27-A6E0-4D18-834D-099C0830CFC6}" srcOrd="0" destOrd="0" presId="urn:microsoft.com/office/officeart/2005/8/layout/list1"/>
    <dgm:cxn modelId="{7B1ADDF8-E3F2-471F-B6F0-B01A64585016}" type="presParOf" srcId="{F3A5BD27-A6E0-4D18-834D-099C0830CFC6}" destId="{9320DA66-95C4-45AB-A282-6D773254D961}" srcOrd="0" destOrd="0" presId="urn:microsoft.com/office/officeart/2005/8/layout/list1"/>
    <dgm:cxn modelId="{33666852-0CB3-4EB6-894D-54D908C59397}" type="presParOf" srcId="{F3A5BD27-A6E0-4D18-834D-099C0830CFC6}" destId="{E3459AF2-7BF1-4DB6-A3D5-41211DBCECAD}" srcOrd="1" destOrd="0" presId="urn:microsoft.com/office/officeart/2005/8/layout/list1"/>
    <dgm:cxn modelId="{D9998BBF-B627-476A-A3EE-D425D9719EF3}" type="presParOf" srcId="{0436811E-84B3-4CB1-8702-E3ADF8470193}" destId="{B739D35A-952F-4FAF-8B24-085CA3CC82D2}" srcOrd="1" destOrd="0" presId="urn:microsoft.com/office/officeart/2005/8/layout/list1"/>
    <dgm:cxn modelId="{3FAC8E2A-DB9E-435B-B11F-9AE3239E0019}" type="presParOf" srcId="{0436811E-84B3-4CB1-8702-E3ADF8470193}" destId="{1E086524-2CF7-4414-821C-B39017E88F43}" srcOrd="2" destOrd="0" presId="urn:microsoft.com/office/officeart/2005/8/layout/list1"/>
    <dgm:cxn modelId="{8F5BA618-B1D3-411B-9A2B-9023ACCB974D}" type="presParOf" srcId="{0436811E-84B3-4CB1-8702-E3ADF8470193}" destId="{DB9EE320-9374-4F74-A688-A7AFEF81D1E6}" srcOrd="3" destOrd="0" presId="urn:microsoft.com/office/officeart/2005/8/layout/list1"/>
    <dgm:cxn modelId="{ACECAAA4-C24B-44CA-BCBF-3E1FDFB7318F}" type="presParOf" srcId="{0436811E-84B3-4CB1-8702-E3ADF8470193}" destId="{B17D111B-A338-4F7F-92FF-A23F1E403F14}" srcOrd="4" destOrd="0" presId="urn:microsoft.com/office/officeart/2005/8/layout/list1"/>
    <dgm:cxn modelId="{65339181-2769-4EE7-AB91-74595614BDD5}" type="presParOf" srcId="{B17D111B-A338-4F7F-92FF-A23F1E403F14}" destId="{BDA28E5C-5CD3-44F0-850D-11E0D63D079E}" srcOrd="0" destOrd="0" presId="urn:microsoft.com/office/officeart/2005/8/layout/list1"/>
    <dgm:cxn modelId="{B80C2A64-D4EA-4CCB-92C6-F5D87F72E057}" type="presParOf" srcId="{B17D111B-A338-4F7F-92FF-A23F1E403F14}" destId="{1820683D-AC13-406D-960B-12610E84A5F7}" srcOrd="1" destOrd="0" presId="urn:microsoft.com/office/officeart/2005/8/layout/list1"/>
    <dgm:cxn modelId="{CA405E14-435D-43EF-940A-E1D864D7F366}" type="presParOf" srcId="{0436811E-84B3-4CB1-8702-E3ADF8470193}" destId="{76D1BBEC-6BCC-4317-B33C-F11E5434EF5C}" srcOrd="5" destOrd="0" presId="urn:microsoft.com/office/officeart/2005/8/layout/list1"/>
    <dgm:cxn modelId="{BFC3BC54-C9CD-475B-8BC8-CE8A82EE634E}" type="presParOf" srcId="{0436811E-84B3-4CB1-8702-E3ADF8470193}" destId="{4A3AD054-6AAE-4EAC-8586-9E0BFDAC3B2A}" srcOrd="6" destOrd="0" presId="urn:microsoft.com/office/officeart/2005/8/layout/list1"/>
    <dgm:cxn modelId="{5FC50292-C958-4D9C-B1B4-211C3BA6F3BC}" type="presParOf" srcId="{0436811E-84B3-4CB1-8702-E3ADF8470193}" destId="{CC0A7812-4742-4A33-AD38-0CEC0D002CE7}" srcOrd="7" destOrd="0" presId="urn:microsoft.com/office/officeart/2005/8/layout/list1"/>
    <dgm:cxn modelId="{EE42707B-3C3C-4C36-A790-33FBCCC651DE}" type="presParOf" srcId="{0436811E-84B3-4CB1-8702-E3ADF8470193}" destId="{53C6C41E-BDF7-47FE-817E-5BFAEDEB57B6}" srcOrd="8" destOrd="0" presId="urn:microsoft.com/office/officeart/2005/8/layout/list1"/>
    <dgm:cxn modelId="{28783369-713C-4675-80D3-393F593D7327}" type="presParOf" srcId="{53C6C41E-BDF7-47FE-817E-5BFAEDEB57B6}" destId="{CF67B85C-CEF4-49DF-950C-1C208E3DBA80}" srcOrd="0" destOrd="0" presId="urn:microsoft.com/office/officeart/2005/8/layout/list1"/>
    <dgm:cxn modelId="{8AB06B55-0FE6-47B5-B9C9-CC4A88704198}" type="presParOf" srcId="{53C6C41E-BDF7-47FE-817E-5BFAEDEB57B6}" destId="{5005E0DC-4D6B-4EAD-924D-9D77E28CDC9C}" srcOrd="1" destOrd="0" presId="urn:microsoft.com/office/officeart/2005/8/layout/list1"/>
    <dgm:cxn modelId="{C9117FDC-1060-48FD-84C0-8A728394D8D8}" type="presParOf" srcId="{0436811E-84B3-4CB1-8702-E3ADF8470193}" destId="{DD3C564B-751C-4CE8-870B-A09375E5808C}" srcOrd="9" destOrd="0" presId="urn:microsoft.com/office/officeart/2005/8/layout/list1"/>
    <dgm:cxn modelId="{F20A537F-B2CD-4057-A9F7-13DAEBA35374}" type="presParOf" srcId="{0436811E-84B3-4CB1-8702-E3ADF8470193}" destId="{30D02358-169D-4E02-A132-5269E575B588}" srcOrd="10" destOrd="0" presId="urn:microsoft.com/office/officeart/2005/8/layout/list1"/>
    <dgm:cxn modelId="{82C3C5E5-46B5-4307-972E-3DA2F1372EFA}" type="presParOf" srcId="{0436811E-84B3-4CB1-8702-E3ADF8470193}" destId="{6A5B8A7A-CB48-45B3-965B-FD81CD3911E5}" srcOrd="11" destOrd="0" presId="urn:microsoft.com/office/officeart/2005/8/layout/list1"/>
    <dgm:cxn modelId="{0C6B979D-9044-41D6-9B25-E69CFEEB74CC}" type="presParOf" srcId="{0436811E-84B3-4CB1-8702-E3ADF8470193}" destId="{68985042-F05B-47B0-AF6B-704F7468BCD2}" srcOrd="12" destOrd="0" presId="urn:microsoft.com/office/officeart/2005/8/layout/list1"/>
    <dgm:cxn modelId="{6C662902-4710-411D-94C7-DA3B65EEF650}" type="presParOf" srcId="{68985042-F05B-47B0-AF6B-704F7468BCD2}" destId="{63CE01A8-357D-43CF-ADD1-113D9FD07868}" srcOrd="0" destOrd="0" presId="urn:microsoft.com/office/officeart/2005/8/layout/list1"/>
    <dgm:cxn modelId="{44EEA9B0-8815-4CE7-BFFB-9EF534D40D71}" type="presParOf" srcId="{68985042-F05B-47B0-AF6B-704F7468BCD2}" destId="{DBB25D2E-9B92-4BC1-AC4E-10AFA81E02C6}" srcOrd="1" destOrd="0" presId="urn:microsoft.com/office/officeart/2005/8/layout/list1"/>
    <dgm:cxn modelId="{F6A886B9-99F8-4F86-B805-4170BA48C0CB}" type="presParOf" srcId="{0436811E-84B3-4CB1-8702-E3ADF8470193}" destId="{DAE406A8-92CF-4702-B72C-14EE8E6A3571}" srcOrd="13" destOrd="0" presId="urn:microsoft.com/office/officeart/2005/8/layout/list1"/>
    <dgm:cxn modelId="{E75FD93D-FDB3-4D82-882A-FD0F5ED7E19A}" type="presParOf" srcId="{0436811E-84B3-4CB1-8702-E3ADF8470193}" destId="{C2808CF5-9095-4AC6-A6A8-383482DA1011}" srcOrd="14" destOrd="0" presId="urn:microsoft.com/office/officeart/2005/8/layout/list1"/>
    <dgm:cxn modelId="{8F4BBC21-195F-4E66-A0C5-21B03F2B1D0A}" type="presParOf" srcId="{0436811E-84B3-4CB1-8702-E3ADF8470193}" destId="{903E57CC-AA4D-4B0C-B0A1-FC7A9594EB0E}" srcOrd="15" destOrd="0" presId="urn:microsoft.com/office/officeart/2005/8/layout/list1"/>
    <dgm:cxn modelId="{8D9DE2F0-A33A-45AD-B782-413AADC40D5C}" type="presParOf" srcId="{0436811E-84B3-4CB1-8702-E3ADF8470193}" destId="{FF3BBCA7-5E35-424C-A42D-0235CEAC82C0}" srcOrd="16" destOrd="0" presId="urn:microsoft.com/office/officeart/2005/8/layout/list1"/>
    <dgm:cxn modelId="{6ED1C3E0-F01E-4336-A3FA-C7A686AA5F74}" type="presParOf" srcId="{FF3BBCA7-5E35-424C-A42D-0235CEAC82C0}" destId="{F910518B-E8D5-4454-A435-5ACD8F9B0EC0}" srcOrd="0" destOrd="0" presId="urn:microsoft.com/office/officeart/2005/8/layout/list1"/>
    <dgm:cxn modelId="{D60D3EC2-884A-4949-B812-7C0BF44C201D}" type="presParOf" srcId="{FF3BBCA7-5E35-424C-A42D-0235CEAC82C0}" destId="{71C4D3F3-5617-4D07-BFD8-2E337A8C5EA2}" srcOrd="1" destOrd="0" presId="urn:microsoft.com/office/officeart/2005/8/layout/list1"/>
    <dgm:cxn modelId="{6377BF47-70B5-4B7D-B2CA-F59855A02465}" type="presParOf" srcId="{0436811E-84B3-4CB1-8702-E3ADF8470193}" destId="{E54FC0DC-CED9-4769-9DCD-814374060A0D}" srcOrd="17" destOrd="0" presId="urn:microsoft.com/office/officeart/2005/8/layout/list1"/>
    <dgm:cxn modelId="{2E907F85-6E82-4599-8117-1F93CEDFB998}" type="presParOf" srcId="{0436811E-84B3-4CB1-8702-E3ADF8470193}" destId="{400ACAB9-8D7C-4E13-B920-C38341883D8E}" srcOrd="18" destOrd="0" presId="urn:microsoft.com/office/officeart/2005/8/layout/list1"/>
    <dgm:cxn modelId="{80E6E224-F60C-4899-A4F5-38E48DCE90E1}" type="presParOf" srcId="{0436811E-84B3-4CB1-8702-E3ADF8470193}" destId="{4918ADE5-ADC0-4773-9FEE-CBAD4FB622C2}" srcOrd="19" destOrd="0" presId="urn:microsoft.com/office/officeart/2005/8/layout/list1"/>
    <dgm:cxn modelId="{56B66E7B-783B-49DC-A436-74B112ED199B}" type="presParOf" srcId="{0436811E-84B3-4CB1-8702-E3ADF8470193}" destId="{1429C6EF-3B39-480A-AB3C-0525CEAB020A}" srcOrd="20" destOrd="0" presId="urn:microsoft.com/office/officeart/2005/8/layout/list1"/>
    <dgm:cxn modelId="{7580B1E1-1E25-49E4-8AC0-F75C3C001901}" type="presParOf" srcId="{1429C6EF-3B39-480A-AB3C-0525CEAB020A}" destId="{078BA18E-8066-471B-841E-8EB31FDD7E2B}" srcOrd="0" destOrd="0" presId="urn:microsoft.com/office/officeart/2005/8/layout/list1"/>
    <dgm:cxn modelId="{23BD2841-CD1C-46CD-B09D-B0C5CD6B23DD}" type="presParOf" srcId="{1429C6EF-3B39-480A-AB3C-0525CEAB020A}" destId="{FF96632C-3030-4A2B-A857-5264DA7F5978}" srcOrd="1" destOrd="0" presId="urn:microsoft.com/office/officeart/2005/8/layout/list1"/>
    <dgm:cxn modelId="{FF763A41-6607-4EB7-A914-9C6E49F7FE43}" type="presParOf" srcId="{0436811E-84B3-4CB1-8702-E3ADF8470193}" destId="{8BDF7B95-EF56-4A1F-9CD3-64BD2AA6774A}" srcOrd="21" destOrd="0" presId="urn:microsoft.com/office/officeart/2005/8/layout/list1"/>
    <dgm:cxn modelId="{594AAE27-EF50-4C08-8819-EF9275622247}" type="presParOf" srcId="{0436811E-84B3-4CB1-8702-E3ADF8470193}" destId="{4E7DED4B-1203-450A-86A1-9800B44CCCDB}" srcOrd="22" destOrd="0" presId="urn:microsoft.com/office/officeart/2005/8/layout/list1"/>
    <dgm:cxn modelId="{8A97FD26-1836-4575-9F6D-ADB711175C61}" type="presParOf" srcId="{0436811E-84B3-4CB1-8702-E3ADF8470193}" destId="{3AA99958-19E4-436F-AC44-F8176D064AEF}" srcOrd="23" destOrd="0" presId="urn:microsoft.com/office/officeart/2005/8/layout/list1"/>
    <dgm:cxn modelId="{53029A21-0051-4E6A-AF46-77299BE6C1C3}" type="presParOf" srcId="{0436811E-84B3-4CB1-8702-E3ADF8470193}" destId="{430E9703-3CBA-4A37-88A7-D86415A7077D}" srcOrd="24" destOrd="0" presId="urn:microsoft.com/office/officeart/2005/8/layout/list1"/>
    <dgm:cxn modelId="{8AAC661B-6062-42D6-82C4-19BFA2E501B3}" type="presParOf" srcId="{430E9703-3CBA-4A37-88A7-D86415A7077D}" destId="{500110D7-A7F6-49CB-B88F-CA5252CBE565}" srcOrd="0" destOrd="0" presId="urn:microsoft.com/office/officeart/2005/8/layout/list1"/>
    <dgm:cxn modelId="{398875B8-BE02-4492-92CE-A6AA6CC56183}" type="presParOf" srcId="{430E9703-3CBA-4A37-88A7-D86415A7077D}" destId="{5BB34ABB-FBE2-4F58-AC07-148947180F18}" srcOrd="1" destOrd="0" presId="urn:microsoft.com/office/officeart/2005/8/layout/list1"/>
    <dgm:cxn modelId="{AAE23003-548F-4349-B1ED-408F2A6AE9EE}" type="presParOf" srcId="{0436811E-84B3-4CB1-8702-E3ADF8470193}" destId="{14371477-D75A-4886-AAA4-8994913A5628}" srcOrd="25" destOrd="0" presId="urn:microsoft.com/office/officeart/2005/8/layout/list1"/>
    <dgm:cxn modelId="{720241FA-51FA-428D-B99D-3B991416B79A}" type="presParOf" srcId="{0436811E-84B3-4CB1-8702-E3ADF8470193}" destId="{CC323D43-583F-4E0F-9C1F-9C82E4E660B8}" srcOrd="2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269F44DF-91F6-4F97-8C3E-49A1DBACA2BA}" type="doc">
      <dgm:prSet loTypeId="urn:microsoft.com/office/officeart/2005/8/layout/hList1" loCatId="list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AB315897-17EE-4A5B-BD4E-42C051E48174}">
      <dgm:prSet/>
      <dgm:spPr/>
      <dgm:t>
        <a:bodyPr/>
        <a:lstStyle/>
        <a:p>
          <a:r>
            <a:rPr lang="nb-NO"/>
            <a:t>Hvem sin nytte og hvem sin kostnad teller?</a:t>
          </a:r>
          <a:endParaRPr lang="en-US"/>
        </a:p>
      </dgm:t>
    </dgm:pt>
    <dgm:pt modelId="{5AA87CF9-839D-40CB-B751-89EEE22B160B}" type="parTrans" cxnId="{C5CEB03B-06BD-4954-8175-EBEEEDECA710}">
      <dgm:prSet/>
      <dgm:spPr/>
      <dgm:t>
        <a:bodyPr/>
        <a:lstStyle/>
        <a:p>
          <a:endParaRPr lang="en-US"/>
        </a:p>
      </dgm:t>
    </dgm:pt>
    <dgm:pt modelId="{18825959-7D7C-410B-BA4C-C87A32A51FAB}" type="sibTrans" cxnId="{C5CEB03B-06BD-4954-8175-EBEEEDECA710}">
      <dgm:prSet/>
      <dgm:spPr/>
      <dgm:t>
        <a:bodyPr/>
        <a:lstStyle/>
        <a:p>
          <a:endParaRPr lang="en-US"/>
        </a:p>
      </dgm:t>
    </dgm:pt>
    <dgm:pt modelId="{C6BC46F7-7816-49D8-A2E6-C512AFC9F87C}">
      <dgm:prSet/>
      <dgm:spPr/>
      <dgm:t>
        <a:bodyPr/>
        <a:lstStyle/>
        <a:p>
          <a:r>
            <a:rPr lang="nb-NO"/>
            <a:t>Staten, samfunnet, grupper eller individer?</a:t>
          </a:r>
          <a:endParaRPr lang="en-US"/>
        </a:p>
      </dgm:t>
    </dgm:pt>
    <dgm:pt modelId="{299DA001-DD10-467B-8BE8-164152200A47}" type="parTrans" cxnId="{2B936D28-F2BD-4239-A738-C52E8DF7B62B}">
      <dgm:prSet/>
      <dgm:spPr/>
      <dgm:t>
        <a:bodyPr/>
        <a:lstStyle/>
        <a:p>
          <a:endParaRPr lang="en-US"/>
        </a:p>
      </dgm:t>
    </dgm:pt>
    <dgm:pt modelId="{9D4A6C3A-6F2C-451E-AF2E-79F6B878B961}" type="sibTrans" cxnId="{2B936D28-F2BD-4239-A738-C52E8DF7B62B}">
      <dgm:prSet/>
      <dgm:spPr/>
      <dgm:t>
        <a:bodyPr/>
        <a:lstStyle/>
        <a:p>
          <a:endParaRPr lang="en-US"/>
        </a:p>
      </dgm:t>
    </dgm:pt>
    <dgm:pt modelId="{C248FF5C-5221-44EB-AD2E-50562390FCE5}">
      <dgm:prSet/>
      <dgm:spPr/>
      <dgm:t>
        <a:bodyPr/>
        <a:lstStyle/>
        <a:p>
          <a:r>
            <a:rPr lang="nb-NO"/>
            <a:t>Hva er nullalternativet?</a:t>
          </a:r>
          <a:endParaRPr lang="en-US"/>
        </a:p>
      </dgm:t>
    </dgm:pt>
    <dgm:pt modelId="{7421A9D2-988B-4EF3-AC1C-E23504D7407D}" type="parTrans" cxnId="{5B320E85-961F-4F2F-A9D4-431746D4DC41}">
      <dgm:prSet/>
      <dgm:spPr/>
      <dgm:t>
        <a:bodyPr/>
        <a:lstStyle/>
        <a:p>
          <a:endParaRPr lang="en-US"/>
        </a:p>
      </dgm:t>
    </dgm:pt>
    <dgm:pt modelId="{6720802D-3D2C-4847-921F-8E03F89F6928}" type="sibTrans" cxnId="{5B320E85-961F-4F2F-A9D4-431746D4DC41}">
      <dgm:prSet/>
      <dgm:spPr/>
      <dgm:t>
        <a:bodyPr/>
        <a:lstStyle/>
        <a:p>
          <a:endParaRPr lang="en-US"/>
        </a:p>
      </dgm:t>
    </dgm:pt>
    <dgm:pt modelId="{A840BBCC-DA91-4DE4-BDA8-D6168BD82DEC}">
      <dgm:prSet/>
      <dgm:spPr/>
      <dgm:t>
        <a:bodyPr/>
        <a:lstStyle/>
        <a:p>
          <a:r>
            <a:rPr lang="nb-NO"/>
            <a:t>Vanligvis situasjonen uten prosjektet</a:t>
          </a:r>
          <a:endParaRPr lang="en-US"/>
        </a:p>
      </dgm:t>
    </dgm:pt>
    <dgm:pt modelId="{066766BE-4863-4FA0-B4B0-E1488D36CB67}" type="parTrans" cxnId="{B2A8A568-416C-483C-869B-670C48CD3714}">
      <dgm:prSet/>
      <dgm:spPr/>
      <dgm:t>
        <a:bodyPr/>
        <a:lstStyle/>
        <a:p>
          <a:endParaRPr lang="en-US"/>
        </a:p>
      </dgm:t>
    </dgm:pt>
    <dgm:pt modelId="{EB7B5653-CF71-4498-980C-81A3E45F5FD9}" type="sibTrans" cxnId="{B2A8A568-416C-483C-869B-670C48CD3714}">
      <dgm:prSet/>
      <dgm:spPr/>
      <dgm:t>
        <a:bodyPr/>
        <a:lstStyle/>
        <a:p>
          <a:endParaRPr lang="en-US"/>
        </a:p>
      </dgm:t>
    </dgm:pt>
    <dgm:pt modelId="{1950292E-8197-4E9F-A591-012239B02418}">
      <dgm:prSet/>
      <dgm:spPr/>
      <dgm:t>
        <a:bodyPr/>
        <a:lstStyle/>
        <a:p>
          <a:r>
            <a:rPr lang="nb-NO"/>
            <a:t>Eller alternativt rimeligere prosjekt</a:t>
          </a:r>
          <a:endParaRPr lang="en-US"/>
        </a:p>
      </dgm:t>
    </dgm:pt>
    <dgm:pt modelId="{BC3646A6-987A-4006-A8F0-88C35180BFAC}" type="parTrans" cxnId="{CAC2E9CF-CA92-4E2A-8A75-DDC9B61F2F91}">
      <dgm:prSet/>
      <dgm:spPr/>
      <dgm:t>
        <a:bodyPr/>
        <a:lstStyle/>
        <a:p>
          <a:endParaRPr lang="en-US"/>
        </a:p>
      </dgm:t>
    </dgm:pt>
    <dgm:pt modelId="{B0C3569A-1B44-40B0-BD2B-29DDBDFD2964}" type="sibTrans" cxnId="{CAC2E9CF-CA92-4E2A-8A75-DDC9B61F2F91}">
      <dgm:prSet/>
      <dgm:spPr/>
      <dgm:t>
        <a:bodyPr/>
        <a:lstStyle/>
        <a:p>
          <a:endParaRPr lang="en-US"/>
        </a:p>
      </dgm:t>
    </dgm:pt>
    <dgm:pt modelId="{1F990F22-B085-47B2-8865-A13AD4292959}">
      <dgm:prSet/>
      <dgm:spPr/>
      <dgm:t>
        <a:bodyPr/>
        <a:lstStyle/>
        <a:p>
          <a:r>
            <a:rPr lang="nb-NO"/>
            <a:t>Hvem påvirkes?</a:t>
          </a:r>
          <a:endParaRPr lang="en-US"/>
        </a:p>
      </dgm:t>
    </dgm:pt>
    <dgm:pt modelId="{92ECFDBB-FE76-47A4-B9B6-53F4CBEAEAEE}" type="parTrans" cxnId="{871BDF1B-2E24-43ED-87A1-99DD793A7B36}">
      <dgm:prSet/>
      <dgm:spPr/>
      <dgm:t>
        <a:bodyPr/>
        <a:lstStyle/>
        <a:p>
          <a:endParaRPr lang="en-US"/>
        </a:p>
      </dgm:t>
    </dgm:pt>
    <dgm:pt modelId="{40A6608D-CCDD-4C26-BE54-47C40CAF22C5}" type="sibTrans" cxnId="{871BDF1B-2E24-43ED-87A1-99DD793A7B36}">
      <dgm:prSet/>
      <dgm:spPr/>
      <dgm:t>
        <a:bodyPr/>
        <a:lstStyle/>
        <a:p>
          <a:endParaRPr lang="en-US"/>
        </a:p>
      </dgm:t>
    </dgm:pt>
    <dgm:pt modelId="{96C2E1CE-E8DE-40B1-8BF7-FAE7F88F8DB0}">
      <dgm:prSet/>
      <dgm:spPr/>
      <dgm:t>
        <a:bodyPr/>
        <a:lstStyle/>
        <a:p>
          <a:r>
            <a:rPr lang="nb-NO"/>
            <a:t>Transportmarkedet, arbeidsmarkedet, produktmarkedet, eiendomsmarkedet, kapitalmarkedet.</a:t>
          </a:r>
          <a:endParaRPr lang="en-US"/>
        </a:p>
      </dgm:t>
    </dgm:pt>
    <dgm:pt modelId="{6610B0E8-00DF-45B4-83ED-473CD62BD3DB}" type="parTrans" cxnId="{6176BF98-1A23-418C-B8E1-26EEC314F070}">
      <dgm:prSet/>
      <dgm:spPr/>
      <dgm:t>
        <a:bodyPr/>
        <a:lstStyle/>
        <a:p>
          <a:endParaRPr lang="en-US"/>
        </a:p>
      </dgm:t>
    </dgm:pt>
    <dgm:pt modelId="{9508579F-E8ED-4E84-B007-DC3526B48830}" type="sibTrans" cxnId="{6176BF98-1A23-418C-B8E1-26EEC314F070}">
      <dgm:prSet/>
      <dgm:spPr/>
      <dgm:t>
        <a:bodyPr/>
        <a:lstStyle/>
        <a:p>
          <a:endParaRPr lang="en-US"/>
        </a:p>
      </dgm:t>
    </dgm:pt>
    <dgm:pt modelId="{29CC9B2A-E6EE-4889-BABD-EAE9C22B1F93}">
      <dgm:prSet/>
      <dgm:spPr/>
      <dgm:t>
        <a:bodyPr/>
        <a:lstStyle/>
        <a:p>
          <a:r>
            <a:rPr lang="nb-NO"/>
            <a:t>Hvordan verdsette?</a:t>
          </a:r>
          <a:endParaRPr lang="en-US"/>
        </a:p>
      </dgm:t>
    </dgm:pt>
    <dgm:pt modelId="{B392864C-04F3-4910-A493-556A739CD2FA}" type="parTrans" cxnId="{B03409B2-195F-4634-BB86-322133A06663}">
      <dgm:prSet/>
      <dgm:spPr/>
      <dgm:t>
        <a:bodyPr/>
        <a:lstStyle/>
        <a:p>
          <a:endParaRPr lang="en-US"/>
        </a:p>
      </dgm:t>
    </dgm:pt>
    <dgm:pt modelId="{0058BAE7-1FA1-4F7A-8E84-BA600EB5EAAB}" type="sibTrans" cxnId="{B03409B2-195F-4634-BB86-322133A06663}">
      <dgm:prSet/>
      <dgm:spPr/>
      <dgm:t>
        <a:bodyPr/>
        <a:lstStyle/>
        <a:p>
          <a:endParaRPr lang="en-US"/>
        </a:p>
      </dgm:t>
    </dgm:pt>
    <dgm:pt modelId="{B62F0BC6-84CF-4BED-B437-4A9CF9D59C24}">
      <dgm:prSet/>
      <dgm:spPr/>
      <dgm:t>
        <a:bodyPr/>
        <a:lstStyle/>
        <a:p>
          <a:r>
            <a:rPr lang="nb-NO" dirty="0"/>
            <a:t>Miljø, kulturarv, sikkerhet?</a:t>
          </a:r>
          <a:endParaRPr lang="en-US" dirty="0"/>
        </a:p>
      </dgm:t>
    </dgm:pt>
    <dgm:pt modelId="{8DA4F911-E083-4CC0-93D6-9ACDEB9BCB58}" type="parTrans" cxnId="{3887AA12-97AE-4D4E-B3D4-4C4C0FCFFC78}">
      <dgm:prSet/>
      <dgm:spPr/>
      <dgm:t>
        <a:bodyPr/>
        <a:lstStyle/>
        <a:p>
          <a:endParaRPr lang="en-US"/>
        </a:p>
      </dgm:t>
    </dgm:pt>
    <dgm:pt modelId="{D82CC827-48D5-4E0B-AF80-BE3D307CE954}" type="sibTrans" cxnId="{3887AA12-97AE-4D4E-B3D4-4C4C0FCFFC78}">
      <dgm:prSet/>
      <dgm:spPr/>
      <dgm:t>
        <a:bodyPr/>
        <a:lstStyle/>
        <a:p>
          <a:endParaRPr lang="en-US"/>
        </a:p>
      </dgm:t>
    </dgm:pt>
    <dgm:pt modelId="{C1082BA7-E595-4301-BB08-74C083781870}" type="pres">
      <dgm:prSet presAssocID="{269F44DF-91F6-4F97-8C3E-49A1DBACA2BA}" presName="Name0" presStyleCnt="0">
        <dgm:presLayoutVars>
          <dgm:dir/>
          <dgm:animLvl val="lvl"/>
          <dgm:resizeHandles val="exact"/>
        </dgm:presLayoutVars>
      </dgm:prSet>
      <dgm:spPr/>
    </dgm:pt>
    <dgm:pt modelId="{7BFF7759-5155-4978-9DEB-5C76C0404EC4}" type="pres">
      <dgm:prSet presAssocID="{AB315897-17EE-4A5B-BD4E-42C051E48174}" presName="composite" presStyleCnt="0"/>
      <dgm:spPr/>
    </dgm:pt>
    <dgm:pt modelId="{66E81612-D7C0-4D8C-9271-7D4E1EC16F42}" type="pres">
      <dgm:prSet presAssocID="{AB315897-17EE-4A5B-BD4E-42C051E48174}" presName="parTx" presStyleLbl="alignNode1" presStyleIdx="0" presStyleCnt="4">
        <dgm:presLayoutVars>
          <dgm:chMax val="0"/>
          <dgm:chPref val="0"/>
          <dgm:bulletEnabled val="1"/>
        </dgm:presLayoutVars>
      </dgm:prSet>
      <dgm:spPr/>
    </dgm:pt>
    <dgm:pt modelId="{7E793153-C848-4006-96F8-51E9DCEDF3C5}" type="pres">
      <dgm:prSet presAssocID="{AB315897-17EE-4A5B-BD4E-42C051E48174}" presName="desTx" presStyleLbl="alignAccFollowNode1" presStyleIdx="0" presStyleCnt="4">
        <dgm:presLayoutVars>
          <dgm:bulletEnabled val="1"/>
        </dgm:presLayoutVars>
      </dgm:prSet>
      <dgm:spPr/>
    </dgm:pt>
    <dgm:pt modelId="{E434D08A-5F43-45EE-8533-800DE6AB1CEE}" type="pres">
      <dgm:prSet presAssocID="{18825959-7D7C-410B-BA4C-C87A32A51FAB}" presName="space" presStyleCnt="0"/>
      <dgm:spPr/>
    </dgm:pt>
    <dgm:pt modelId="{E1C3A26D-56B8-46E6-8EF8-5F610CD3BBB3}" type="pres">
      <dgm:prSet presAssocID="{C248FF5C-5221-44EB-AD2E-50562390FCE5}" presName="composite" presStyleCnt="0"/>
      <dgm:spPr/>
    </dgm:pt>
    <dgm:pt modelId="{0C1167DA-AE78-467B-9EF7-5F3C8E9A14E6}" type="pres">
      <dgm:prSet presAssocID="{C248FF5C-5221-44EB-AD2E-50562390FCE5}" presName="parTx" presStyleLbl="alignNode1" presStyleIdx="1" presStyleCnt="4">
        <dgm:presLayoutVars>
          <dgm:chMax val="0"/>
          <dgm:chPref val="0"/>
          <dgm:bulletEnabled val="1"/>
        </dgm:presLayoutVars>
      </dgm:prSet>
      <dgm:spPr/>
    </dgm:pt>
    <dgm:pt modelId="{9921C017-0921-4DFD-8B2A-4716022F9DC0}" type="pres">
      <dgm:prSet presAssocID="{C248FF5C-5221-44EB-AD2E-50562390FCE5}" presName="desTx" presStyleLbl="alignAccFollowNode1" presStyleIdx="1" presStyleCnt="4">
        <dgm:presLayoutVars>
          <dgm:bulletEnabled val="1"/>
        </dgm:presLayoutVars>
      </dgm:prSet>
      <dgm:spPr/>
    </dgm:pt>
    <dgm:pt modelId="{20D5E054-4831-41D9-9FE9-371011F1F868}" type="pres">
      <dgm:prSet presAssocID="{6720802D-3D2C-4847-921F-8E03F89F6928}" presName="space" presStyleCnt="0"/>
      <dgm:spPr/>
    </dgm:pt>
    <dgm:pt modelId="{490194FD-2ED3-4BEC-A7B1-AA3C4C86944B}" type="pres">
      <dgm:prSet presAssocID="{1F990F22-B085-47B2-8865-A13AD4292959}" presName="composite" presStyleCnt="0"/>
      <dgm:spPr/>
    </dgm:pt>
    <dgm:pt modelId="{E329AB6D-D603-4806-9E41-B3077069D0AB}" type="pres">
      <dgm:prSet presAssocID="{1F990F22-B085-47B2-8865-A13AD4292959}" presName="parTx" presStyleLbl="alignNode1" presStyleIdx="2" presStyleCnt="4">
        <dgm:presLayoutVars>
          <dgm:chMax val="0"/>
          <dgm:chPref val="0"/>
          <dgm:bulletEnabled val="1"/>
        </dgm:presLayoutVars>
      </dgm:prSet>
      <dgm:spPr/>
    </dgm:pt>
    <dgm:pt modelId="{C53A64FE-765F-413F-844A-514C5AB16061}" type="pres">
      <dgm:prSet presAssocID="{1F990F22-B085-47B2-8865-A13AD4292959}" presName="desTx" presStyleLbl="alignAccFollowNode1" presStyleIdx="2" presStyleCnt="4">
        <dgm:presLayoutVars>
          <dgm:bulletEnabled val="1"/>
        </dgm:presLayoutVars>
      </dgm:prSet>
      <dgm:spPr/>
    </dgm:pt>
    <dgm:pt modelId="{1A73C3E8-932A-400C-BC9D-C96AE19274A2}" type="pres">
      <dgm:prSet presAssocID="{40A6608D-CCDD-4C26-BE54-47C40CAF22C5}" presName="space" presStyleCnt="0"/>
      <dgm:spPr/>
    </dgm:pt>
    <dgm:pt modelId="{440E8B7F-0387-486B-ABE0-646411D48A99}" type="pres">
      <dgm:prSet presAssocID="{29CC9B2A-E6EE-4889-BABD-EAE9C22B1F93}" presName="composite" presStyleCnt="0"/>
      <dgm:spPr/>
    </dgm:pt>
    <dgm:pt modelId="{B65B83E5-C8B5-471F-94D7-0ACE7942A851}" type="pres">
      <dgm:prSet presAssocID="{29CC9B2A-E6EE-4889-BABD-EAE9C22B1F93}" presName="parTx" presStyleLbl="alignNode1" presStyleIdx="3" presStyleCnt="4">
        <dgm:presLayoutVars>
          <dgm:chMax val="0"/>
          <dgm:chPref val="0"/>
          <dgm:bulletEnabled val="1"/>
        </dgm:presLayoutVars>
      </dgm:prSet>
      <dgm:spPr/>
    </dgm:pt>
    <dgm:pt modelId="{2423A79A-121C-42FA-BC48-F3FE48F0105F}" type="pres">
      <dgm:prSet presAssocID="{29CC9B2A-E6EE-4889-BABD-EAE9C22B1F93}" presName="desTx" presStyleLbl="alignAccFollowNode1" presStyleIdx="3" presStyleCnt="4">
        <dgm:presLayoutVars>
          <dgm:bulletEnabled val="1"/>
        </dgm:presLayoutVars>
      </dgm:prSet>
      <dgm:spPr/>
    </dgm:pt>
  </dgm:ptLst>
  <dgm:cxnLst>
    <dgm:cxn modelId="{F54CE50C-E59B-409E-8E1C-FDE9C5DD92FA}" type="presOf" srcId="{29CC9B2A-E6EE-4889-BABD-EAE9C22B1F93}" destId="{B65B83E5-C8B5-471F-94D7-0ACE7942A851}" srcOrd="0" destOrd="0" presId="urn:microsoft.com/office/officeart/2005/8/layout/hList1"/>
    <dgm:cxn modelId="{3887AA12-97AE-4D4E-B3D4-4C4C0FCFFC78}" srcId="{29CC9B2A-E6EE-4889-BABD-EAE9C22B1F93}" destId="{B62F0BC6-84CF-4BED-B437-4A9CF9D59C24}" srcOrd="0" destOrd="0" parTransId="{8DA4F911-E083-4CC0-93D6-9ACDEB9BCB58}" sibTransId="{D82CC827-48D5-4E0B-AF80-BE3D307CE954}"/>
    <dgm:cxn modelId="{871BDF1B-2E24-43ED-87A1-99DD793A7B36}" srcId="{269F44DF-91F6-4F97-8C3E-49A1DBACA2BA}" destId="{1F990F22-B085-47B2-8865-A13AD4292959}" srcOrd="2" destOrd="0" parTransId="{92ECFDBB-FE76-47A4-B9B6-53F4CBEAEAEE}" sibTransId="{40A6608D-CCDD-4C26-BE54-47C40CAF22C5}"/>
    <dgm:cxn modelId="{5F4F1327-D82D-445D-AF0F-E6D88BB41CBB}" type="presOf" srcId="{B62F0BC6-84CF-4BED-B437-4A9CF9D59C24}" destId="{2423A79A-121C-42FA-BC48-F3FE48F0105F}" srcOrd="0" destOrd="0" presId="urn:microsoft.com/office/officeart/2005/8/layout/hList1"/>
    <dgm:cxn modelId="{2B936D28-F2BD-4239-A738-C52E8DF7B62B}" srcId="{AB315897-17EE-4A5B-BD4E-42C051E48174}" destId="{C6BC46F7-7816-49D8-A2E6-C512AFC9F87C}" srcOrd="0" destOrd="0" parTransId="{299DA001-DD10-467B-8BE8-164152200A47}" sibTransId="{9D4A6C3A-6F2C-451E-AF2E-79F6B878B961}"/>
    <dgm:cxn modelId="{60FC8632-8A68-4573-B427-2BA664798658}" type="presOf" srcId="{A840BBCC-DA91-4DE4-BDA8-D6168BD82DEC}" destId="{9921C017-0921-4DFD-8B2A-4716022F9DC0}" srcOrd="0" destOrd="0" presId="urn:microsoft.com/office/officeart/2005/8/layout/hList1"/>
    <dgm:cxn modelId="{C5CEB03B-06BD-4954-8175-EBEEEDECA710}" srcId="{269F44DF-91F6-4F97-8C3E-49A1DBACA2BA}" destId="{AB315897-17EE-4A5B-BD4E-42C051E48174}" srcOrd="0" destOrd="0" parTransId="{5AA87CF9-839D-40CB-B751-89EEE22B160B}" sibTransId="{18825959-7D7C-410B-BA4C-C87A32A51FAB}"/>
    <dgm:cxn modelId="{ED881744-7A9F-4384-BD85-4AD66D65CAEC}" type="presOf" srcId="{96C2E1CE-E8DE-40B1-8BF7-FAE7F88F8DB0}" destId="{C53A64FE-765F-413F-844A-514C5AB16061}" srcOrd="0" destOrd="0" presId="urn:microsoft.com/office/officeart/2005/8/layout/hList1"/>
    <dgm:cxn modelId="{B2A8A568-416C-483C-869B-670C48CD3714}" srcId="{C248FF5C-5221-44EB-AD2E-50562390FCE5}" destId="{A840BBCC-DA91-4DE4-BDA8-D6168BD82DEC}" srcOrd="0" destOrd="0" parTransId="{066766BE-4863-4FA0-B4B0-E1488D36CB67}" sibTransId="{EB7B5653-CF71-4498-980C-81A3E45F5FD9}"/>
    <dgm:cxn modelId="{0FCFED7D-9399-4C97-94B4-F736087EE0B4}" type="presOf" srcId="{1950292E-8197-4E9F-A591-012239B02418}" destId="{9921C017-0921-4DFD-8B2A-4716022F9DC0}" srcOrd="0" destOrd="1" presId="urn:microsoft.com/office/officeart/2005/8/layout/hList1"/>
    <dgm:cxn modelId="{F8B00F80-7210-42F0-9F2B-C7617BC80C70}" type="presOf" srcId="{C248FF5C-5221-44EB-AD2E-50562390FCE5}" destId="{0C1167DA-AE78-467B-9EF7-5F3C8E9A14E6}" srcOrd="0" destOrd="0" presId="urn:microsoft.com/office/officeart/2005/8/layout/hList1"/>
    <dgm:cxn modelId="{5B320E85-961F-4F2F-A9D4-431746D4DC41}" srcId="{269F44DF-91F6-4F97-8C3E-49A1DBACA2BA}" destId="{C248FF5C-5221-44EB-AD2E-50562390FCE5}" srcOrd="1" destOrd="0" parTransId="{7421A9D2-988B-4EF3-AC1C-E23504D7407D}" sibTransId="{6720802D-3D2C-4847-921F-8E03F89F6928}"/>
    <dgm:cxn modelId="{23B1B887-CB4D-4CED-B97F-13C0BAD7FC58}" type="presOf" srcId="{1F990F22-B085-47B2-8865-A13AD4292959}" destId="{E329AB6D-D603-4806-9E41-B3077069D0AB}" srcOrd="0" destOrd="0" presId="urn:microsoft.com/office/officeart/2005/8/layout/hList1"/>
    <dgm:cxn modelId="{47F84092-B63A-47C0-B999-91C421FFA81D}" type="presOf" srcId="{269F44DF-91F6-4F97-8C3E-49A1DBACA2BA}" destId="{C1082BA7-E595-4301-BB08-74C083781870}" srcOrd="0" destOrd="0" presId="urn:microsoft.com/office/officeart/2005/8/layout/hList1"/>
    <dgm:cxn modelId="{6176BF98-1A23-418C-B8E1-26EEC314F070}" srcId="{1F990F22-B085-47B2-8865-A13AD4292959}" destId="{96C2E1CE-E8DE-40B1-8BF7-FAE7F88F8DB0}" srcOrd="0" destOrd="0" parTransId="{6610B0E8-00DF-45B4-83ED-473CD62BD3DB}" sibTransId="{9508579F-E8ED-4E84-B007-DC3526B48830}"/>
    <dgm:cxn modelId="{20A29E99-798E-4053-93A9-B0A5C40C7EB8}" type="presOf" srcId="{C6BC46F7-7816-49D8-A2E6-C512AFC9F87C}" destId="{7E793153-C848-4006-96F8-51E9DCEDF3C5}" srcOrd="0" destOrd="0" presId="urn:microsoft.com/office/officeart/2005/8/layout/hList1"/>
    <dgm:cxn modelId="{B03409B2-195F-4634-BB86-322133A06663}" srcId="{269F44DF-91F6-4F97-8C3E-49A1DBACA2BA}" destId="{29CC9B2A-E6EE-4889-BABD-EAE9C22B1F93}" srcOrd="3" destOrd="0" parTransId="{B392864C-04F3-4910-A493-556A739CD2FA}" sibTransId="{0058BAE7-1FA1-4F7A-8E84-BA600EB5EAAB}"/>
    <dgm:cxn modelId="{CAC2E9CF-CA92-4E2A-8A75-DDC9B61F2F91}" srcId="{C248FF5C-5221-44EB-AD2E-50562390FCE5}" destId="{1950292E-8197-4E9F-A591-012239B02418}" srcOrd="1" destOrd="0" parTransId="{BC3646A6-987A-4006-A8F0-88C35180BFAC}" sibTransId="{B0C3569A-1B44-40B0-BD2B-29DDBDFD2964}"/>
    <dgm:cxn modelId="{FEB2EEE8-231D-4616-92AF-53582A4347E1}" type="presOf" srcId="{AB315897-17EE-4A5B-BD4E-42C051E48174}" destId="{66E81612-D7C0-4D8C-9271-7D4E1EC16F42}" srcOrd="0" destOrd="0" presId="urn:microsoft.com/office/officeart/2005/8/layout/hList1"/>
    <dgm:cxn modelId="{91C240E6-88ED-4C01-A6E7-59D529620ECF}" type="presParOf" srcId="{C1082BA7-E595-4301-BB08-74C083781870}" destId="{7BFF7759-5155-4978-9DEB-5C76C0404EC4}" srcOrd="0" destOrd="0" presId="urn:microsoft.com/office/officeart/2005/8/layout/hList1"/>
    <dgm:cxn modelId="{845B6B13-1601-46C7-8819-55C4DC096DC0}" type="presParOf" srcId="{7BFF7759-5155-4978-9DEB-5C76C0404EC4}" destId="{66E81612-D7C0-4D8C-9271-7D4E1EC16F42}" srcOrd="0" destOrd="0" presId="urn:microsoft.com/office/officeart/2005/8/layout/hList1"/>
    <dgm:cxn modelId="{CEF7DD83-670B-4D6F-B12F-680FFF871AE6}" type="presParOf" srcId="{7BFF7759-5155-4978-9DEB-5C76C0404EC4}" destId="{7E793153-C848-4006-96F8-51E9DCEDF3C5}" srcOrd="1" destOrd="0" presId="urn:microsoft.com/office/officeart/2005/8/layout/hList1"/>
    <dgm:cxn modelId="{E05B4C17-BBBA-4BC7-B8C1-934CAC7C338B}" type="presParOf" srcId="{C1082BA7-E595-4301-BB08-74C083781870}" destId="{E434D08A-5F43-45EE-8533-800DE6AB1CEE}" srcOrd="1" destOrd="0" presId="urn:microsoft.com/office/officeart/2005/8/layout/hList1"/>
    <dgm:cxn modelId="{BAC3FA14-EC0A-4E6F-A4A4-D8E511BD2D7C}" type="presParOf" srcId="{C1082BA7-E595-4301-BB08-74C083781870}" destId="{E1C3A26D-56B8-46E6-8EF8-5F610CD3BBB3}" srcOrd="2" destOrd="0" presId="urn:microsoft.com/office/officeart/2005/8/layout/hList1"/>
    <dgm:cxn modelId="{37886EAB-0751-4883-9C33-B0B6AE26BEED}" type="presParOf" srcId="{E1C3A26D-56B8-46E6-8EF8-5F610CD3BBB3}" destId="{0C1167DA-AE78-467B-9EF7-5F3C8E9A14E6}" srcOrd="0" destOrd="0" presId="urn:microsoft.com/office/officeart/2005/8/layout/hList1"/>
    <dgm:cxn modelId="{96E40FE6-CF11-4782-ADEA-B705E06AE9F8}" type="presParOf" srcId="{E1C3A26D-56B8-46E6-8EF8-5F610CD3BBB3}" destId="{9921C017-0921-4DFD-8B2A-4716022F9DC0}" srcOrd="1" destOrd="0" presId="urn:microsoft.com/office/officeart/2005/8/layout/hList1"/>
    <dgm:cxn modelId="{3740D6F8-8C9D-4EE7-BB42-EA843E915D9A}" type="presParOf" srcId="{C1082BA7-E595-4301-BB08-74C083781870}" destId="{20D5E054-4831-41D9-9FE9-371011F1F868}" srcOrd="3" destOrd="0" presId="urn:microsoft.com/office/officeart/2005/8/layout/hList1"/>
    <dgm:cxn modelId="{5539E05C-CDE7-4AC6-97F2-0B4138C191D9}" type="presParOf" srcId="{C1082BA7-E595-4301-BB08-74C083781870}" destId="{490194FD-2ED3-4BEC-A7B1-AA3C4C86944B}" srcOrd="4" destOrd="0" presId="urn:microsoft.com/office/officeart/2005/8/layout/hList1"/>
    <dgm:cxn modelId="{EB8024D6-30AA-4786-BEC7-1B5387DDBC5B}" type="presParOf" srcId="{490194FD-2ED3-4BEC-A7B1-AA3C4C86944B}" destId="{E329AB6D-D603-4806-9E41-B3077069D0AB}" srcOrd="0" destOrd="0" presId="urn:microsoft.com/office/officeart/2005/8/layout/hList1"/>
    <dgm:cxn modelId="{DD4417F2-3173-4029-8A76-DA5644122639}" type="presParOf" srcId="{490194FD-2ED3-4BEC-A7B1-AA3C4C86944B}" destId="{C53A64FE-765F-413F-844A-514C5AB16061}" srcOrd="1" destOrd="0" presId="urn:microsoft.com/office/officeart/2005/8/layout/hList1"/>
    <dgm:cxn modelId="{97571727-C9DD-48C4-812F-543C5D4C4402}" type="presParOf" srcId="{C1082BA7-E595-4301-BB08-74C083781870}" destId="{1A73C3E8-932A-400C-BC9D-C96AE19274A2}" srcOrd="5" destOrd="0" presId="urn:microsoft.com/office/officeart/2005/8/layout/hList1"/>
    <dgm:cxn modelId="{2B38EB57-EED1-4D21-BEF6-0F4526E2C5A3}" type="presParOf" srcId="{C1082BA7-E595-4301-BB08-74C083781870}" destId="{440E8B7F-0387-486B-ABE0-646411D48A99}" srcOrd="6" destOrd="0" presId="urn:microsoft.com/office/officeart/2005/8/layout/hList1"/>
    <dgm:cxn modelId="{4720ABCA-C4E1-4543-836B-B08683EFFFC9}" type="presParOf" srcId="{440E8B7F-0387-486B-ABE0-646411D48A99}" destId="{B65B83E5-C8B5-471F-94D7-0ACE7942A851}" srcOrd="0" destOrd="0" presId="urn:microsoft.com/office/officeart/2005/8/layout/hList1"/>
    <dgm:cxn modelId="{B8E57D23-A7C4-4429-A92F-CC0002DE3C9A}" type="presParOf" srcId="{440E8B7F-0387-486B-ABE0-646411D48A99}" destId="{2423A79A-121C-42FA-BC48-F3FE48F0105F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4FB3341F-621B-4847-BB57-3B54546B18E6}" type="doc">
      <dgm:prSet loTypeId="urn:microsoft.com/office/officeart/2016/7/layout/RepeatingBendingProcessNew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25A453A-B6EC-42E2-A4BF-3C4BDB3565E1}">
      <dgm:prSet/>
      <dgm:spPr/>
      <dgm:t>
        <a:bodyPr/>
        <a:lstStyle/>
        <a:p>
          <a:r>
            <a:rPr lang="nb-NO"/>
            <a:t>Beskriv problemet og formuler mål</a:t>
          </a:r>
          <a:endParaRPr lang="en-US"/>
        </a:p>
      </dgm:t>
    </dgm:pt>
    <dgm:pt modelId="{07E467F1-97C3-4FE3-8AB0-3D2500D71905}" type="parTrans" cxnId="{A0B3FFA8-A3E7-4178-8113-A78D2374C32B}">
      <dgm:prSet/>
      <dgm:spPr/>
      <dgm:t>
        <a:bodyPr/>
        <a:lstStyle/>
        <a:p>
          <a:endParaRPr lang="en-US"/>
        </a:p>
      </dgm:t>
    </dgm:pt>
    <dgm:pt modelId="{E19B3F80-9A05-40C3-8139-5E5BD4117359}" type="sibTrans" cxnId="{A0B3FFA8-A3E7-4178-8113-A78D2374C32B}">
      <dgm:prSet/>
      <dgm:spPr/>
      <dgm:t>
        <a:bodyPr/>
        <a:lstStyle/>
        <a:p>
          <a:endParaRPr lang="en-US"/>
        </a:p>
      </dgm:t>
    </dgm:pt>
    <dgm:pt modelId="{57D6C4F2-38C6-43B6-8540-F54FED6D9398}">
      <dgm:prSet/>
      <dgm:spPr/>
      <dgm:t>
        <a:bodyPr/>
        <a:lstStyle/>
        <a:p>
          <a:r>
            <a:rPr lang="nb-NO"/>
            <a:t>Identifiser og beskriv relevante tiltak</a:t>
          </a:r>
          <a:endParaRPr lang="en-US"/>
        </a:p>
      </dgm:t>
    </dgm:pt>
    <dgm:pt modelId="{9ABB666B-5B29-4DA5-969A-DE04B5218779}" type="parTrans" cxnId="{CC5A85C4-5C0C-4EE8-914B-7DD1EDC4CC5D}">
      <dgm:prSet/>
      <dgm:spPr/>
      <dgm:t>
        <a:bodyPr/>
        <a:lstStyle/>
        <a:p>
          <a:endParaRPr lang="en-US"/>
        </a:p>
      </dgm:t>
    </dgm:pt>
    <dgm:pt modelId="{22F2F9EB-B202-42B1-8266-C357B7EC394C}" type="sibTrans" cxnId="{CC5A85C4-5C0C-4EE8-914B-7DD1EDC4CC5D}">
      <dgm:prSet/>
      <dgm:spPr/>
      <dgm:t>
        <a:bodyPr/>
        <a:lstStyle/>
        <a:p>
          <a:endParaRPr lang="en-US"/>
        </a:p>
      </dgm:t>
    </dgm:pt>
    <dgm:pt modelId="{D27F980F-DD39-4264-B287-3BAF035AC2D5}">
      <dgm:prSet/>
      <dgm:spPr/>
      <dgm:t>
        <a:bodyPr/>
        <a:lstStyle/>
        <a:p>
          <a:r>
            <a:rPr lang="nb-NO"/>
            <a:t>Identifiser og beskrive virkningene</a:t>
          </a:r>
          <a:endParaRPr lang="en-US"/>
        </a:p>
      </dgm:t>
    </dgm:pt>
    <dgm:pt modelId="{334DE1CF-9A19-4958-8938-E442DD189C2E}" type="parTrans" cxnId="{10C97366-15B8-46C1-95B9-85AD26CFF6A1}">
      <dgm:prSet/>
      <dgm:spPr/>
      <dgm:t>
        <a:bodyPr/>
        <a:lstStyle/>
        <a:p>
          <a:endParaRPr lang="en-US"/>
        </a:p>
      </dgm:t>
    </dgm:pt>
    <dgm:pt modelId="{002F7BA0-5170-4E41-AD2D-4E28452F8819}" type="sibTrans" cxnId="{10C97366-15B8-46C1-95B9-85AD26CFF6A1}">
      <dgm:prSet/>
      <dgm:spPr/>
      <dgm:t>
        <a:bodyPr/>
        <a:lstStyle/>
        <a:p>
          <a:endParaRPr lang="en-US"/>
        </a:p>
      </dgm:t>
    </dgm:pt>
    <dgm:pt modelId="{0137AC21-24E3-465A-BE83-68AF719798E1}">
      <dgm:prSet/>
      <dgm:spPr/>
      <dgm:t>
        <a:bodyPr/>
        <a:lstStyle/>
        <a:p>
          <a:r>
            <a:rPr lang="nb-NO"/>
            <a:t>Tallfest, verdsett og vurder virkninger</a:t>
          </a:r>
          <a:endParaRPr lang="en-US"/>
        </a:p>
      </dgm:t>
    </dgm:pt>
    <dgm:pt modelId="{552C6711-1F5B-424A-9D70-D535E8E1596D}" type="parTrans" cxnId="{E7AF4235-C1CB-4D9F-BC04-40A409454341}">
      <dgm:prSet/>
      <dgm:spPr/>
      <dgm:t>
        <a:bodyPr/>
        <a:lstStyle/>
        <a:p>
          <a:endParaRPr lang="en-US"/>
        </a:p>
      </dgm:t>
    </dgm:pt>
    <dgm:pt modelId="{32AF3A77-9CC3-4976-BEDE-7596A35F85CC}" type="sibTrans" cxnId="{E7AF4235-C1CB-4D9F-BC04-40A409454341}">
      <dgm:prSet/>
      <dgm:spPr/>
      <dgm:t>
        <a:bodyPr/>
        <a:lstStyle/>
        <a:p>
          <a:endParaRPr lang="en-US"/>
        </a:p>
      </dgm:t>
    </dgm:pt>
    <dgm:pt modelId="{FAEB92EF-C2B4-402E-86CD-E978675B9E23}">
      <dgm:prSet/>
      <dgm:spPr/>
      <dgm:t>
        <a:bodyPr/>
        <a:lstStyle/>
        <a:p>
          <a:r>
            <a:rPr lang="nb-NO"/>
            <a:t>Vurder samfunnsøkonomisk lønnsomhet</a:t>
          </a:r>
          <a:endParaRPr lang="en-US"/>
        </a:p>
      </dgm:t>
    </dgm:pt>
    <dgm:pt modelId="{AA64C9F4-F696-458D-94C4-9D5A6DB559CF}" type="parTrans" cxnId="{53103F41-C4E1-4404-9868-DECFF9888115}">
      <dgm:prSet/>
      <dgm:spPr/>
      <dgm:t>
        <a:bodyPr/>
        <a:lstStyle/>
        <a:p>
          <a:endParaRPr lang="en-US"/>
        </a:p>
      </dgm:t>
    </dgm:pt>
    <dgm:pt modelId="{D83DCAD2-AE79-4B31-A498-26CF9DB8CA34}" type="sibTrans" cxnId="{53103F41-C4E1-4404-9868-DECFF9888115}">
      <dgm:prSet/>
      <dgm:spPr/>
      <dgm:t>
        <a:bodyPr/>
        <a:lstStyle/>
        <a:p>
          <a:endParaRPr lang="en-US"/>
        </a:p>
      </dgm:t>
    </dgm:pt>
    <dgm:pt modelId="{03172972-4E9D-404C-8B70-9FA4D6405A71}">
      <dgm:prSet/>
      <dgm:spPr/>
      <dgm:t>
        <a:bodyPr/>
        <a:lstStyle/>
        <a:p>
          <a:r>
            <a:rPr lang="nb-NO" dirty="0"/>
            <a:t>Gjennomfør usikkerhetsanalyse</a:t>
          </a:r>
          <a:endParaRPr lang="en-US" dirty="0"/>
        </a:p>
      </dgm:t>
    </dgm:pt>
    <dgm:pt modelId="{51307FB6-2484-4CAC-ABA7-5057D05F3A36}" type="parTrans" cxnId="{6611295C-AFE7-4441-928D-74F850FA26AC}">
      <dgm:prSet/>
      <dgm:spPr/>
      <dgm:t>
        <a:bodyPr/>
        <a:lstStyle/>
        <a:p>
          <a:endParaRPr lang="en-US"/>
        </a:p>
      </dgm:t>
    </dgm:pt>
    <dgm:pt modelId="{ECBF11E2-1E75-48C9-ABE1-E87A9656C7C0}" type="sibTrans" cxnId="{6611295C-AFE7-4441-928D-74F850FA26AC}">
      <dgm:prSet/>
      <dgm:spPr/>
      <dgm:t>
        <a:bodyPr/>
        <a:lstStyle/>
        <a:p>
          <a:endParaRPr lang="en-US"/>
        </a:p>
      </dgm:t>
    </dgm:pt>
    <dgm:pt modelId="{B28A6244-192B-4EB1-917F-CA2B9AF91558}">
      <dgm:prSet/>
      <dgm:spPr/>
      <dgm:t>
        <a:bodyPr/>
        <a:lstStyle/>
        <a:p>
          <a:r>
            <a:rPr lang="nb-NO"/>
            <a:t>Beskrive fordelingsvirkninger</a:t>
          </a:r>
          <a:endParaRPr lang="en-US" dirty="0"/>
        </a:p>
      </dgm:t>
    </dgm:pt>
    <dgm:pt modelId="{C18171DC-1BC9-4F9D-A9DA-69D6CFF5B87E}" type="parTrans" cxnId="{3A32177F-3001-4FFE-9840-A9386DC063CD}">
      <dgm:prSet/>
      <dgm:spPr/>
      <dgm:t>
        <a:bodyPr/>
        <a:lstStyle/>
        <a:p>
          <a:endParaRPr lang="nb-NO"/>
        </a:p>
      </dgm:t>
    </dgm:pt>
    <dgm:pt modelId="{7E746EE8-EB1A-4C55-90DD-B2BC11EE5B6C}" type="sibTrans" cxnId="{3A32177F-3001-4FFE-9840-A9386DC063CD}">
      <dgm:prSet/>
      <dgm:spPr/>
      <dgm:t>
        <a:bodyPr/>
        <a:lstStyle/>
        <a:p>
          <a:endParaRPr lang="nb-NO"/>
        </a:p>
      </dgm:t>
    </dgm:pt>
    <dgm:pt modelId="{6E6E4698-E061-4D04-AA8E-5388A9D50557}">
      <dgm:prSet/>
      <dgm:spPr/>
      <dgm:t>
        <a:bodyPr/>
        <a:lstStyle/>
        <a:p>
          <a:r>
            <a:rPr lang="nb-NO"/>
            <a:t>Gi en samlet vurdering og anbefal tiltak</a:t>
          </a:r>
          <a:endParaRPr lang="nb-NO" dirty="0"/>
        </a:p>
      </dgm:t>
    </dgm:pt>
    <dgm:pt modelId="{6EB603D7-4BDB-4FF3-9A17-15D6690ADD7F}" type="parTrans" cxnId="{E298A3CA-A611-41A6-B4B4-831F9D0D4506}">
      <dgm:prSet/>
      <dgm:spPr/>
      <dgm:t>
        <a:bodyPr/>
        <a:lstStyle/>
        <a:p>
          <a:endParaRPr lang="nb-NO"/>
        </a:p>
      </dgm:t>
    </dgm:pt>
    <dgm:pt modelId="{CEE6765E-7202-4BDE-B9FF-55F983A15BD8}" type="sibTrans" cxnId="{E298A3CA-A611-41A6-B4B4-831F9D0D4506}">
      <dgm:prSet/>
      <dgm:spPr/>
      <dgm:t>
        <a:bodyPr/>
        <a:lstStyle/>
        <a:p>
          <a:endParaRPr lang="nb-NO"/>
        </a:p>
      </dgm:t>
    </dgm:pt>
    <dgm:pt modelId="{CD0E0BF4-F39C-45E7-8170-CD47C6ED7549}" type="pres">
      <dgm:prSet presAssocID="{4FB3341F-621B-4847-BB57-3B54546B18E6}" presName="Name0" presStyleCnt="0">
        <dgm:presLayoutVars>
          <dgm:dir/>
          <dgm:resizeHandles val="exact"/>
        </dgm:presLayoutVars>
      </dgm:prSet>
      <dgm:spPr/>
    </dgm:pt>
    <dgm:pt modelId="{9E0B52CA-9B76-4CDB-8B14-1604F3B497E4}" type="pres">
      <dgm:prSet presAssocID="{025A453A-B6EC-42E2-A4BF-3C4BDB3565E1}" presName="node" presStyleLbl="node1" presStyleIdx="0" presStyleCnt="8">
        <dgm:presLayoutVars>
          <dgm:bulletEnabled val="1"/>
        </dgm:presLayoutVars>
      </dgm:prSet>
      <dgm:spPr/>
    </dgm:pt>
    <dgm:pt modelId="{0837A425-A886-4B50-899A-916FB1A57225}" type="pres">
      <dgm:prSet presAssocID="{E19B3F80-9A05-40C3-8139-5E5BD4117359}" presName="sibTrans" presStyleLbl="sibTrans1D1" presStyleIdx="0" presStyleCnt="7"/>
      <dgm:spPr/>
    </dgm:pt>
    <dgm:pt modelId="{0435043D-DC2D-46EA-820F-1B5C0F559B08}" type="pres">
      <dgm:prSet presAssocID="{E19B3F80-9A05-40C3-8139-5E5BD4117359}" presName="connectorText" presStyleLbl="sibTrans1D1" presStyleIdx="0" presStyleCnt="7"/>
      <dgm:spPr/>
    </dgm:pt>
    <dgm:pt modelId="{75080839-BB31-44FA-9535-744930DF9AD9}" type="pres">
      <dgm:prSet presAssocID="{57D6C4F2-38C6-43B6-8540-F54FED6D9398}" presName="node" presStyleLbl="node1" presStyleIdx="1" presStyleCnt="8">
        <dgm:presLayoutVars>
          <dgm:bulletEnabled val="1"/>
        </dgm:presLayoutVars>
      </dgm:prSet>
      <dgm:spPr/>
    </dgm:pt>
    <dgm:pt modelId="{DE0E88B8-FBC6-45A1-A378-6EA686B7BC47}" type="pres">
      <dgm:prSet presAssocID="{22F2F9EB-B202-42B1-8266-C357B7EC394C}" presName="sibTrans" presStyleLbl="sibTrans1D1" presStyleIdx="1" presStyleCnt="7"/>
      <dgm:spPr/>
    </dgm:pt>
    <dgm:pt modelId="{541832FD-228A-4799-8E26-B12F8B362CF4}" type="pres">
      <dgm:prSet presAssocID="{22F2F9EB-B202-42B1-8266-C357B7EC394C}" presName="connectorText" presStyleLbl="sibTrans1D1" presStyleIdx="1" presStyleCnt="7"/>
      <dgm:spPr/>
    </dgm:pt>
    <dgm:pt modelId="{80DD68FD-15ED-4205-9BB4-EC99148FBFE9}" type="pres">
      <dgm:prSet presAssocID="{D27F980F-DD39-4264-B287-3BAF035AC2D5}" presName="node" presStyleLbl="node1" presStyleIdx="2" presStyleCnt="8">
        <dgm:presLayoutVars>
          <dgm:bulletEnabled val="1"/>
        </dgm:presLayoutVars>
      </dgm:prSet>
      <dgm:spPr/>
    </dgm:pt>
    <dgm:pt modelId="{4FBB1DA1-3636-4C01-802D-A49EC1F7152F}" type="pres">
      <dgm:prSet presAssocID="{002F7BA0-5170-4E41-AD2D-4E28452F8819}" presName="sibTrans" presStyleLbl="sibTrans1D1" presStyleIdx="2" presStyleCnt="7"/>
      <dgm:spPr/>
    </dgm:pt>
    <dgm:pt modelId="{B1407C94-CC84-4F4B-9033-7BD667F7CEE2}" type="pres">
      <dgm:prSet presAssocID="{002F7BA0-5170-4E41-AD2D-4E28452F8819}" presName="connectorText" presStyleLbl="sibTrans1D1" presStyleIdx="2" presStyleCnt="7"/>
      <dgm:spPr/>
    </dgm:pt>
    <dgm:pt modelId="{5FA9A97C-228A-41B2-BC0C-E66BDE582773}" type="pres">
      <dgm:prSet presAssocID="{0137AC21-24E3-465A-BE83-68AF719798E1}" presName="node" presStyleLbl="node1" presStyleIdx="3" presStyleCnt="8">
        <dgm:presLayoutVars>
          <dgm:bulletEnabled val="1"/>
        </dgm:presLayoutVars>
      </dgm:prSet>
      <dgm:spPr/>
    </dgm:pt>
    <dgm:pt modelId="{1D05B497-7E6A-4AE5-9CCB-59C06E0DDE82}" type="pres">
      <dgm:prSet presAssocID="{32AF3A77-9CC3-4976-BEDE-7596A35F85CC}" presName="sibTrans" presStyleLbl="sibTrans1D1" presStyleIdx="3" presStyleCnt="7"/>
      <dgm:spPr/>
    </dgm:pt>
    <dgm:pt modelId="{0F5B0F78-251E-492D-BB4C-0CFB6FD54A75}" type="pres">
      <dgm:prSet presAssocID="{32AF3A77-9CC3-4976-BEDE-7596A35F85CC}" presName="connectorText" presStyleLbl="sibTrans1D1" presStyleIdx="3" presStyleCnt="7"/>
      <dgm:spPr/>
    </dgm:pt>
    <dgm:pt modelId="{CC1BFD96-7A0C-4611-AB4F-3F0EEA227289}" type="pres">
      <dgm:prSet presAssocID="{FAEB92EF-C2B4-402E-86CD-E978675B9E23}" presName="node" presStyleLbl="node1" presStyleIdx="4" presStyleCnt="8">
        <dgm:presLayoutVars>
          <dgm:bulletEnabled val="1"/>
        </dgm:presLayoutVars>
      </dgm:prSet>
      <dgm:spPr/>
    </dgm:pt>
    <dgm:pt modelId="{F1E79F0E-8606-4E29-8D77-BD1EB668E780}" type="pres">
      <dgm:prSet presAssocID="{D83DCAD2-AE79-4B31-A498-26CF9DB8CA34}" presName="sibTrans" presStyleLbl="sibTrans1D1" presStyleIdx="4" presStyleCnt="7"/>
      <dgm:spPr/>
    </dgm:pt>
    <dgm:pt modelId="{B413615A-708F-4A26-ADC8-C5C06C927BE9}" type="pres">
      <dgm:prSet presAssocID="{D83DCAD2-AE79-4B31-A498-26CF9DB8CA34}" presName="connectorText" presStyleLbl="sibTrans1D1" presStyleIdx="4" presStyleCnt="7"/>
      <dgm:spPr/>
    </dgm:pt>
    <dgm:pt modelId="{41A0B17B-C769-4BAB-A167-36D6F94CFFD2}" type="pres">
      <dgm:prSet presAssocID="{03172972-4E9D-404C-8B70-9FA4D6405A71}" presName="node" presStyleLbl="node1" presStyleIdx="5" presStyleCnt="8">
        <dgm:presLayoutVars>
          <dgm:bulletEnabled val="1"/>
        </dgm:presLayoutVars>
      </dgm:prSet>
      <dgm:spPr/>
    </dgm:pt>
    <dgm:pt modelId="{DA15F601-0A97-4D3C-9F3C-4AAD11730861}" type="pres">
      <dgm:prSet presAssocID="{ECBF11E2-1E75-48C9-ABE1-E87A9656C7C0}" presName="sibTrans" presStyleLbl="sibTrans1D1" presStyleIdx="5" presStyleCnt="7"/>
      <dgm:spPr/>
    </dgm:pt>
    <dgm:pt modelId="{2D38BB24-B03A-4FE9-8548-191128F9AD9E}" type="pres">
      <dgm:prSet presAssocID="{ECBF11E2-1E75-48C9-ABE1-E87A9656C7C0}" presName="connectorText" presStyleLbl="sibTrans1D1" presStyleIdx="5" presStyleCnt="7"/>
      <dgm:spPr/>
    </dgm:pt>
    <dgm:pt modelId="{AD81D40C-4431-4B7C-82E0-B470EF267E1C}" type="pres">
      <dgm:prSet presAssocID="{B28A6244-192B-4EB1-917F-CA2B9AF91558}" presName="node" presStyleLbl="node1" presStyleIdx="6" presStyleCnt="8">
        <dgm:presLayoutVars>
          <dgm:bulletEnabled val="1"/>
        </dgm:presLayoutVars>
      </dgm:prSet>
      <dgm:spPr/>
    </dgm:pt>
    <dgm:pt modelId="{B1E80D7D-F440-4CBB-90DA-E98F190C6278}" type="pres">
      <dgm:prSet presAssocID="{7E746EE8-EB1A-4C55-90DD-B2BC11EE5B6C}" presName="sibTrans" presStyleLbl="sibTrans1D1" presStyleIdx="6" presStyleCnt="7"/>
      <dgm:spPr/>
    </dgm:pt>
    <dgm:pt modelId="{EA87A0EE-8CB9-44F5-BF20-A41E3F026F8A}" type="pres">
      <dgm:prSet presAssocID="{7E746EE8-EB1A-4C55-90DD-B2BC11EE5B6C}" presName="connectorText" presStyleLbl="sibTrans1D1" presStyleIdx="6" presStyleCnt="7"/>
      <dgm:spPr/>
    </dgm:pt>
    <dgm:pt modelId="{07CE1609-A283-49EF-B720-177B3B69FAA9}" type="pres">
      <dgm:prSet presAssocID="{6E6E4698-E061-4D04-AA8E-5388A9D50557}" presName="node" presStyleLbl="node1" presStyleIdx="7" presStyleCnt="8">
        <dgm:presLayoutVars>
          <dgm:bulletEnabled val="1"/>
        </dgm:presLayoutVars>
      </dgm:prSet>
      <dgm:spPr/>
    </dgm:pt>
  </dgm:ptLst>
  <dgm:cxnLst>
    <dgm:cxn modelId="{3F41AE02-0368-4267-933B-3064754DCB9F}" type="presOf" srcId="{002F7BA0-5170-4E41-AD2D-4E28452F8819}" destId="{4FBB1DA1-3636-4C01-802D-A49EC1F7152F}" srcOrd="0" destOrd="0" presId="urn:microsoft.com/office/officeart/2016/7/layout/RepeatingBendingProcessNew"/>
    <dgm:cxn modelId="{02802703-B1D4-4F54-B90B-AF9F2CFC2DEF}" type="presOf" srcId="{6E6E4698-E061-4D04-AA8E-5388A9D50557}" destId="{07CE1609-A283-49EF-B720-177B3B69FAA9}" srcOrd="0" destOrd="0" presId="urn:microsoft.com/office/officeart/2016/7/layout/RepeatingBendingProcessNew"/>
    <dgm:cxn modelId="{113D5F0A-0E3C-4773-A4DD-3639A9EFC500}" type="presOf" srcId="{D27F980F-DD39-4264-B287-3BAF035AC2D5}" destId="{80DD68FD-15ED-4205-9BB4-EC99148FBFE9}" srcOrd="0" destOrd="0" presId="urn:microsoft.com/office/officeart/2016/7/layout/RepeatingBendingProcessNew"/>
    <dgm:cxn modelId="{8FE3821E-014D-427F-8EB5-915B2220A00C}" type="presOf" srcId="{002F7BA0-5170-4E41-AD2D-4E28452F8819}" destId="{B1407C94-CC84-4F4B-9033-7BD667F7CEE2}" srcOrd="1" destOrd="0" presId="urn:microsoft.com/office/officeart/2016/7/layout/RepeatingBendingProcessNew"/>
    <dgm:cxn modelId="{044EA927-5BE9-41B0-B94B-F773B75717B4}" type="presOf" srcId="{57D6C4F2-38C6-43B6-8540-F54FED6D9398}" destId="{75080839-BB31-44FA-9535-744930DF9AD9}" srcOrd="0" destOrd="0" presId="urn:microsoft.com/office/officeart/2016/7/layout/RepeatingBendingProcessNew"/>
    <dgm:cxn modelId="{5FFDD02D-C90E-4F57-9E5E-27A2D0614D69}" type="presOf" srcId="{FAEB92EF-C2B4-402E-86CD-E978675B9E23}" destId="{CC1BFD96-7A0C-4611-AB4F-3F0EEA227289}" srcOrd="0" destOrd="0" presId="urn:microsoft.com/office/officeart/2016/7/layout/RepeatingBendingProcessNew"/>
    <dgm:cxn modelId="{E7AF4235-C1CB-4D9F-BC04-40A409454341}" srcId="{4FB3341F-621B-4847-BB57-3B54546B18E6}" destId="{0137AC21-24E3-465A-BE83-68AF719798E1}" srcOrd="3" destOrd="0" parTransId="{552C6711-1F5B-424A-9D70-D535E8E1596D}" sibTransId="{32AF3A77-9CC3-4976-BEDE-7596A35F85CC}"/>
    <dgm:cxn modelId="{6611295C-AFE7-4441-928D-74F850FA26AC}" srcId="{4FB3341F-621B-4847-BB57-3B54546B18E6}" destId="{03172972-4E9D-404C-8B70-9FA4D6405A71}" srcOrd="5" destOrd="0" parTransId="{51307FB6-2484-4CAC-ABA7-5057D05F3A36}" sibTransId="{ECBF11E2-1E75-48C9-ABE1-E87A9656C7C0}"/>
    <dgm:cxn modelId="{53103F41-C4E1-4404-9868-DECFF9888115}" srcId="{4FB3341F-621B-4847-BB57-3B54546B18E6}" destId="{FAEB92EF-C2B4-402E-86CD-E978675B9E23}" srcOrd="4" destOrd="0" parTransId="{AA64C9F4-F696-458D-94C4-9D5A6DB559CF}" sibTransId="{D83DCAD2-AE79-4B31-A498-26CF9DB8CA34}"/>
    <dgm:cxn modelId="{61539E42-A027-485E-8B6E-4EA75BA6C39D}" type="presOf" srcId="{D83DCAD2-AE79-4B31-A498-26CF9DB8CA34}" destId="{B413615A-708F-4A26-ADC8-C5C06C927BE9}" srcOrd="1" destOrd="0" presId="urn:microsoft.com/office/officeart/2016/7/layout/RepeatingBendingProcessNew"/>
    <dgm:cxn modelId="{10C97366-15B8-46C1-95B9-85AD26CFF6A1}" srcId="{4FB3341F-621B-4847-BB57-3B54546B18E6}" destId="{D27F980F-DD39-4264-B287-3BAF035AC2D5}" srcOrd="2" destOrd="0" parTransId="{334DE1CF-9A19-4958-8938-E442DD189C2E}" sibTransId="{002F7BA0-5170-4E41-AD2D-4E28452F8819}"/>
    <dgm:cxn modelId="{4CCCA54B-922B-4FAE-AA45-B482F5A8065F}" type="presOf" srcId="{4FB3341F-621B-4847-BB57-3B54546B18E6}" destId="{CD0E0BF4-F39C-45E7-8170-CD47C6ED7549}" srcOrd="0" destOrd="0" presId="urn:microsoft.com/office/officeart/2016/7/layout/RepeatingBendingProcessNew"/>
    <dgm:cxn modelId="{D54BB173-D743-4C63-BF38-6BA3242455EE}" type="presOf" srcId="{B28A6244-192B-4EB1-917F-CA2B9AF91558}" destId="{AD81D40C-4431-4B7C-82E0-B470EF267E1C}" srcOrd="0" destOrd="0" presId="urn:microsoft.com/office/officeart/2016/7/layout/RepeatingBendingProcessNew"/>
    <dgm:cxn modelId="{BE612D7B-A461-474C-AF87-A5E7629E041F}" type="presOf" srcId="{7E746EE8-EB1A-4C55-90DD-B2BC11EE5B6C}" destId="{EA87A0EE-8CB9-44F5-BF20-A41E3F026F8A}" srcOrd="1" destOrd="0" presId="urn:microsoft.com/office/officeart/2016/7/layout/RepeatingBendingProcessNew"/>
    <dgm:cxn modelId="{308EAF7C-BBF3-41AB-8057-5BA14A02A04F}" type="presOf" srcId="{D83DCAD2-AE79-4B31-A498-26CF9DB8CA34}" destId="{F1E79F0E-8606-4E29-8D77-BD1EB668E780}" srcOrd="0" destOrd="0" presId="urn:microsoft.com/office/officeart/2016/7/layout/RepeatingBendingProcessNew"/>
    <dgm:cxn modelId="{3A32177F-3001-4FFE-9840-A9386DC063CD}" srcId="{4FB3341F-621B-4847-BB57-3B54546B18E6}" destId="{B28A6244-192B-4EB1-917F-CA2B9AF91558}" srcOrd="6" destOrd="0" parTransId="{C18171DC-1BC9-4F9D-A9DA-69D6CFF5B87E}" sibTransId="{7E746EE8-EB1A-4C55-90DD-B2BC11EE5B6C}"/>
    <dgm:cxn modelId="{71F2E383-B4F7-4D2F-8BD6-419E8B886D68}" type="presOf" srcId="{ECBF11E2-1E75-48C9-ABE1-E87A9656C7C0}" destId="{2D38BB24-B03A-4FE9-8548-191128F9AD9E}" srcOrd="1" destOrd="0" presId="urn:microsoft.com/office/officeart/2016/7/layout/RepeatingBendingProcessNew"/>
    <dgm:cxn modelId="{FC0B2A86-3FB8-4AB1-A907-73B385A4DAF2}" type="presOf" srcId="{0137AC21-24E3-465A-BE83-68AF719798E1}" destId="{5FA9A97C-228A-41B2-BC0C-E66BDE582773}" srcOrd="0" destOrd="0" presId="urn:microsoft.com/office/officeart/2016/7/layout/RepeatingBendingProcessNew"/>
    <dgm:cxn modelId="{9A069C8A-C5F5-4652-B7CA-761B4E3541A0}" type="presOf" srcId="{E19B3F80-9A05-40C3-8139-5E5BD4117359}" destId="{0435043D-DC2D-46EA-820F-1B5C0F559B08}" srcOrd="1" destOrd="0" presId="urn:microsoft.com/office/officeart/2016/7/layout/RepeatingBendingProcessNew"/>
    <dgm:cxn modelId="{FA85138B-7C27-4059-8EEB-49374816989D}" type="presOf" srcId="{32AF3A77-9CC3-4976-BEDE-7596A35F85CC}" destId="{1D05B497-7E6A-4AE5-9CCB-59C06E0DDE82}" srcOrd="0" destOrd="0" presId="urn:microsoft.com/office/officeart/2016/7/layout/RepeatingBendingProcessNew"/>
    <dgm:cxn modelId="{1536EFA0-8017-4F1C-81A8-977C91CA3074}" type="presOf" srcId="{ECBF11E2-1E75-48C9-ABE1-E87A9656C7C0}" destId="{DA15F601-0A97-4D3C-9F3C-4AAD11730861}" srcOrd="0" destOrd="0" presId="urn:microsoft.com/office/officeart/2016/7/layout/RepeatingBendingProcessNew"/>
    <dgm:cxn modelId="{A0B3FFA8-A3E7-4178-8113-A78D2374C32B}" srcId="{4FB3341F-621B-4847-BB57-3B54546B18E6}" destId="{025A453A-B6EC-42E2-A4BF-3C4BDB3565E1}" srcOrd="0" destOrd="0" parTransId="{07E467F1-97C3-4FE3-8AB0-3D2500D71905}" sibTransId="{E19B3F80-9A05-40C3-8139-5E5BD4117359}"/>
    <dgm:cxn modelId="{09AF3CB7-6A5A-4845-966F-E0FFC5ECC70E}" type="presOf" srcId="{025A453A-B6EC-42E2-A4BF-3C4BDB3565E1}" destId="{9E0B52CA-9B76-4CDB-8B14-1604F3B497E4}" srcOrd="0" destOrd="0" presId="urn:microsoft.com/office/officeart/2016/7/layout/RepeatingBendingProcessNew"/>
    <dgm:cxn modelId="{CC5A85C4-5C0C-4EE8-914B-7DD1EDC4CC5D}" srcId="{4FB3341F-621B-4847-BB57-3B54546B18E6}" destId="{57D6C4F2-38C6-43B6-8540-F54FED6D9398}" srcOrd="1" destOrd="0" parTransId="{9ABB666B-5B29-4DA5-969A-DE04B5218779}" sibTransId="{22F2F9EB-B202-42B1-8266-C357B7EC394C}"/>
    <dgm:cxn modelId="{4EAA49C9-735E-47ED-ACCC-CA25A3AFB0C5}" type="presOf" srcId="{03172972-4E9D-404C-8B70-9FA4D6405A71}" destId="{41A0B17B-C769-4BAB-A167-36D6F94CFFD2}" srcOrd="0" destOrd="0" presId="urn:microsoft.com/office/officeart/2016/7/layout/RepeatingBendingProcessNew"/>
    <dgm:cxn modelId="{E298A3CA-A611-41A6-B4B4-831F9D0D4506}" srcId="{4FB3341F-621B-4847-BB57-3B54546B18E6}" destId="{6E6E4698-E061-4D04-AA8E-5388A9D50557}" srcOrd="7" destOrd="0" parTransId="{6EB603D7-4BDB-4FF3-9A17-15D6690ADD7F}" sibTransId="{CEE6765E-7202-4BDE-B9FF-55F983A15BD8}"/>
    <dgm:cxn modelId="{833E6DCB-0ECF-4D63-A70B-1E56CD62C530}" type="presOf" srcId="{E19B3F80-9A05-40C3-8139-5E5BD4117359}" destId="{0837A425-A886-4B50-899A-916FB1A57225}" srcOrd="0" destOrd="0" presId="urn:microsoft.com/office/officeart/2016/7/layout/RepeatingBendingProcessNew"/>
    <dgm:cxn modelId="{341BA1D3-A010-4098-A69C-7EFC97EEF5E9}" type="presOf" srcId="{22F2F9EB-B202-42B1-8266-C357B7EC394C}" destId="{541832FD-228A-4799-8E26-B12F8B362CF4}" srcOrd="1" destOrd="0" presId="urn:microsoft.com/office/officeart/2016/7/layout/RepeatingBendingProcessNew"/>
    <dgm:cxn modelId="{B9CD22D6-4DFA-4614-9896-151010421055}" type="presOf" srcId="{32AF3A77-9CC3-4976-BEDE-7596A35F85CC}" destId="{0F5B0F78-251E-492D-BB4C-0CFB6FD54A75}" srcOrd="1" destOrd="0" presId="urn:microsoft.com/office/officeart/2016/7/layout/RepeatingBendingProcessNew"/>
    <dgm:cxn modelId="{48E511DA-6BC0-4699-8801-DF2825483F8D}" type="presOf" srcId="{22F2F9EB-B202-42B1-8266-C357B7EC394C}" destId="{DE0E88B8-FBC6-45A1-A378-6EA686B7BC47}" srcOrd="0" destOrd="0" presId="urn:microsoft.com/office/officeart/2016/7/layout/RepeatingBendingProcessNew"/>
    <dgm:cxn modelId="{C37022E1-646F-4032-812F-1B7E6F9ED4A9}" type="presOf" srcId="{7E746EE8-EB1A-4C55-90DD-B2BC11EE5B6C}" destId="{B1E80D7D-F440-4CBB-90DA-E98F190C6278}" srcOrd="0" destOrd="0" presId="urn:microsoft.com/office/officeart/2016/7/layout/RepeatingBendingProcessNew"/>
    <dgm:cxn modelId="{A8A5A71E-9873-4958-ADCF-883004903374}" type="presParOf" srcId="{CD0E0BF4-F39C-45E7-8170-CD47C6ED7549}" destId="{9E0B52CA-9B76-4CDB-8B14-1604F3B497E4}" srcOrd="0" destOrd="0" presId="urn:microsoft.com/office/officeart/2016/7/layout/RepeatingBendingProcessNew"/>
    <dgm:cxn modelId="{0944787B-52F4-4E8B-8891-9451E90D1733}" type="presParOf" srcId="{CD0E0BF4-F39C-45E7-8170-CD47C6ED7549}" destId="{0837A425-A886-4B50-899A-916FB1A57225}" srcOrd="1" destOrd="0" presId="urn:microsoft.com/office/officeart/2016/7/layout/RepeatingBendingProcessNew"/>
    <dgm:cxn modelId="{187283AE-F521-4618-9ED2-638E43F95B2F}" type="presParOf" srcId="{0837A425-A886-4B50-899A-916FB1A57225}" destId="{0435043D-DC2D-46EA-820F-1B5C0F559B08}" srcOrd="0" destOrd="0" presId="urn:microsoft.com/office/officeart/2016/7/layout/RepeatingBendingProcessNew"/>
    <dgm:cxn modelId="{8010D7E5-91A4-4707-B924-3B61EDF3EBE5}" type="presParOf" srcId="{CD0E0BF4-F39C-45E7-8170-CD47C6ED7549}" destId="{75080839-BB31-44FA-9535-744930DF9AD9}" srcOrd="2" destOrd="0" presId="urn:microsoft.com/office/officeart/2016/7/layout/RepeatingBendingProcessNew"/>
    <dgm:cxn modelId="{258DF49D-B29F-45B9-9488-8BDC6E83D6D5}" type="presParOf" srcId="{CD0E0BF4-F39C-45E7-8170-CD47C6ED7549}" destId="{DE0E88B8-FBC6-45A1-A378-6EA686B7BC47}" srcOrd="3" destOrd="0" presId="urn:microsoft.com/office/officeart/2016/7/layout/RepeatingBendingProcessNew"/>
    <dgm:cxn modelId="{BA0CF1D0-9D4B-4524-A51C-513A71CEBF87}" type="presParOf" srcId="{DE0E88B8-FBC6-45A1-A378-6EA686B7BC47}" destId="{541832FD-228A-4799-8E26-B12F8B362CF4}" srcOrd="0" destOrd="0" presId="urn:microsoft.com/office/officeart/2016/7/layout/RepeatingBendingProcessNew"/>
    <dgm:cxn modelId="{AED5C966-3BAC-409B-8131-A0DA2BC70AC6}" type="presParOf" srcId="{CD0E0BF4-F39C-45E7-8170-CD47C6ED7549}" destId="{80DD68FD-15ED-4205-9BB4-EC99148FBFE9}" srcOrd="4" destOrd="0" presId="urn:microsoft.com/office/officeart/2016/7/layout/RepeatingBendingProcessNew"/>
    <dgm:cxn modelId="{61ACADB2-80FB-4A5D-AA52-46C5CB4DED09}" type="presParOf" srcId="{CD0E0BF4-F39C-45E7-8170-CD47C6ED7549}" destId="{4FBB1DA1-3636-4C01-802D-A49EC1F7152F}" srcOrd="5" destOrd="0" presId="urn:microsoft.com/office/officeart/2016/7/layout/RepeatingBendingProcessNew"/>
    <dgm:cxn modelId="{29AC3DAB-31D7-4E10-BB26-C1E29BEC90CD}" type="presParOf" srcId="{4FBB1DA1-3636-4C01-802D-A49EC1F7152F}" destId="{B1407C94-CC84-4F4B-9033-7BD667F7CEE2}" srcOrd="0" destOrd="0" presId="urn:microsoft.com/office/officeart/2016/7/layout/RepeatingBendingProcessNew"/>
    <dgm:cxn modelId="{74BCD154-4F07-4C2A-A90F-BCC00C7A52EF}" type="presParOf" srcId="{CD0E0BF4-F39C-45E7-8170-CD47C6ED7549}" destId="{5FA9A97C-228A-41B2-BC0C-E66BDE582773}" srcOrd="6" destOrd="0" presId="urn:microsoft.com/office/officeart/2016/7/layout/RepeatingBendingProcessNew"/>
    <dgm:cxn modelId="{A6185AC2-4643-41FE-A7F1-8085D36106BA}" type="presParOf" srcId="{CD0E0BF4-F39C-45E7-8170-CD47C6ED7549}" destId="{1D05B497-7E6A-4AE5-9CCB-59C06E0DDE82}" srcOrd="7" destOrd="0" presId="urn:microsoft.com/office/officeart/2016/7/layout/RepeatingBendingProcessNew"/>
    <dgm:cxn modelId="{4E366C99-C82B-4DF2-A7DE-EB8CDD5C3BDA}" type="presParOf" srcId="{1D05B497-7E6A-4AE5-9CCB-59C06E0DDE82}" destId="{0F5B0F78-251E-492D-BB4C-0CFB6FD54A75}" srcOrd="0" destOrd="0" presId="urn:microsoft.com/office/officeart/2016/7/layout/RepeatingBendingProcessNew"/>
    <dgm:cxn modelId="{1E7D747D-CCFF-4C71-8891-3CDE955F02DC}" type="presParOf" srcId="{CD0E0BF4-F39C-45E7-8170-CD47C6ED7549}" destId="{CC1BFD96-7A0C-4611-AB4F-3F0EEA227289}" srcOrd="8" destOrd="0" presId="urn:microsoft.com/office/officeart/2016/7/layout/RepeatingBendingProcessNew"/>
    <dgm:cxn modelId="{63B2C896-048E-4349-9703-33C14EE1B3B6}" type="presParOf" srcId="{CD0E0BF4-F39C-45E7-8170-CD47C6ED7549}" destId="{F1E79F0E-8606-4E29-8D77-BD1EB668E780}" srcOrd="9" destOrd="0" presId="urn:microsoft.com/office/officeart/2016/7/layout/RepeatingBendingProcessNew"/>
    <dgm:cxn modelId="{B5F6E0C5-F738-4FC6-A176-85F6BDE98FB3}" type="presParOf" srcId="{F1E79F0E-8606-4E29-8D77-BD1EB668E780}" destId="{B413615A-708F-4A26-ADC8-C5C06C927BE9}" srcOrd="0" destOrd="0" presId="urn:microsoft.com/office/officeart/2016/7/layout/RepeatingBendingProcessNew"/>
    <dgm:cxn modelId="{A3198566-1CFD-4E07-8404-41B55FF8A29B}" type="presParOf" srcId="{CD0E0BF4-F39C-45E7-8170-CD47C6ED7549}" destId="{41A0B17B-C769-4BAB-A167-36D6F94CFFD2}" srcOrd="10" destOrd="0" presId="urn:microsoft.com/office/officeart/2016/7/layout/RepeatingBendingProcessNew"/>
    <dgm:cxn modelId="{309CD2DE-011A-4EF6-AF8A-37937D809538}" type="presParOf" srcId="{CD0E0BF4-F39C-45E7-8170-CD47C6ED7549}" destId="{DA15F601-0A97-4D3C-9F3C-4AAD11730861}" srcOrd="11" destOrd="0" presId="urn:microsoft.com/office/officeart/2016/7/layout/RepeatingBendingProcessNew"/>
    <dgm:cxn modelId="{CA39E4C3-6A8A-436A-B37B-D6CA11AA3395}" type="presParOf" srcId="{DA15F601-0A97-4D3C-9F3C-4AAD11730861}" destId="{2D38BB24-B03A-4FE9-8548-191128F9AD9E}" srcOrd="0" destOrd="0" presId="urn:microsoft.com/office/officeart/2016/7/layout/RepeatingBendingProcessNew"/>
    <dgm:cxn modelId="{E6092907-F043-4D10-B3CA-3CEE7760B239}" type="presParOf" srcId="{CD0E0BF4-F39C-45E7-8170-CD47C6ED7549}" destId="{AD81D40C-4431-4B7C-82E0-B470EF267E1C}" srcOrd="12" destOrd="0" presId="urn:microsoft.com/office/officeart/2016/7/layout/RepeatingBendingProcessNew"/>
    <dgm:cxn modelId="{3013B43B-DDE0-4621-AC4D-6F31AA5169CC}" type="presParOf" srcId="{CD0E0BF4-F39C-45E7-8170-CD47C6ED7549}" destId="{B1E80D7D-F440-4CBB-90DA-E98F190C6278}" srcOrd="13" destOrd="0" presId="urn:microsoft.com/office/officeart/2016/7/layout/RepeatingBendingProcessNew"/>
    <dgm:cxn modelId="{18432108-AC7E-49BF-9EB4-4D18CDED964A}" type="presParOf" srcId="{B1E80D7D-F440-4CBB-90DA-E98F190C6278}" destId="{EA87A0EE-8CB9-44F5-BF20-A41E3F026F8A}" srcOrd="0" destOrd="0" presId="urn:microsoft.com/office/officeart/2016/7/layout/RepeatingBendingProcessNew"/>
    <dgm:cxn modelId="{4CDE972E-37CC-490E-B60C-504BFD430F13}" type="presParOf" srcId="{CD0E0BF4-F39C-45E7-8170-CD47C6ED7549}" destId="{07CE1609-A283-49EF-B720-177B3B69FAA9}" srcOrd="14" destOrd="0" presId="urn:microsoft.com/office/officeart/2016/7/layout/RepeatingBendingProcessNew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280759B9-72E3-4756-A43C-D6966B5DA5FA}" type="doc">
      <dgm:prSet loTypeId="urn:microsoft.com/office/officeart/2016/7/layout/RepeatingBendingProcessNew" loCatId="process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7152E1D4-D879-4C5E-A7B7-10902C43F55A}">
      <dgm:prSet/>
      <dgm:spPr/>
      <dgm:t>
        <a:bodyPr/>
        <a:lstStyle/>
        <a:p>
          <a:r>
            <a:rPr lang="nb-NO"/>
            <a:t>Ta hensyn til økonomisk kvantifiserbare effekter (prissatte virkninger)</a:t>
          </a:r>
          <a:endParaRPr lang="en-US"/>
        </a:p>
      </dgm:t>
    </dgm:pt>
    <dgm:pt modelId="{30A5F185-40F4-43CC-B8A3-160C9D371DFC}" type="parTrans" cxnId="{D25662D8-788B-4929-BB20-C6164A8778C1}">
      <dgm:prSet/>
      <dgm:spPr/>
      <dgm:t>
        <a:bodyPr/>
        <a:lstStyle/>
        <a:p>
          <a:endParaRPr lang="en-US"/>
        </a:p>
      </dgm:t>
    </dgm:pt>
    <dgm:pt modelId="{5C711C5D-ABCE-4F85-9C7E-B2D3F054FE92}" type="sibTrans" cxnId="{D25662D8-788B-4929-BB20-C6164A8778C1}">
      <dgm:prSet/>
      <dgm:spPr/>
      <dgm:t>
        <a:bodyPr/>
        <a:lstStyle/>
        <a:p>
          <a:endParaRPr lang="en-US"/>
        </a:p>
      </dgm:t>
    </dgm:pt>
    <dgm:pt modelId="{80A64F5B-D5B4-4D11-8A49-00F9FC338182}">
      <dgm:prSet/>
      <dgm:spPr/>
      <dgm:t>
        <a:bodyPr/>
        <a:lstStyle/>
        <a:p>
          <a:r>
            <a:rPr lang="nb-NO"/>
            <a:t>Ta hensyn til ikke-kvantifiserbare effekter (ikke-prissatte virkninger)</a:t>
          </a:r>
          <a:endParaRPr lang="en-US"/>
        </a:p>
      </dgm:t>
    </dgm:pt>
    <dgm:pt modelId="{FA3BD3D9-AFF7-4C62-9F49-9523C0C35619}" type="parTrans" cxnId="{B7BFB50D-1FC7-4437-A815-E3942FF7727B}">
      <dgm:prSet/>
      <dgm:spPr/>
      <dgm:t>
        <a:bodyPr/>
        <a:lstStyle/>
        <a:p>
          <a:endParaRPr lang="en-US"/>
        </a:p>
      </dgm:t>
    </dgm:pt>
    <dgm:pt modelId="{66F87270-CE9B-411B-A5F1-59BA48F556A7}" type="sibTrans" cxnId="{B7BFB50D-1FC7-4437-A815-E3942FF7727B}">
      <dgm:prSet/>
      <dgm:spPr/>
      <dgm:t>
        <a:bodyPr/>
        <a:lstStyle/>
        <a:p>
          <a:endParaRPr lang="en-US"/>
        </a:p>
      </dgm:t>
    </dgm:pt>
    <dgm:pt modelId="{C806F5C4-66FA-4E04-86F8-4B26C466043E}">
      <dgm:prSet/>
      <dgm:spPr/>
      <dgm:t>
        <a:bodyPr/>
        <a:lstStyle/>
        <a:p>
          <a:r>
            <a:rPr lang="nb-NO"/>
            <a:t>I så stor grad som mulig/hensiktsmessig ta med all relevant nytte og alle relevante kostnader</a:t>
          </a:r>
          <a:endParaRPr lang="en-US"/>
        </a:p>
      </dgm:t>
    </dgm:pt>
    <dgm:pt modelId="{8693C3AD-A82D-4FA2-8792-039DA226F1A1}" type="parTrans" cxnId="{7647537A-A089-42CF-8BF1-7649D184619E}">
      <dgm:prSet/>
      <dgm:spPr/>
      <dgm:t>
        <a:bodyPr/>
        <a:lstStyle/>
        <a:p>
          <a:endParaRPr lang="en-US"/>
        </a:p>
      </dgm:t>
    </dgm:pt>
    <dgm:pt modelId="{77B30294-B144-4A1F-B129-67B1D743E1D5}" type="sibTrans" cxnId="{7647537A-A089-42CF-8BF1-7649D184619E}">
      <dgm:prSet/>
      <dgm:spPr/>
      <dgm:t>
        <a:bodyPr/>
        <a:lstStyle/>
        <a:p>
          <a:endParaRPr lang="en-US"/>
        </a:p>
      </dgm:t>
    </dgm:pt>
    <dgm:pt modelId="{54EEEE89-D8A9-440F-963F-72B567B348E3}">
      <dgm:prSet/>
      <dgm:spPr/>
      <dgm:t>
        <a:bodyPr/>
        <a:lstStyle/>
        <a:p>
          <a:r>
            <a:rPr lang="nb-NO"/>
            <a:t>Unngå dobbelttellinger</a:t>
          </a:r>
          <a:endParaRPr lang="en-US"/>
        </a:p>
      </dgm:t>
    </dgm:pt>
    <dgm:pt modelId="{4F3D0BB1-1041-4DB5-8D50-D63E04B84E99}" type="parTrans" cxnId="{5E6B416D-F6B4-428A-ABC0-8896C9B55596}">
      <dgm:prSet/>
      <dgm:spPr/>
      <dgm:t>
        <a:bodyPr/>
        <a:lstStyle/>
        <a:p>
          <a:endParaRPr lang="en-US"/>
        </a:p>
      </dgm:t>
    </dgm:pt>
    <dgm:pt modelId="{0E97216A-EC41-45F1-B54A-9A3DB1D2D74E}" type="sibTrans" cxnId="{5E6B416D-F6B4-428A-ABC0-8896C9B55596}">
      <dgm:prSet/>
      <dgm:spPr/>
      <dgm:t>
        <a:bodyPr/>
        <a:lstStyle/>
        <a:p>
          <a:endParaRPr lang="en-US"/>
        </a:p>
      </dgm:t>
    </dgm:pt>
    <dgm:pt modelId="{8E1F6166-FB84-4645-89FD-523FF04314B7}">
      <dgm:prSet/>
      <dgm:spPr/>
      <dgm:t>
        <a:bodyPr/>
        <a:lstStyle/>
        <a:p>
          <a:r>
            <a:rPr lang="nb-NO"/>
            <a:t>Ta hensyn til alternativ anvendelse</a:t>
          </a:r>
          <a:endParaRPr lang="en-US"/>
        </a:p>
      </dgm:t>
    </dgm:pt>
    <dgm:pt modelId="{63592916-2140-44DF-8896-756251CC3941}" type="parTrans" cxnId="{1AB8BB20-9BEA-45CC-8455-F6B2F4F1A9C4}">
      <dgm:prSet/>
      <dgm:spPr/>
      <dgm:t>
        <a:bodyPr/>
        <a:lstStyle/>
        <a:p>
          <a:endParaRPr lang="en-US"/>
        </a:p>
      </dgm:t>
    </dgm:pt>
    <dgm:pt modelId="{77475103-F48F-40B5-B46A-C1AE4C6F40A7}" type="sibTrans" cxnId="{1AB8BB20-9BEA-45CC-8455-F6B2F4F1A9C4}">
      <dgm:prSet/>
      <dgm:spPr/>
      <dgm:t>
        <a:bodyPr/>
        <a:lstStyle/>
        <a:p>
          <a:endParaRPr lang="en-US"/>
        </a:p>
      </dgm:t>
    </dgm:pt>
    <dgm:pt modelId="{19470DCF-83C0-4F6A-A261-AB4AFDF2F869}">
      <dgm:prSet/>
      <dgm:spPr/>
      <dgm:t>
        <a:bodyPr/>
        <a:lstStyle/>
        <a:p>
          <a:r>
            <a:rPr lang="nb-NO"/>
            <a:t>Ikke ta politiske hensyn</a:t>
          </a:r>
          <a:endParaRPr lang="en-US"/>
        </a:p>
      </dgm:t>
    </dgm:pt>
    <dgm:pt modelId="{67DD932A-1BEC-414C-ABC6-B6CB7A371E34}" type="parTrans" cxnId="{72746722-9B3E-4662-89F5-4794A5BDD441}">
      <dgm:prSet/>
      <dgm:spPr/>
      <dgm:t>
        <a:bodyPr/>
        <a:lstStyle/>
        <a:p>
          <a:endParaRPr lang="en-US"/>
        </a:p>
      </dgm:t>
    </dgm:pt>
    <dgm:pt modelId="{39196F0B-AA84-4F5B-8895-8D0126A133D3}" type="sibTrans" cxnId="{72746722-9B3E-4662-89F5-4794A5BDD441}">
      <dgm:prSet/>
      <dgm:spPr/>
      <dgm:t>
        <a:bodyPr/>
        <a:lstStyle/>
        <a:p>
          <a:endParaRPr lang="en-US"/>
        </a:p>
      </dgm:t>
    </dgm:pt>
    <dgm:pt modelId="{E60B720E-B9C2-43DC-A921-568AA99A88A7}">
      <dgm:prSet/>
      <dgm:spPr/>
      <dgm:t>
        <a:bodyPr/>
        <a:lstStyle/>
        <a:p>
          <a:r>
            <a:rPr lang="nb-NO"/>
            <a:t>Inneholde en usikkerhetsanalyse</a:t>
          </a:r>
          <a:endParaRPr lang="en-US"/>
        </a:p>
      </dgm:t>
    </dgm:pt>
    <dgm:pt modelId="{D40E0871-730C-48D4-9DFB-65A752442B9F}" type="parTrans" cxnId="{F8A0C6DB-AA96-4116-843F-28B6F59E8DCD}">
      <dgm:prSet/>
      <dgm:spPr/>
      <dgm:t>
        <a:bodyPr/>
        <a:lstStyle/>
        <a:p>
          <a:endParaRPr lang="en-US"/>
        </a:p>
      </dgm:t>
    </dgm:pt>
    <dgm:pt modelId="{6127F75E-87ED-4E69-9BD6-DB34E8BE1F6B}" type="sibTrans" cxnId="{F8A0C6DB-AA96-4116-843F-28B6F59E8DCD}">
      <dgm:prSet/>
      <dgm:spPr/>
      <dgm:t>
        <a:bodyPr/>
        <a:lstStyle/>
        <a:p>
          <a:endParaRPr lang="en-US"/>
        </a:p>
      </dgm:t>
    </dgm:pt>
    <dgm:pt modelId="{0F13055A-7418-4BB8-A3E4-119618670482}">
      <dgm:prSet/>
      <dgm:spPr/>
      <dgm:t>
        <a:bodyPr/>
        <a:lstStyle/>
        <a:p>
          <a:r>
            <a:rPr lang="nb-NO"/>
            <a:t>Beskrive fordelingsvirkninger</a:t>
          </a:r>
          <a:endParaRPr lang="en-US"/>
        </a:p>
      </dgm:t>
    </dgm:pt>
    <dgm:pt modelId="{BCC81BB8-7DED-46FB-9189-8D499F0C5B5E}" type="parTrans" cxnId="{D96688FD-EE8B-41B2-8968-A8C9E3FB4493}">
      <dgm:prSet/>
      <dgm:spPr/>
      <dgm:t>
        <a:bodyPr/>
        <a:lstStyle/>
        <a:p>
          <a:endParaRPr lang="en-US"/>
        </a:p>
      </dgm:t>
    </dgm:pt>
    <dgm:pt modelId="{FF1B5BEF-AF78-4BE0-B6D4-9729C048E308}" type="sibTrans" cxnId="{D96688FD-EE8B-41B2-8968-A8C9E3FB4493}">
      <dgm:prSet/>
      <dgm:spPr/>
      <dgm:t>
        <a:bodyPr/>
        <a:lstStyle/>
        <a:p>
          <a:endParaRPr lang="en-US"/>
        </a:p>
      </dgm:t>
    </dgm:pt>
    <dgm:pt modelId="{8B0ADCD1-A9B8-4A59-BF7F-0FA575408D54}">
      <dgm:prSet/>
      <dgm:spPr/>
      <dgm:t>
        <a:bodyPr/>
        <a:lstStyle/>
        <a:p>
          <a:r>
            <a:rPr lang="nb-NO"/>
            <a:t>Gi en samlet vurdering</a:t>
          </a:r>
          <a:endParaRPr lang="en-US"/>
        </a:p>
      </dgm:t>
    </dgm:pt>
    <dgm:pt modelId="{BEDCDA00-6B7A-4A1E-9979-A321096965BD}" type="parTrans" cxnId="{4DC5A30C-0A04-478F-8548-A27F42A48AC3}">
      <dgm:prSet/>
      <dgm:spPr/>
      <dgm:t>
        <a:bodyPr/>
        <a:lstStyle/>
        <a:p>
          <a:endParaRPr lang="en-US"/>
        </a:p>
      </dgm:t>
    </dgm:pt>
    <dgm:pt modelId="{762410FD-0F98-4787-BF2E-988AF31FC77A}" type="sibTrans" cxnId="{4DC5A30C-0A04-478F-8548-A27F42A48AC3}">
      <dgm:prSet/>
      <dgm:spPr/>
      <dgm:t>
        <a:bodyPr/>
        <a:lstStyle/>
        <a:p>
          <a:endParaRPr lang="en-US"/>
        </a:p>
      </dgm:t>
    </dgm:pt>
    <dgm:pt modelId="{B4434D2D-600E-48A9-ACF1-2469340E7F0E}" type="pres">
      <dgm:prSet presAssocID="{280759B9-72E3-4756-A43C-D6966B5DA5FA}" presName="Name0" presStyleCnt="0">
        <dgm:presLayoutVars>
          <dgm:dir/>
          <dgm:resizeHandles val="exact"/>
        </dgm:presLayoutVars>
      </dgm:prSet>
      <dgm:spPr/>
    </dgm:pt>
    <dgm:pt modelId="{EFEB7A23-6390-490A-B863-2305A1CEFDD6}" type="pres">
      <dgm:prSet presAssocID="{7152E1D4-D879-4C5E-A7B7-10902C43F55A}" presName="node" presStyleLbl="node1" presStyleIdx="0" presStyleCnt="9">
        <dgm:presLayoutVars>
          <dgm:bulletEnabled val="1"/>
        </dgm:presLayoutVars>
      </dgm:prSet>
      <dgm:spPr/>
    </dgm:pt>
    <dgm:pt modelId="{21C7DAC3-2C7B-4E4C-B5D9-26C969A9F9F9}" type="pres">
      <dgm:prSet presAssocID="{5C711C5D-ABCE-4F85-9C7E-B2D3F054FE92}" presName="sibTrans" presStyleLbl="sibTrans1D1" presStyleIdx="0" presStyleCnt="8"/>
      <dgm:spPr/>
    </dgm:pt>
    <dgm:pt modelId="{B5888C0B-0B65-45CD-A294-BE6DDE49815E}" type="pres">
      <dgm:prSet presAssocID="{5C711C5D-ABCE-4F85-9C7E-B2D3F054FE92}" presName="connectorText" presStyleLbl="sibTrans1D1" presStyleIdx="0" presStyleCnt="8"/>
      <dgm:spPr/>
    </dgm:pt>
    <dgm:pt modelId="{0EFA8304-6901-4AD0-AA92-A0830B077463}" type="pres">
      <dgm:prSet presAssocID="{80A64F5B-D5B4-4D11-8A49-00F9FC338182}" presName="node" presStyleLbl="node1" presStyleIdx="1" presStyleCnt="9">
        <dgm:presLayoutVars>
          <dgm:bulletEnabled val="1"/>
        </dgm:presLayoutVars>
      </dgm:prSet>
      <dgm:spPr/>
    </dgm:pt>
    <dgm:pt modelId="{F4ABC8AF-429C-4948-8552-58E847BD239F}" type="pres">
      <dgm:prSet presAssocID="{66F87270-CE9B-411B-A5F1-59BA48F556A7}" presName="sibTrans" presStyleLbl="sibTrans1D1" presStyleIdx="1" presStyleCnt="8"/>
      <dgm:spPr/>
    </dgm:pt>
    <dgm:pt modelId="{72F84F8B-D328-465E-85B8-0D9564255F0B}" type="pres">
      <dgm:prSet presAssocID="{66F87270-CE9B-411B-A5F1-59BA48F556A7}" presName="connectorText" presStyleLbl="sibTrans1D1" presStyleIdx="1" presStyleCnt="8"/>
      <dgm:spPr/>
    </dgm:pt>
    <dgm:pt modelId="{43EF0677-D78E-4B22-A17C-DD0E99AE4675}" type="pres">
      <dgm:prSet presAssocID="{C806F5C4-66FA-4E04-86F8-4B26C466043E}" presName="node" presStyleLbl="node1" presStyleIdx="2" presStyleCnt="9">
        <dgm:presLayoutVars>
          <dgm:bulletEnabled val="1"/>
        </dgm:presLayoutVars>
      </dgm:prSet>
      <dgm:spPr/>
    </dgm:pt>
    <dgm:pt modelId="{01F00E24-697B-4E9A-BD72-1D50EEBF5FA8}" type="pres">
      <dgm:prSet presAssocID="{77B30294-B144-4A1F-B129-67B1D743E1D5}" presName="sibTrans" presStyleLbl="sibTrans1D1" presStyleIdx="2" presStyleCnt="8"/>
      <dgm:spPr/>
    </dgm:pt>
    <dgm:pt modelId="{6C0B1856-37B2-4E8C-926F-E8F7EE1DB9D8}" type="pres">
      <dgm:prSet presAssocID="{77B30294-B144-4A1F-B129-67B1D743E1D5}" presName="connectorText" presStyleLbl="sibTrans1D1" presStyleIdx="2" presStyleCnt="8"/>
      <dgm:spPr/>
    </dgm:pt>
    <dgm:pt modelId="{AF8408D9-8C39-4865-91E8-DD79E15A40C3}" type="pres">
      <dgm:prSet presAssocID="{54EEEE89-D8A9-440F-963F-72B567B348E3}" presName="node" presStyleLbl="node1" presStyleIdx="3" presStyleCnt="9">
        <dgm:presLayoutVars>
          <dgm:bulletEnabled val="1"/>
        </dgm:presLayoutVars>
      </dgm:prSet>
      <dgm:spPr/>
    </dgm:pt>
    <dgm:pt modelId="{037EB616-F9A2-4367-948F-2C098EB399AA}" type="pres">
      <dgm:prSet presAssocID="{0E97216A-EC41-45F1-B54A-9A3DB1D2D74E}" presName="sibTrans" presStyleLbl="sibTrans1D1" presStyleIdx="3" presStyleCnt="8"/>
      <dgm:spPr/>
    </dgm:pt>
    <dgm:pt modelId="{3BE613E0-3B55-4DD4-AD6D-797587E56011}" type="pres">
      <dgm:prSet presAssocID="{0E97216A-EC41-45F1-B54A-9A3DB1D2D74E}" presName="connectorText" presStyleLbl="sibTrans1D1" presStyleIdx="3" presStyleCnt="8"/>
      <dgm:spPr/>
    </dgm:pt>
    <dgm:pt modelId="{AE1BA881-298E-40C2-B829-1259CA22A67E}" type="pres">
      <dgm:prSet presAssocID="{8E1F6166-FB84-4645-89FD-523FF04314B7}" presName="node" presStyleLbl="node1" presStyleIdx="4" presStyleCnt="9">
        <dgm:presLayoutVars>
          <dgm:bulletEnabled val="1"/>
        </dgm:presLayoutVars>
      </dgm:prSet>
      <dgm:spPr/>
    </dgm:pt>
    <dgm:pt modelId="{6B690980-CE00-4706-A3DA-CCFA3C68AB05}" type="pres">
      <dgm:prSet presAssocID="{77475103-F48F-40B5-B46A-C1AE4C6F40A7}" presName="sibTrans" presStyleLbl="sibTrans1D1" presStyleIdx="4" presStyleCnt="8"/>
      <dgm:spPr/>
    </dgm:pt>
    <dgm:pt modelId="{DEA9E64F-DA5F-43E2-98A1-F280E479B9CA}" type="pres">
      <dgm:prSet presAssocID="{77475103-F48F-40B5-B46A-C1AE4C6F40A7}" presName="connectorText" presStyleLbl="sibTrans1D1" presStyleIdx="4" presStyleCnt="8"/>
      <dgm:spPr/>
    </dgm:pt>
    <dgm:pt modelId="{9E53FD2C-F8BF-4DFB-A100-28145B21F642}" type="pres">
      <dgm:prSet presAssocID="{19470DCF-83C0-4F6A-A261-AB4AFDF2F869}" presName="node" presStyleLbl="node1" presStyleIdx="5" presStyleCnt="9">
        <dgm:presLayoutVars>
          <dgm:bulletEnabled val="1"/>
        </dgm:presLayoutVars>
      </dgm:prSet>
      <dgm:spPr/>
    </dgm:pt>
    <dgm:pt modelId="{FECCF92B-33CF-4284-98C7-03501976ECC7}" type="pres">
      <dgm:prSet presAssocID="{39196F0B-AA84-4F5B-8895-8D0126A133D3}" presName="sibTrans" presStyleLbl="sibTrans1D1" presStyleIdx="5" presStyleCnt="8"/>
      <dgm:spPr/>
    </dgm:pt>
    <dgm:pt modelId="{20A5A384-6DB0-4BC7-9FE9-B5BFBC8D1C88}" type="pres">
      <dgm:prSet presAssocID="{39196F0B-AA84-4F5B-8895-8D0126A133D3}" presName="connectorText" presStyleLbl="sibTrans1D1" presStyleIdx="5" presStyleCnt="8"/>
      <dgm:spPr/>
    </dgm:pt>
    <dgm:pt modelId="{06BF845C-08C3-4FC7-BF2E-476B4EEE7FDF}" type="pres">
      <dgm:prSet presAssocID="{E60B720E-B9C2-43DC-A921-568AA99A88A7}" presName="node" presStyleLbl="node1" presStyleIdx="6" presStyleCnt="9">
        <dgm:presLayoutVars>
          <dgm:bulletEnabled val="1"/>
        </dgm:presLayoutVars>
      </dgm:prSet>
      <dgm:spPr/>
    </dgm:pt>
    <dgm:pt modelId="{4C696423-B935-4DC9-A8F5-66D519A9016B}" type="pres">
      <dgm:prSet presAssocID="{6127F75E-87ED-4E69-9BD6-DB34E8BE1F6B}" presName="sibTrans" presStyleLbl="sibTrans1D1" presStyleIdx="6" presStyleCnt="8"/>
      <dgm:spPr/>
    </dgm:pt>
    <dgm:pt modelId="{5A9484E0-16CC-44A4-ACFD-7A572FACDC19}" type="pres">
      <dgm:prSet presAssocID="{6127F75E-87ED-4E69-9BD6-DB34E8BE1F6B}" presName="connectorText" presStyleLbl="sibTrans1D1" presStyleIdx="6" presStyleCnt="8"/>
      <dgm:spPr/>
    </dgm:pt>
    <dgm:pt modelId="{524A0DCD-D494-45C3-9752-475112B27BF9}" type="pres">
      <dgm:prSet presAssocID="{0F13055A-7418-4BB8-A3E4-119618670482}" presName="node" presStyleLbl="node1" presStyleIdx="7" presStyleCnt="9">
        <dgm:presLayoutVars>
          <dgm:bulletEnabled val="1"/>
        </dgm:presLayoutVars>
      </dgm:prSet>
      <dgm:spPr/>
    </dgm:pt>
    <dgm:pt modelId="{E77F63CC-A078-4F91-A8D7-19DF0CA4A930}" type="pres">
      <dgm:prSet presAssocID="{FF1B5BEF-AF78-4BE0-B6D4-9729C048E308}" presName="sibTrans" presStyleLbl="sibTrans1D1" presStyleIdx="7" presStyleCnt="8"/>
      <dgm:spPr/>
    </dgm:pt>
    <dgm:pt modelId="{D892C676-E03A-432F-BE9E-7FDAA00BE28B}" type="pres">
      <dgm:prSet presAssocID="{FF1B5BEF-AF78-4BE0-B6D4-9729C048E308}" presName="connectorText" presStyleLbl="sibTrans1D1" presStyleIdx="7" presStyleCnt="8"/>
      <dgm:spPr/>
    </dgm:pt>
    <dgm:pt modelId="{DD75A3BC-CFDE-4B0D-8034-BBEA96A7A08E}" type="pres">
      <dgm:prSet presAssocID="{8B0ADCD1-A9B8-4A59-BF7F-0FA575408D54}" presName="node" presStyleLbl="node1" presStyleIdx="8" presStyleCnt="9">
        <dgm:presLayoutVars>
          <dgm:bulletEnabled val="1"/>
        </dgm:presLayoutVars>
      </dgm:prSet>
      <dgm:spPr/>
    </dgm:pt>
  </dgm:ptLst>
  <dgm:cxnLst>
    <dgm:cxn modelId="{B4920C07-C86F-4803-BC50-B3AC5E8C8B95}" type="presOf" srcId="{E60B720E-B9C2-43DC-A921-568AA99A88A7}" destId="{06BF845C-08C3-4FC7-BF2E-476B4EEE7FDF}" srcOrd="0" destOrd="0" presId="urn:microsoft.com/office/officeart/2016/7/layout/RepeatingBendingProcessNew"/>
    <dgm:cxn modelId="{1D88C409-8690-4D08-87EC-32453F32E61B}" type="presOf" srcId="{39196F0B-AA84-4F5B-8895-8D0126A133D3}" destId="{20A5A384-6DB0-4BC7-9FE9-B5BFBC8D1C88}" srcOrd="1" destOrd="0" presId="urn:microsoft.com/office/officeart/2016/7/layout/RepeatingBendingProcessNew"/>
    <dgm:cxn modelId="{4DC5A30C-0A04-478F-8548-A27F42A48AC3}" srcId="{280759B9-72E3-4756-A43C-D6966B5DA5FA}" destId="{8B0ADCD1-A9B8-4A59-BF7F-0FA575408D54}" srcOrd="8" destOrd="0" parTransId="{BEDCDA00-6B7A-4A1E-9979-A321096965BD}" sibTransId="{762410FD-0F98-4787-BF2E-988AF31FC77A}"/>
    <dgm:cxn modelId="{B7BFB50D-1FC7-4437-A815-E3942FF7727B}" srcId="{280759B9-72E3-4756-A43C-D6966B5DA5FA}" destId="{80A64F5B-D5B4-4D11-8A49-00F9FC338182}" srcOrd="1" destOrd="0" parTransId="{FA3BD3D9-AFF7-4C62-9F49-9523C0C35619}" sibTransId="{66F87270-CE9B-411B-A5F1-59BA48F556A7}"/>
    <dgm:cxn modelId="{2BB49613-AE4B-4C62-9BDD-113D27E82C86}" type="presOf" srcId="{8B0ADCD1-A9B8-4A59-BF7F-0FA575408D54}" destId="{DD75A3BC-CFDE-4B0D-8034-BBEA96A7A08E}" srcOrd="0" destOrd="0" presId="urn:microsoft.com/office/officeart/2016/7/layout/RepeatingBendingProcessNew"/>
    <dgm:cxn modelId="{1AB8BB20-9BEA-45CC-8455-F6B2F4F1A9C4}" srcId="{280759B9-72E3-4756-A43C-D6966B5DA5FA}" destId="{8E1F6166-FB84-4645-89FD-523FF04314B7}" srcOrd="4" destOrd="0" parTransId="{63592916-2140-44DF-8896-756251CC3941}" sibTransId="{77475103-F48F-40B5-B46A-C1AE4C6F40A7}"/>
    <dgm:cxn modelId="{9EF1CA21-5E15-478E-B882-857174C9EA1D}" type="presOf" srcId="{0E97216A-EC41-45F1-B54A-9A3DB1D2D74E}" destId="{3BE613E0-3B55-4DD4-AD6D-797587E56011}" srcOrd="1" destOrd="0" presId="urn:microsoft.com/office/officeart/2016/7/layout/RepeatingBendingProcessNew"/>
    <dgm:cxn modelId="{72746722-9B3E-4662-89F5-4794A5BDD441}" srcId="{280759B9-72E3-4756-A43C-D6966B5DA5FA}" destId="{19470DCF-83C0-4F6A-A261-AB4AFDF2F869}" srcOrd="5" destOrd="0" parTransId="{67DD932A-1BEC-414C-ABC6-B6CB7A371E34}" sibTransId="{39196F0B-AA84-4F5B-8895-8D0126A133D3}"/>
    <dgm:cxn modelId="{DA4E002C-7D07-41E3-9EED-E91ADC8E2708}" type="presOf" srcId="{7152E1D4-D879-4C5E-A7B7-10902C43F55A}" destId="{EFEB7A23-6390-490A-B863-2305A1CEFDD6}" srcOrd="0" destOrd="0" presId="urn:microsoft.com/office/officeart/2016/7/layout/RepeatingBendingProcessNew"/>
    <dgm:cxn modelId="{6AD0F232-8F91-4CE4-B0B6-8B6427551704}" type="presOf" srcId="{FF1B5BEF-AF78-4BE0-B6D4-9729C048E308}" destId="{D892C676-E03A-432F-BE9E-7FDAA00BE28B}" srcOrd="1" destOrd="0" presId="urn:microsoft.com/office/officeart/2016/7/layout/RepeatingBendingProcessNew"/>
    <dgm:cxn modelId="{7A893342-F775-46E9-9DC9-9A63E3A6DBC2}" type="presOf" srcId="{5C711C5D-ABCE-4F85-9C7E-B2D3F054FE92}" destId="{B5888C0B-0B65-45CD-A294-BE6DDE49815E}" srcOrd="1" destOrd="0" presId="urn:microsoft.com/office/officeart/2016/7/layout/RepeatingBendingProcessNew"/>
    <dgm:cxn modelId="{F4012349-3A78-4D56-9F0D-4EA46160768E}" type="presOf" srcId="{0E97216A-EC41-45F1-B54A-9A3DB1D2D74E}" destId="{037EB616-F9A2-4367-948F-2C098EB399AA}" srcOrd="0" destOrd="0" presId="urn:microsoft.com/office/officeart/2016/7/layout/RepeatingBendingProcessNew"/>
    <dgm:cxn modelId="{5E6B416D-F6B4-428A-ABC0-8896C9B55596}" srcId="{280759B9-72E3-4756-A43C-D6966B5DA5FA}" destId="{54EEEE89-D8A9-440F-963F-72B567B348E3}" srcOrd="3" destOrd="0" parTransId="{4F3D0BB1-1041-4DB5-8D50-D63E04B84E99}" sibTransId="{0E97216A-EC41-45F1-B54A-9A3DB1D2D74E}"/>
    <dgm:cxn modelId="{AE1AD257-A588-4064-B135-07439404468A}" type="presOf" srcId="{5C711C5D-ABCE-4F85-9C7E-B2D3F054FE92}" destId="{21C7DAC3-2C7B-4E4C-B5D9-26C969A9F9F9}" srcOrd="0" destOrd="0" presId="urn:microsoft.com/office/officeart/2016/7/layout/RepeatingBendingProcessNew"/>
    <dgm:cxn modelId="{5E909059-DAF9-4E52-9282-D5D4C794F961}" type="presOf" srcId="{280759B9-72E3-4756-A43C-D6966B5DA5FA}" destId="{B4434D2D-600E-48A9-ACF1-2469340E7F0E}" srcOrd="0" destOrd="0" presId="urn:microsoft.com/office/officeart/2016/7/layout/RepeatingBendingProcessNew"/>
    <dgm:cxn modelId="{7647537A-A089-42CF-8BF1-7649D184619E}" srcId="{280759B9-72E3-4756-A43C-D6966B5DA5FA}" destId="{C806F5C4-66FA-4E04-86F8-4B26C466043E}" srcOrd="2" destOrd="0" parTransId="{8693C3AD-A82D-4FA2-8792-039DA226F1A1}" sibTransId="{77B30294-B144-4A1F-B129-67B1D743E1D5}"/>
    <dgm:cxn modelId="{A907C181-985F-496D-A9FA-35EB9EF99124}" type="presOf" srcId="{77475103-F48F-40B5-B46A-C1AE4C6F40A7}" destId="{DEA9E64F-DA5F-43E2-98A1-F280E479B9CA}" srcOrd="1" destOrd="0" presId="urn:microsoft.com/office/officeart/2016/7/layout/RepeatingBendingProcessNew"/>
    <dgm:cxn modelId="{98955489-FF22-4E24-889F-95417F2AEDC4}" type="presOf" srcId="{77475103-F48F-40B5-B46A-C1AE4C6F40A7}" destId="{6B690980-CE00-4706-A3DA-CCFA3C68AB05}" srcOrd="0" destOrd="0" presId="urn:microsoft.com/office/officeart/2016/7/layout/RepeatingBendingProcessNew"/>
    <dgm:cxn modelId="{BFC5658B-6F8D-4C96-BC49-57F135C9A318}" type="presOf" srcId="{0F13055A-7418-4BB8-A3E4-119618670482}" destId="{524A0DCD-D494-45C3-9752-475112B27BF9}" srcOrd="0" destOrd="0" presId="urn:microsoft.com/office/officeart/2016/7/layout/RepeatingBendingProcessNew"/>
    <dgm:cxn modelId="{203EC88D-44DD-40B1-8D50-3000C872BD29}" type="presOf" srcId="{54EEEE89-D8A9-440F-963F-72B567B348E3}" destId="{AF8408D9-8C39-4865-91E8-DD79E15A40C3}" srcOrd="0" destOrd="0" presId="urn:microsoft.com/office/officeart/2016/7/layout/RepeatingBendingProcessNew"/>
    <dgm:cxn modelId="{AA665496-2789-4159-8D8F-78A7E5AA370C}" type="presOf" srcId="{66F87270-CE9B-411B-A5F1-59BA48F556A7}" destId="{72F84F8B-D328-465E-85B8-0D9564255F0B}" srcOrd="1" destOrd="0" presId="urn:microsoft.com/office/officeart/2016/7/layout/RepeatingBendingProcessNew"/>
    <dgm:cxn modelId="{17DD119F-5952-446C-BC5A-DC44236914CB}" type="presOf" srcId="{66F87270-CE9B-411B-A5F1-59BA48F556A7}" destId="{F4ABC8AF-429C-4948-8552-58E847BD239F}" srcOrd="0" destOrd="0" presId="urn:microsoft.com/office/officeart/2016/7/layout/RepeatingBendingProcessNew"/>
    <dgm:cxn modelId="{22BCC4A6-51D7-4F0E-9D7B-D9D4501AD19A}" type="presOf" srcId="{39196F0B-AA84-4F5B-8895-8D0126A133D3}" destId="{FECCF92B-33CF-4284-98C7-03501976ECC7}" srcOrd="0" destOrd="0" presId="urn:microsoft.com/office/officeart/2016/7/layout/RepeatingBendingProcessNew"/>
    <dgm:cxn modelId="{F4331EAC-47D1-4786-9A1B-CA7879D89963}" type="presOf" srcId="{8E1F6166-FB84-4645-89FD-523FF04314B7}" destId="{AE1BA881-298E-40C2-B829-1259CA22A67E}" srcOrd="0" destOrd="0" presId="urn:microsoft.com/office/officeart/2016/7/layout/RepeatingBendingProcessNew"/>
    <dgm:cxn modelId="{7EC666AE-B5DA-4ECF-B2D8-CEFC4CF9D3B7}" type="presOf" srcId="{6127F75E-87ED-4E69-9BD6-DB34E8BE1F6B}" destId="{4C696423-B935-4DC9-A8F5-66D519A9016B}" srcOrd="0" destOrd="0" presId="urn:microsoft.com/office/officeart/2016/7/layout/RepeatingBendingProcessNew"/>
    <dgm:cxn modelId="{4A0028B8-67C1-4CC7-86AB-3E79A0FE29AC}" type="presOf" srcId="{FF1B5BEF-AF78-4BE0-B6D4-9729C048E308}" destId="{E77F63CC-A078-4F91-A8D7-19DF0CA4A930}" srcOrd="0" destOrd="0" presId="urn:microsoft.com/office/officeart/2016/7/layout/RepeatingBendingProcessNew"/>
    <dgm:cxn modelId="{4F3C45C8-DF93-4A78-A4F9-B85F0E249018}" type="presOf" srcId="{6127F75E-87ED-4E69-9BD6-DB34E8BE1F6B}" destId="{5A9484E0-16CC-44A4-ACFD-7A572FACDC19}" srcOrd="1" destOrd="0" presId="urn:microsoft.com/office/officeart/2016/7/layout/RepeatingBendingProcessNew"/>
    <dgm:cxn modelId="{9A1D75D0-7D72-4236-A71C-42F6B05D3CCF}" type="presOf" srcId="{C806F5C4-66FA-4E04-86F8-4B26C466043E}" destId="{43EF0677-D78E-4B22-A17C-DD0E99AE4675}" srcOrd="0" destOrd="0" presId="urn:microsoft.com/office/officeart/2016/7/layout/RepeatingBendingProcessNew"/>
    <dgm:cxn modelId="{D25662D8-788B-4929-BB20-C6164A8778C1}" srcId="{280759B9-72E3-4756-A43C-D6966B5DA5FA}" destId="{7152E1D4-D879-4C5E-A7B7-10902C43F55A}" srcOrd="0" destOrd="0" parTransId="{30A5F185-40F4-43CC-B8A3-160C9D371DFC}" sibTransId="{5C711C5D-ABCE-4F85-9C7E-B2D3F054FE92}"/>
    <dgm:cxn modelId="{F8A0C6DB-AA96-4116-843F-28B6F59E8DCD}" srcId="{280759B9-72E3-4756-A43C-D6966B5DA5FA}" destId="{E60B720E-B9C2-43DC-A921-568AA99A88A7}" srcOrd="6" destOrd="0" parTransId="{D40E0871-730C-48D4-9DFB-65A752442B9F}" sibTransId="{6127F75E-87ED-4E69-9BD6-DB34E8BE1F6B}"/>
    <dgm:cxn modelId="{334BC4E3-DB16-4A81-BD67-2D19E02DEA62}" type="presOf" srcId="{19470DCF-83C0-4F6A-A261-AB4AFDF2F869}" destId="{9E53FD2C-F8BF-4DFB-A100-28145B21F642}" srcOrd="0" destOrd="0" presId="urn:microsoft.com/office/officeart/2016/7/layout/RepeatingBendingProcessNew"/>
    <dgm:cxn modelId="{72556BF5-E9AC-423A-9F30-9DDF5A9FB031}" type="presOf" srcId="{77B30294-B144-4A1F-B129-67B1D743E1D5}" destId="{01F00E24-697B-4E9A-BD72-1D50EEBF5FA8}" srcOrd="0" destOrd="0" presId="urn:microsoft.com/office/officeart/2016/7/layout/RepeatingBendingProcessNew"/>
    <dgm:cxn modelId="{687C72F8-F73A-4B69-A048-C3CAC1AB0272}" type="presOf" srcId="{77B30294-B144-4A1F-B129-67B1D743E1D5}" destId="{6C0B1856-37B2-4E8C-926F-E8F7EE1DB9D8}" srcOrd="1" destOrd="0" presId="urn:microsoft.com/office/officeart/2016/7/layout/RepeatingBendingProcessNew"/>
    <dgm:cxn modelId="{DFF8F1FB-C92C-430E-8C1B-B7875EF63AA8}" type="presOf" srcId="{80A64F5B-D5B4-4D11-8A49-00F9FC338182}" destId="{0EFA8304-6901-4AD0-AA92-A0830B077463}" srcOrd="0" destOrd="0" presId="urn:microsoft.com/office/officeart/2016/7/layout/RepeatingBendingProcessNew"/>
    <dgm:cxn modelId="{D96688FD-EE8B-41B2-8968-A8C9E3FB4493}" srcId="{280759B9-72E3-4756-A43C-D6966B5DA5FA}" destId="{0F13055A-7418-4BB8-A3E4-119618670482}" srcOrd="7" destOrd="0" parTransId="{BCC81BB8-7DED-46FB-9189-8D499F0C5B5E}" sibTransId="{FF1B5BEF-AF78-4BE0-B6D4-9729C048E308}"/>
    <dgm:cxn modelId="{C2F85F73-F678-40EA-84B9-9CA5D0FC21ED}" type="presParOf" srcId="{B4434D2D-600E-48A9-ACF1-2469340E7F0E}" destId="{EFEB7A23-6390-490A-B863-2305A1CEFDD6}" srcOrd="0" destOrd="0" presId="urn:microsoft.com/office/officeart/2016/7/layout/RepeatingBendingProcessNew"/>
    <dgm:cxn modelId="{76811A90-A60F-4F83-9478-150E7FA4C62C}" type="presParOf" srcId="{B4434D2D-600E-48A9-ACF1-2469340E7F0E}" destId="{21C7DAC3-2C7B-4E4C-B5D9-26C969A9F9F9}" srcOrd="1" destOrd="0" presId="urn:microsoft.com/office/officeart/2016/7/layout/RepeatingBendingProcessNew"/>
    <dgm:cxn modelId="{7DF40C4F-C867-484A-88B0-2FF36186BAC9}" type="presParOf" srcId="{21C7DAC3-2C7B-4E4C-B5D9-26C969A9F9F9}" destId="{B5888C0B-0B65-45CD-A294-BE6DDE49815E}" srcOrd="0" destOrd="0" presId="urn:microsoft.com/office/officeart/2016/7/layout/RepeatingBendingProcessNew"/>
    <dgm:cxn modelId="{D1B41078-B3DA-49ED-9027-2BE4D5F62272}" type="presParOf" srcId="{B4434D2D-600E-48A9-ACF1-2469340E7F0E}" destId="{0EFA8304-6901-4AD0-AA92-A0830B077463}" srcOrd="2" destOrd="0" presId="urn:microsoft.com/office/officeart/2016/7/layout/RepeatingBendingProcessNew"/>
    <dgm:cxn modelId="{27DEF4E3-F2AF-4E68-BCE2-CD1826512010}" type="presParOf" srcId="{B4434D2D-600E-48A9-ACF1-2469340E7F0E}" destId="{F4ABC8AF-429C-4948-8552-58E847BD239F}" srcOrd="3" destOrd="0" presId="urn:microsoft.com/office/officeart/2016/7/layout/RepeatingBendingProcessNew"/>
    <dgm:cxn modelId="{B47251BD-1EC2-4396-945E-5B172AC54025}" type="presParOf" srcId="{F4ABC8AF-429C-4948-8552-58E847BD239F}" destId="{72F84F8B-D328-465E-85B8-0D9564255F0B}" srcOrd="0" destOrd="0" presId="urn:microsoft.com/office/officeart/2016/7/layout/RepeatingBendingProcessNew"/>
    <dgm:cxn modelId="{07282725-CAA3-4420-9C20-7923C7E98783}" type="presParOf" srcId="{B4434D2D-600E-48A9-ACF1-2469340E7F0E}" destId="{43EF0677-D78E-4B22-A17C-DD0E99AE4675}" srcOrd="4" destOrd="0" presId="urn:microsoft.com/office/officeart/2016/7/layout/RepeatingBendingProcessNew"/>
    <dgm:cxn modelId="{2EC1FCE2-A31C-413C-8AF8-ADAB218F9460}" type="presParOf" srcId="{B4434D2D-600E-48A9-ACF1-2469340E7F0E}" destId="{01F00E24-697B-4E9A-BD72-1D50EEBF5FA8}" srcOrd="5" destOrd="0" presId="urn:microsoft.com/office/officeart/2016/7/layout/RepeatingBendingProcessNew"/>
    <dgm:cxn modelId="{E21019E6-E182-445F-8162-D0DAAD22CD63}" type="presParOf" srcId="{01F00E24-697B-4E9A-BD72-1D50EEBF5FA8}" destId="{6C0B1856-37B2-4E8C-926F-E8F7EE1DB9D8}" srcOrd="0" destOrd="0" presId="urn:microsoft.com/office/officeart/2016/7/layout/RepeatingBendingProcessNew"/>
    <dgm:cxn modelId="{24047B64-62D9-4C2A-B6D8-F7A085075A37}" type="presParOf" srcId="{B4434D2D-600E-48A9-ACF1-2469340E7F0E}" destId="{AF8408D9-8C39-4865-91E8-DD79E15A40C3}" srcOrd="6" destOrd="0" presId="urn:microsoft.com/office/officeart/2016/7/layout/RepeatingBendingProcessNew"/>
    <dgm:cxn modelId="{19AE1E9F-CF3D-4EAE-8FDA-614704B075F1}" type="presParOf" srcId="{B4434D2D-600E-48A9-ACF1-2469340E7F0E}" destId="{037EB616-F9A2-4367-948F-2C098EB399AA}" srcOrd="7" destOrd="0" presId="urn:microsoft.com/office/officeart/2016/7/layout/RepeatingBendingProcessNew"/>
    <dgm:cxn modelId="{F8121DAC-1E20-4531-B14B-29EA7E8C81F4}" type="presParOf" srcId="{037EB616-F9A2-4367-948F-2C098EB399AA}" destId="{3BE613E0-3B55-4DD4-AD6D-797587E56011}" srcOrd="0" destOrd="0" presId="urn:microsoft.com/office/officeart/2016/7/layout/RepeatingBendingProcessNew"/>
    <dgm:cxn modelId="{51A6BD4E-6589-4C7C-90A8-93C39B457453}" type="presParOf" srcId="{B4434D2D-600E-48A9-ACF1-2469340E7F0E}" destId="{AE1BA881-298E-40C2-B829-1259CA22A67E}" srcOrd="8" destOrd="0" presId="urn:microsoft.com/office/officeart/2016/7/layout/RepeatingBendingProcessNew"/>
    <dgm:cxn modelId="{12BDEBBF-523F-485E-816D-FEE066FE4D55}" type="presParOf" srcId="{B4434D2D-600E-48A9-ACF1-2469340E7F0E}" destId="{6B690980-CE00-4706-A3DA-CCFA3C68AB05}" srcOrd="9" destOrd="0" presId="urn:microsoft.com/office/officeart/2016/7/layout/RepeatingBendingProcessNew"/>
    <dgm:cxn modelId="{F7274747-19FF-4AB8-8B3B-689EF33728FC}" type="presParOf" srcId="{6B690980-CE00-4706-A3DA-CCFA3C68AB05}" destId="{DEA9E64F-DA5F-43E2-98A1-F280E479B9CA}" srcOrd="0" destOrd="0" presId="urn:microsoft.com/office/officeart/2016/7/layout/RepeatingBendingProcessNew"/>
    <dgm:cxn modelId="{243F3856-19ED-4476-9B3A-B2243B5C90FD}" type="presParOf" srcId="{B4434D2D-600E-48A9-ACF1-2469340E7F0E}" destId="{9E53FD2C-F8BF-4DFB-A100-28145B21F642}" srcOrd="10" destOrd="0" presId="urn:microsoft.com/office/officeart/2016/7/layout/RepeatingBendingProcessNew"/>
    <dgm:cxn modelId="{BAD9DA33-ABF5-421C-835A-1D701FB62C1E}" type="presParOf" srcId="{B4434D2D-600E-48A9-ACF1-2469340E7F0E}" destId="{FECCF92B-33CF-4284-98C7-03501976ECC7}" srcOrd="11" destOrd="0" presId="urn:microsoft.com/office/officeart/2016/7/layout/RepeatingBendingProcessNew"/>
    <dgm:cxn modelId="{94F0CB48-656F-4929-BA5E-AF94A47C2B5D}" type="presParOf" srcId="{FECCF92B-33CF-4284-98C7-03501976ECC7}" destId="{20A5A384-6DB0-4BC7-9FE9-B5BFBC8D1C88}" srcOrd="0" destOrd="0" presId="urn:microsoft.com/office/officeart/2016/7/layout/RepeatingBendingProcessNew"/>
    <dgm:cxn modelId="{4F3E5AD9-531E-4279-A185-1DE35D0E7204}" type="presParOf" srcId="{B4434D2D-600E-48A9-ACF1-2469340E7F0E}" destId="{06BF845C-08C3-4FC7-BF2E-476B4EEE7FDF}" srcOrd="12" destOrd="0" presId="urn:microsoft.com/office/officeart/2016/7/layout/RepeatingBendingProcessNew"/>
    <dgm:cxn modelId="{E6587E6A-1988-4723-AAAA-4E40F4EA3989}" type="presParOf" srcId="{B4434D2D-600E-48A9-ACF1-2469340E7F0E}" destId="{4C696423-B935-4DC9-A8F5-66D519A9016B}" srcOrd="13" destOrd="0" presId="urn:microsoft.com/office/officeart/2016/7/layout/RepeatingBendingProcessNew"/>
    <dgm:cxn modelId="{38C7DD34-C785-4558-9092-3EB5F0B6B427}" type="presParOf" srcId="{4C696423-B935-4DC9-A8F5-66D519A9016B}" destId="{5A9484E0-16CC-44A4-ACFD-7A572FACDC19}" srcOrd="0" destOrd="0" presId="urn:microsoft.com/office/officeart/2016/7/layout/RepeatingBendingProcessNew"/>
    <dgm:cxn modelId="{CF8C3436-DD84-4D49-A31F-06B2245D21AD}" type="presParOf" srcId="{B4434D2D-600E-48A9-ACF1-2469340E7F0E}" destId="{524A0DCD-D494-45C3-9752-475112B27BF9}" srcOrd="14" destOrd="0" presId="urn:microsoft.com/office/officeart/2016/7/layout/RepeatingBendingProcessNew"/>
    <dgm:cxn modelId="{6AF82E74-6ED3-4357-8F6B-2608EEE695B0}" type="presParOf" srcId="{B4434D2D-600E-48A9-ACF1-2469340E7F0E}" destId="{E77F63CC-A078-4F91-A8D7-19DF0CA4A930}" srcOrd="15" destOrd="0" presId="urn:microsoft.com/office/officeart/2016/7/layout/RepeatingBendingProcessNew"/>
    <dgm:cxn modelId="{32AC56E6-0640-472D-BB25-ED3C4F6F0948}" type="presParOf" srcId="{E77F63CC-A078-4F91-A8D7-19DF0CA4A930}" destId="{D892C676-E03A-432F-BE9E-7FDAA00BE28B}" srcOrd="0" destOrd="0" presId="urn:microsoft.com/office/officeart/2016/7/layout/RepeatingBendingProcessNew"/>
    <dgm:cxn modelId="{5ADE1DA8-7D5F-47F0-AEC3-88B460097FB0}" type="presParOf" srcId="{B4434D2D-600E-48A9-ACF1-2469340E7F0E}" destId="{DD75A3BC-CFDE-4B0D-8034-BBEA96A7A08E}" srcOrd="16" destOrd="0" presId="urn:microsoft.com/office/officeart/2016/7/layout/RepeatingBendingProcessNew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9D494F10-E804-4A7D-BD4A-805EDB020FF9}" type="doc">
      <dgm:prSet loTypeId="urn:microsoft.com/office/officeart/2005/8/layout/default" loCatId="list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7A588247-52D7-4FA6-8548-5D88122652A0}">
      <dgm:prSet/>
      <dgm:spPr/>
      <dgm:t>
        <a:bodyPr/>
        <a:lstStyle/>
        <a:p>
          <a:r>
            <a:rPr lang="nb-NO" dirty="0"/>
            <a:t>Alle typer offentlige tiltak</a:t>
          </a:r>
          <a:endParaRPr lang="en-US" dirty="0"/>
        </a:p>
      </dgm:t>
    </dgm:pt>
    <dgm:pt modelId="{6B48BD5B-9CF2-4DBC-95A3-FC3E9BEC38CF}" type="parTrans" cxnId="{F3AC426B-9B70-4908-8770-1306C5FE6321}">
      <dgm:prSet/>
      <dgm:spPr/>
      <dgm:t>
        <a:bodyPr/>
        <a:lstStyle/>
        <a:p>
          <a:endParaRPr lang="en-US"/>
        </a:p>
      </dgm:t>
    </dgm:pt>
    <dgm:pt modelId="{549E4668-461E-448F-B6A0-036663365BA9}" type="sibTrans" cxnId="{F3AC426B-9B70-4908-8770-1306C5FE6321}">
      <dgm:prSet/>
      <dgm:spPr/>
      <dgm:t>
        <a:bodyPr/>
        <a:lstStyle/>
        <a:p>
          <a:endParaRPr lang="en-US"/>
        </a:p>
      </dgm:t>
    </dgm:pt>
    <dgm:pt modelId="{A65883BD-EB05-4CEC-BBDD-92DA0C97BC46}">
      <dgm:prSet/>
      <dgm:spPr/>
      <dgm:t>
        <a:bodyPr/>
        <a:lstStyle/>
        <a:p>
          <a:r>
            <a:rPr lang="nb-NO" dirty="0"/>
            <a:t>Tiltak utført av private aktører på oppdrag for staten</a:t>
          </a:r>
          <a:endParaRPr lang="en-US" dirty="0"/>
        </a:p>
      </dgm:t>
    </dgm:pt>
    <dgm:pt modelId="{8FE45B85-8D55-4E4C-918F-EA36D6B08743}" type="parTrans" cxnId="{BAAD503C-8782-471D-8550-7A57E0B8154A}">
      <dgm:prSet/>
      <dgm:spPr/>
      <dgm:t>
        <a:bodyPr/>
        <a:lstStyle/>
        <a:p>
          <a:endParaRPr lang="en-US"/>
        </a:p>
      </dgm:t>
    </dgm:pt>
    <dgm:pt modelId="{92A34E77-A97C-45CA-B156-36DD3964A6BB}" type="sibTrans" cxnId="{BAAD503C-8782-471D-8550-7A57E0B8154A}">
      <dgm:prSet/>
      <dgm:spPr/>
      <dgm:t>
        <a:bodyPr/>
        <a:lstStyle/>
        <a:p>
          <a:endParaRPr lang="en-US"/>
        </a:p>
      </dgm:t>
    </dgm:pt>
    <dgm:pt modelId="{4ED5A809-749F-4231-B6A9-B6C361D04791}">
      <dgm:prSet/>
      <dgm:spPr/>
      <dgm:t>
        <a:bodyPr/>
        <a:lstStyle/>
        <a:p>
          <a:r>
            <a:rPr lang="nb-NO" dirty="0"/>
            <a:t>Innenfor alle sektorer i samfunnet</a:t>
          </a:r>
          <a:endParaRPr lang="en-US" dirty="0"/>
        </a:p>
      </dgm:t>
    </dgm:pt>
    <dgm:pt modelId="{4410F623-12AC-4CEF-9D69-5DF51B3248F8}" type="parTrans" cxnId="{3902206C-0066-44E5-90FC-5EC8E1B4E815}">
      <dgm:prSet/>
      <dgm:spPr/>
      <dgm:t>
        <a:bodyPr/>
        <a:lstStyle/>
        <a:p>
          <a:endParaRPr lang="en-US"/>
        </a:p>
      </dgm:t>
    </dgm:pt>
    <dgm:pt modelId="{1F0B1803-D28D-467F-A246-F58427D9B4BB}" type="sibTrans" cxnId="{3902206C-0066-44E5-90FC-5EC8E1B4E815}">
      <dgm:prSet/>
      <dgm:spPr/>
      <dgm:t>
        <a:bodyPr/>
        <a:lstStyle/>
        <a:p>
          <a:endParaRPr lang="en-US"/>
        </a:p>
      </dgm:t>
    </dgm:pt>
    <dgm:pt modelId="{68B7535E-C5CD-477A-B592-28165F638DEB}">
      <dgm:prSet/>
      <dgm:spPr/>
      <dgm:t>
        <a:bodyPr/>
        <a:lstStyle/>
        <a:p>
          <a:r>
            <a:rPr lang="nb-NO" dirty="0"/>
            <a:t>Prioriteringer innenfor en virksomhets ansvarsområder, innad i en sektor eller på tvers av ulike sektorer</a:t>
          </a:r>
          <a:endParaRPr lang="en-US" dirty="0"/>
        </a:p>
      </dgm:t>
    </dgm:pt>
    <dgm:pt modelId="{FAEC9AA9-69F4-4560-B389-192ECFF6E3BA}" type="parTrans" cxnId="{331AD6AE-6044-4096-8EB0-7A934D013222}">
      <dgm:prSet/>
      <dgm:spPr/>
      <dgm:t>
        <a:bodyPr/>
        <a:lstStyle/>
        <a:p>
          <a:endParaRPr lang="en-US"/>
        </a:p>
      </dgm:t>
    </dgm:pt>
    <dgm:pt modelId="{E0A91D9F-60E7-4C59-B946-AD5C1B617F15}" type="sibTrans" cxnId="{331AD6AE-6044-4096-8EB0-7A934D013222}">
      <dgm:prSet/>
      <dgm:spPr/>
      <dgm:t>
        <a:bodyPr/>
        <a:lstStyle/>
        <a:p>
          <a:endParaRPr lang="en-US"/>
        </a:p>
      </dgm:t>
    </dgm:pt>
    <dgm:pt modelId="{78D8E449-94BA-4AF3-8A7A-4C38D2A2D3F1}">
      <dgm:prSet/>
      <dgm:spPr/>
      <dgm:t>
        <a:bodyPr/>
        <a:lstStyle/>
        <a:p>
          <a:r>
            <a:rPr lang="nb-NO" dirty="0"/>
            <a:t>reguleringer, investeringer, tjenesteproduksjon, reformer osv.</a:t>
          </a:r>
          <a:endParaRPr lang="en-US" dirty="0"/>
        </a:p>
      </dgm:t>
    </dgm:pt>
    <dgm:pt modelId="{82F68755-A0FB-427A-AF35-5B7FE2DCA651}" type="parTrans" cxnId="{74843F0C-51B9-4D8C-AE75-BE3401B691CA}">
      <dgm:prSet/>
      <dgm:spPr/>
      <dgm:t>
        <a:bodyPr/>
        <a:lstStyle/>
        <a:p>
          <a:endParaRPr lang="nb-NO"/>
        </a:p>
      </dgm:t>
    </dgm:pt>
    <dgm:pt modelId="{1DE16E9F-7CCA-4234-A7B0-85FC4031EAB1}" type="sibTrans" cxnId="{74843F0C-51B9-4D8C-AE75-BE3401B691CA}">
      <dgm:prSet/>
      <dgm:spPr/>
      <dgm:t>
        <a:bodyPr/>
        <a:lstStyle/>
        <a:p>
          <a:endParaRPr lang="nb-NO"/>
        </a:p>
      </dgm:t>
    </dgm:pt>
    <dgm:pt modelId="{B99CFDCE-B038-450B-9AA0-E6D85A937E39}">
      <dgm:prSet/>
      <dgm:spPr/>
      <dgm:t>
        <a:bodyPr/>
        <a:lstStyle/>
        <a:p>
          <a:r>
            <a:rPr lang="en-US"/>
            <a:t>Lovendringer</a:t>
          </a:r>
          <a:endParaRPr lang="en-US" dirty="0"/>
        </a:p>
      </dgm:t>
    </dgm:pt>
    <dgm:pt modelId="{F0B08208-8025-4E23-B612-712125C99007}" type="parTrans" cxnId="{64482019-4B4C-4187-8156-3CAC92B94353}">
      <dgm:prSet/>
      <dgm:spPr/>
      <dgm:t>
        <a:bodyPr/>
        <a:lstStyle/>
        <a:p>
          <a:endParaRPr lang="nb-NO"/>
        </a:p>
      </dgm:t>
    </dgm:pt>
    <dgm:pt modelId="{CF178399-E39E-4C3E-B767-463916F905F2}" type="sibTrans" cxnId="{64482019-4B4C-4187-8156-3CAC92B94353}">
      <dgm:prSet/>
      <dgm:spPr/>
      <dgm:t>
        <a:bodyPr/>
        <a:lstStyle/>
        <a:p>
          <a:endParaRPr lang="nb-NO"/>
        </a:p>
      </dgm:t>
    </dgm:pt>
    <dgm:pt modelId="{62EEC01A-6FC4-47E2-A7BF-E824AFA49861}">
      <dgm:prSet/>
      <dgm:spPr/>
      <dgm:t>
        <a:bodyPr/>
        <a:lstStyle/>
        <a:p>
          <a:r>
            <a:rPr lang="en-US" dirty="0"/>
            <a:t>Alt </a:t>
          </a:r>
          <a:r>
            <a:rPr lang="en-US" dirty="0" err="1"/>
            <a:t>som</a:t>
          </a:r>
          <a:r>
            <a:rPr lang="en-US" dirty="0"/>
            <a:t> </a:t>
          </a:r>
          <a:r>
            <a:rPr lang="en-US" dirty="0" err="1"/>
            <a:t>krever</a:t>
          </a:r>
          <a:r>
            <a:rPr lang="en-US" dirty="0"/>
            <a:t> </a:t>
          </a:r>
          <a:r>
            <a:rPr lang="en-US" dirty="0" err="1"/>
            <a:t>politiske</a:t>
          </a:r>
          <a:r>
            <a:rPr lang="en-US" dirty="0"/>
            <a:t> </a:t>
          </a:r>
          <a:r>
            <a:rPr lang="en-US" dirty="0" err="1"/>
            <a:t>beslutninger</a:t>
          </a:r>
          <a:r>
            <a:rPr lang="en-US" dirty="0"/>
            <a:t> og </a:t>
          </a:r>
          <a:r>
            <a:rPr lang="en-US" dirty="0" err="1"/>
            <a:t>har</a:t>
          </a:r>
          <a:r>
            <a:rPr lang="en-US" dirty="0"/>
            <a:t> </a:t>
          </a:r>
          <a:r>
            <a:rPr lang="en-US" dirty="0" err="1"/>
            <a:t>kvantifiserbare</a:t>
          </a:r>
          <a:r>
            <a:rPr lang="en-US" dirty="0"/>
            <a:t> </a:t>
          </a:r>
          <a:r>
            <a:rPr lang="en-US" dirty="0" err="1"/>
            <a:t>konsekvenser</a:t>
          </a:r>
          <a:endParaRPr lang="en-US" dirty="0"/>
        </a:p>
      </dgm:t>
    </dgm:pt>
    <dgm:pt modelId="{1D658E33-CE7D-448C-A4CD-16671CB09B21}" type="parTrans" cxnId="{0DF2DE0E-C0DE-49A2-8FD3-BBA39145507A}">
      <dgm:prSet/>
      <dgm:spPr/>
      <dgm:t>
        <a:bodyPr/>
        <a:lstStyle/>
        <a:p>
          <a:endParaRPr lang="nb-NO"/>
        </a:p>
      </dgm:t>
    </dgm:pt>
    <dgm:pt modelId="{AE4F8AA8-70EE-437B-88EF-0576644C8A09}" type="sibTrans" cxnId="{0DF2DE0E-C0DE-49A2-8FD3-BBA39145507A}">
      <dgm:prSet/>
      <dgm:spPr/>
      <dgm:t>
        <a:bodyPr/>
        <a:lstStyle/>
        <a:p>
          <a:endParaRPr lang="nb-NO"/>
        </a:p>
      </dgm:t>
    </dgm:pt>
    <dgm:pt modelId="{8BE2237E-7FE4-4FA7-9924-C0D47C07F8E0}" type="pres">
      <dgm:prSet presAssocID="{9D494F10-E804-4A7D-BD4A-805EDB020FF9}" presName="diagram" presStyleCnt="0">
        <dgm:presLayoutVars>
          <dgm:dir/>
          <dgm:resizeHandles val="exact"/>
        </dgm:presLayoutVars>
      </dgm:prSet>
      <dgm:spPr/>
    </dgm:pt>
    <dgm:pt modelId="{D12D4D7D-5F0B-4AA0-9FFB-E5E19C6C1906}" type="pres">
      <dgm:prSet presAssocID="{7A588247-52D7-4FA6-8548-5D88122652A0}" presName="node" presStyleLbl="node1" presStyleIdx="0" presStyleCnt="6">
        <dgm:presLayoutVars>
          <dgm:bulletEnabled val="1"/>
        </dgm:presLayoutVars>
      </dgm:prSet>
      <dgm:spPr/>
    </dgm:pt>
    <dgm:pt modelId="{F141EDCC-C13B-42AC-8AB4-F4D81644E759}" type="pres">
      <dgm:prSet presAssocID="{549E4668-461E-448F-B6A0-036663365BA9}" presName="sibTrans" presStyleCnt="0"/>
      <dgm:spPr/>
    </dgm:pt>
    <dgm:pt modelId="{0C554FD0-7F19-4D60-91BA-59E45879549D}" type="pres">
      <dgm:prSet presAssocID="{A65883BD-EB05-4CEC-BBDD-92DA0C97BC46}" presName="node" presStyleLbl="node1" presStyleIdx="1" presStyleCnt="6">
        <dgm:presLayoutVars>
          <dgm:bulletEnabled val="1"/>
        </dgm:presLayoutVars>
      </dgm:prSet>
      <dgm:spPr/>
    </dgm:pt>
    <dgm:pt modelId="{EB3939AC-FEBB-4FED-A2D4-AD3479CC3D7C}" type="pres">
      <dgm:prSet presAssocID="{92A34E77-A97C-45CA-B156-36DD3964A6BB}" presName="sibTrans" presStyleCnt="0"/>
      <dgm:spPr/>
    </dgm:pt>
    <dgm:pt modelId="{5BCAA778-A0F2-40A9-B083-29ABE37352D3}" type="pres">
      <dgm:prSet presAssocID="{4ED5A809-749F-4231-B6A9-B6C361D04791}" presName="node" presStyleLbl="node1" presStyleIdx="2" presStyleCnt="6">
        <dgm:presLayoutVars>
          <dgm:bulletEnabled val="1"/>
        </dgm:presLayoutVars>
      </dgm:prSet>
      <dgm:spPr/>
    </dgm:pt>
    <dgm:pt modelId="{72910025-9AB4-4C5A-98D4-5F1CE827C2F4}" type="pres">
      <dgm:prSet presAssocID="{1F0B1803-D28D-467F-A246-F58427D9B4BB}" presName="sibTrans" presStyleCnt="0"/>
      <dgm:spPr/>
    </dgm:pt>
    <dgm:pt modelId="{AE8D7345-CB66-4D07-AF5C-74794EF4B1BD}" type="pres">
      <dgm:prSet presAssocID="{68B7535E-C5CD-477A-B592-28165F638DEB}" presName="node" presStyleLbl="node1" presStyleIdx="3" presStyleCnt="6">
        <dgm:presLayoutVars>
          <dgm:bulletEnabled val="1"/>
        </dgm:presLayoutVars>
      </dgm:prSet>
      <dgm:spPr/>
    </dgm:pt>
    <dgm:pt modelId="{1670FD43-ED99-48AE-B383-FEF7E981CAAF}" type="pres">
      <dgm:prSet presAssocID="{E0A91D9F-60E7-4C59-B946-AD5C1B617F15}" presName="sibTrans" presStyleCnt="0"/>
      <dgm:spPr/>
    </dgm:pt>
    <dgm:pt modelId="{3235F5C7-0F83-416F-8D0A-DD64971DD541}" type="pres">
      <dgm:prSet presAssocID="{B99CFDCE-B038-450B-9AA0-E6D85A937E39}" presName="node" presStyleLbl="node1" presStyleIdx="4" presStyleCnt="6">
        <dgm:presLayoutVars>
          <dgm:bulletEnabled val="1"/>
        </dgm:presLayoutVars>
      </dgm:prSet>
      <dgm:spPr/>
    </dgm:pt>
    <dgm:pt modelId="{402D6BD3-C2BB-46EA-8F80-36101BFC6D62}" type="pres">
      <dgm:prSet presAssocID="{CF178399-E39E-4C3E-B767-463916F905F2}" presName="sibTrans" presStyleCnt="0"/>
      <dgm:spPr/>
    </dgm:pt>
    <dgm:pt modelId="{0690ADF4-0421-4B03-BFDB-89F8AC44FC9E}" type="pres">
      <dgm:prSet presAssocID="{62EEC01A-6FC4-47E2-A7BF-E824AFA49861}" presName="node" presStyleLbl="node1" presStyleIdx="5" presStyleCnt="6">
        <dgm:presLayoutVars>
          <dgm:bulletEnabled val="1"/>
        </dgm:presLayoutVars>
      </dgm:prSet>
      <dgm:spPr/>
    </dgm:pt>
  </dgm:ptLst>
  <dgm:cxnLst>
    <dgm:cxn modelId="{74843F0C-51B9-4D8C-AE75-BE3401B691CA}" srcId="{7A588247-52D7-4FA6-8548-5D88122652A0}" destId="{78D8E449-94BA-4AF3-8A7A-4C38D2A2D3F1}" srcOrd="0" destOrd="0" parTransId="{82F68755-A0FB-427A-AF35-5B7FE2DCA651}" sibTransId="{1DE16E9F-7CCA-4234-A7B0-85FC4031EAB1}"/>
    <dgm:cxn modelId="{0DF2DE0E-C0DE-49A2-8FD3-BBA39145507A}" srcId="{9D494F10-E804-4A7D-BD4A-805EDB020FF9}" destId="{62EEC01A-6FC4-47E2-A7BF-E824AFA49861}" srcOrd="5" destOrd="0" parTransId="{1D658E33-CE7D-448C-A4CD-16671CB09B21}" sibTransId="{AE4F8AA8-70EE-437B-88EF-0576644C8A09}"/>
    <dgm:cxn modelId="{44A80412-CE97-4CEB-A3B7-D30F729912FC}" type="presOf" srcId="{4ED5A809-749F-4231-B6A9-B6C361D04791}" destId="{5BCAA778-A0F2-40A9-B083-29ABE37352D3}" srcOrd="0" destOrd="0" presId="urn:microsoft.com/office/officeart/2005/8/layout/default"/>
    <dgm:cxn modelId="{64482019-4B4C-4187-8156-3CAC92B94353}" srcId="{9D494F10-E804-4A7D-BD4A-805EDB020FF9}" destId="{B99CFDCE-B038-450B-9AA0-E6D85A937E39}" srcOrd="4" destOrd="0" parTransId="{F0B08208-8025-4E23-B612-712125C99007}" sibTransId="{CF178399-E39E-4C3E-B767-463916F905F2}"/>
    <dgm:cxn modelId="{BAAD503C-8782-471D-8550-7A57E0B8154A}" srcId="{9D494F10-E804-4A7D-BD4A-805EDB020FF9}" destId="{A65883BD-EB05-4CEC-BBDD-92DA0C97BC46}" srcOrd="1" destOrd="0" parTransId="{8FE45B85-8D55-4E4C-918F-EA36D6B08743}" sibTransId="{92A34E77-A97C-45CA-B156-36DD3964A6BB}"/>
    <dgm:cxn modelId="{91214F3E-E287-4BD3-A187-12E1189F4CF4}" type="presOf" srcId="{62EEC01A-6FC4-47E2-A7BF-E824AFA49861}" destId="{0690ADF4-0421-4B03-BFDB-89F8AC44FC9E}" srcOrd="0" destOrd="0" presId="urn:microsoft.com/office/officeart/2005/8/layout/default"/>
    <dgm:cxn modelId="{727DC041-F8D0-455E-84D3-492C7977CFB4}" type="presOf" srcId="{78D8E449-94BA-4AF3-8A7A-4C38D2A2D3F1}" destId="{D12D4D7D-5F0B-4AA0-9FFB-E5E19C6C1906}" srcOrd="0" destOrd="1" presId="urn:microsoft.com/office/officeart/2005/8/layout/default"/>
    <dgm:cxn modelId="{F3AC426B-9B70-4908-8770-1306C5FE6321}" srcId="{9D494F10-E804-4A7D-BD4A-805EDB020FF9}" destId="{7A588247-52D7-4FA6-8548-5D88122652A0}" srcOrd="0" destOrd="0" parTransId="{6B48BD5B-9CF2-4DBC-95A3-FC3E9BEC38CF}" sibTransId="{549E4668-461E-448F-B6A0-036663365BA9}"/>
    <dgm:cxn modelId="{3902206C-0066-44E5-90FC-5EC8E1B4E815}" srcId="{9D494F10-E804-4A7D-BD4A-805EDB020FF9}" destId="{4ED5A809-749F-4231-B6A9-B6C361D04791}" srcOrd="2" destOrd="0" parTransId="{4410F623-12AC-4CEF-9D69-5DF51B3248F8}" sibTransId="{1F0B1803-D28D-467F-A246-F58427D9B4BB}"/>
    <dgm:cxn modelId="{C2990196-C2D9-4EA6-BE5B-440DC077F1C1}" type="presOf" srcId="{68B7535E-C5CD-477A-B592-28165F638DEB}" destId="{AE8D7345-CB66-4D07-AF5C-74794EF4B1BD}" srcOrd="0" destOrd="0" presId="urn:microsoft.com/office/officeart/2005/8/layout/default"/>
    <dgm:cxn modelId="{70B441A8-CE52-4D6D-8A2D-10DED6CFB6F5}" type="presOf" srcId="{7A588247-52D7-4FA6-8548-5D88122652A0}" destId="{D12D4D7D-5F0B-4AA0-9FFB-E5E19C6C1906}" srcOrd="0" destOrd="0" presId="urn:microsoft.com/office/officeart/2005/8/layout/default"/>
    <dgm:cxn modelId="{331AD6AE-6044-4096-8EB0-7A934D013222}" srcId="{9D494F10-E804-4A7D-BD4A-805EDB020FF9}" destId="{68B7535E-C5CD-477A-B592-28165F638DEB}" srcOrd="3" destOrd="0" parTransId="{FAEC9AA9-69F4-4560-B389-192ECFF6E3BA}" sibTransId="{E0A91D9F-60E7-4C59-B946-AD5C1B617F15}"/>
    <dgm:cxn modelId="{9405B6B8-D977-401A-A52E-32258441F357}" type="presOf" srcId="{B99CFDCE-B038-450B-9AA0-E6D85A937E39}" destId="{3235F5C7-0F83-416F-8D0A-DD64971DD541}" srcOrd="0" destOrd="0" presId="urn:microsoft.com/office/officeart/2005/8/layout/default"/>
    <dgm:cxn modelId="{062830C6-4EA9-4356-B8CF-1F2DB4F7C3C7}" type="presOf" srcId="{A65883BD-EB05-4CEC-BBDD-92DA0C97BC46}" destId="{0C554FD0-7F19-4D60-91BA-59E45879549D}" srcOrd="0" destOrd="0" presId="urn:microsoft.com/office/officeart/2005/8/layout/default"/>
    <dgm:cxn modelId="{10F518F0-4E18-448F-9ED4-CD43919A587F}" type="presOf" srcId="{9D494F10-E804-4A7D-BD4A-805EDB020FF9}" destId="{8BE2237E-7FE4-4FA7-9924-C0D47C07F8E0}" srcOrd="0" destOrd="0" presId="urn:microsoft.com/office/officeart/2005/8/layout/default"/>
    <dgm:cxn modelId="{87DFCD89-6B51-42B9-9D26-3916C3A5370A}" type="presParOf" srcId="{8BE2237E-7FE4-4FA7-9924-C0D47C07F8E0}" destId="{D12D4D7D-5F0B-4AA0-9FFB-E5E19C6C1906}" srcOrd="0" destOrd="0" presId="urn:microsoft.com/office/officeart/2005/8/layout/default"/>
    <dgm:cxn modelId="{535AF36C-D264-47BC-A2A7-357F0A3D48DA}" type="presParOf" srcId="{8BE2237E-7FE4-4FA7-9924-C0D47C07F8E0}" destId="{F141EDCC-C13B-42AC-8AB4-F4D81644E759}" srcOrd="1" destOrd="0" presId="urn:microsoft.com/office/officeart/2005/8/layout/default"/>
    <dgm:cxn modelId="{AD137D46-77E7-408B-B520-1B14CE26E8B1}" type="presParOf" srcId="{8BE2237E-7FE4-4FA7-9924-C0D47C07F8E0}" destId="{0C554FD0-7F19-4D60-91BA-59E45879549D}" srcOrd="2" destOrd="0" presId="urn:microsoft.com/office/officeart/2005/8/layout/default"/>
    <dgm:cxn modelId="{1A97CD32-36E6-4DA7-99F7-B88B7824C883}" type="presParOf" srcId="{8BE2237E-7FE4-4FA7-9924-C0D47C07F8E0}" destId="{EB3939AC-FEBB-4FED-A2D4-AD3479CC3D7C}" srcOrd="3" destOrd="0" presId="urn:microsoft.com/office/officeart/2005/8/layout/default"/>
    <dgm:cxn modelId="{838775E1-E455-4359-823F-4C6066D8A083}" type="presParOf" srcId="{8BE2237E-7FE4-4FA7-9924-C0D47C07F8E0}" destId="{5BCAA778-A0F2-40A9-B083-29ABE37352D3}" srcOrd="4" destOrd="0" presId="urn:microsoft.com/office/officeart/2005/8/layout/default"/>
    <dgm:cxn modelId="{AE50E79A-01E3-4841-979C-9C6659488019}" type="presParOf" srcId="{8BE2237E-7FE4-4FA7-9924-C0D47C07F8E0}" destId="{72910025-9AB4-4C5A-98D4-5F1CE827C2F4}" srcOrd="5" destOrd="0" presId="urn:microsoft.com/office/officeart/2005/8/layout/default"/>
    <dgm:cxn modelId="{7EFD3408-4569-40E9-84B2-7AB4B60E497E}" type="presParOf" srcId="{8BE2237E-7FE4-4FA7-9924-C0D47C07F8E0}" destId="{AE8D7345-CB66-4D07-AF5C-74794EF4B1BD}" srcOrd="6" destOrd="0" presId="urn:microsoft.com/office/officeart/2005/8/layout/default"/>
    <dgm:cxn modelId="{9732DDFF-2AE4-4E2D-9270-07958BDA5854}" type="presParOf" srcId="{8BE2237E-7FE4-4FA7-9924-C0D47C07F8E0}" destId="{1670FD43-ED99-48AE-B383-FEF7E981CAAF}" srcOrd="7" destOrd="0" presId="urn:microsoft.com/office/officeart/2005/8/layout/default"/>
    <dgm:cxn modelId="{E41A244F-1E80-4EE1-A008-2A10858E046E}" type="presParOf" srcId="{8BE2237E-7FE4-4FA7-9924-C0D47C07F8E0}" destId="{3235F5C7-0F83-416F-8D0A-DD64971DD541}" srcOrd="8" destOrd="0" presId="urn:microsoft.com/office/officeart/2005/8/layout/default"/>
    <dgm:cxn modelId="{23082815-9034-4911-9D40-74074C0AD8BC}" type="presParOf" srcId="{8BE2237E-7FE4-4FA7-9924-C0D47C07F8E0}" destId="{402D6BD3-C2BB-46EA-8F80-36101BFC6D62}" srcOrd="9" destOrd="0" presId="urn:microsoft.com/office/officeart/2005/8/layout/default"/>
    <dgm:cxn modelId="{3B7D3B7A-256F-4EA8-B8D6-A7D8557DEFAC}" type="presParOf" srcId="{8BE2237E-7FE4-4FA7-9924-C0D47C07F8E0}" destId="{0690ADF4-0421-4B03-BFDB-89F8AC44FC9E}" srcOrd="10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9DE258A-0DD3-4BD3-BC40-B0F3E091966A}">
      <dsp:nvSpPr>
        <dsp:cNvPr id="0" name=""/>
        <dsp:cNvSpPr/>
      </dsp:nvSpPr>
      <dsp:spPr>
        <a:xfrm>
          <a:off x="0" y="230673"/>
          <a:ext cx="6798539" cy="1044809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900" kern="1200"/>
            <a:t>Utredning av offentlige prosjekter som skal hjelpe politikerne og offentlige institusjoner til å prioritere prosjekter. </a:t>
          </a:r>
          <a:br>
            <a:rPr lang="nb-NO" sz="1900" kern="1200"/>
          </a:br>
          <a:endParaRPr lang="en-US" sz="1900" kern="1200"/>
        </a:p>
      </dsp:txBody>
      <dsp:txXfrm>
        <a:off x="51003" y="281676"/>
        <a:ext cx="6696533" cy="942803"/>
      </dsp:txXfrm>
    </dsp:sp>
    <dsp:sp modelId="{F69F1AF3-9B1C-479C-8737-986F94113476}">
      <dsp:nvSpPr>
        <dsp:cNvPr id="0" name=""/>
        <dsp:cNvSpPr/>
      </dsp:nvSpPr>
      <dsp:spPr>
        <a:xfrm>
          <a:off x="0" y="1330203"/>
          <a:ext cx="6798539" cy="1044809"/>
        </a:xfrm>
        <a:prstGeom prst="roundRect">
          <a:avLst/>
        </a:prstGeom>
        <a:solidFill>
          <a:schemeClr val="accent5">
            <a:hueOff val="-6076075"/>
            <a:satOff val="-413"/>
            <a:lumOff val="981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900" kern="1200" dirty="0"/>
            <a:t>Utføres ofte også av private konsulenter, gjerne av interesseorganisasjoner og som ledd i lobbyvirksomhet.</a:t>
          </a:r>
          <a:endParaRPr lang="en-US" sz="1900" kern="1200" dirty="0"/>
        </a:p>
      </dsp:txBody>
      <dsp:txXfrm>
        <a:off x="51003" y="1381206"/>
        <a:ext cx="6696533" cy="942803"/>
      </dsp:txXfrm>
    </dsp:sp>
    <dsp:sp modelId="{047AA6A6-6DA1-47A5-A334-DD16EC7DB3CA}">
      <dsp:nvSpPr>
        <dsp:cNvPr id="0" name=""/>
        <dsp:cNvSpPr/>
      </dsp:nvSpPr>
      <dsp:spPr>
        <a:xfrm>
          <a:off x="0" y="2429733"/>
          <a:ext cx="6798539" cy="1044809"/>
        </a:xfrm>
        <a:prstGeom prst="roundRect">
          <a:avLst/>
        </a:prstGeom>
        <a:solidFill>
          <a:schemeClr val="accent5">
            <a:hueOff val="-12152150"/>
            <a:satOff val="-826"/>
            <a:lumOff val="1961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900" b="0" kern="1200" dirty="0"/>
            <a:t>Faglig vurdering og så objektiv som mulig. </a:t>
          </a:r>
          <a:endParaRPr lang="en-US" sz="1900" kern="1200" dirty="0"/>
        </a:p>
      </dsp:txBody>
      <dsp:txXfrm>
        <a:off x="51003" y="2480736"/>
        <a:ext cx="6696533" cy="94280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10679C1-8055-4EE8-BAAF-0BD6753F395A}">
      <dsp:nvSpPr>
        <dsp:cNvPr id="0" name=""/>
        <dsp:cNvSpPr/>
      </dsp:nvSpPr>
      <dsp:spPr>
        <a:xfrm>
          <a:off x="0" y="4724"/>
          <a:ext cx="6798539" cy="636480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600" kern="1200" dirty="0"/>
            <a:t>Mest mulig velferd ut av samfunnets knappe ressurser ved å sørge for effektiv ressursbruk </a:t>
          </a:r>
          <a:endParaRPr lang="en-US" sz="1600" kern="1200" dirty="0"/>
        </a:p>
      </dsp:txBody>
      <dsp:txXfrm>
        <a:off x="31070" y="35794"/>
        <a:ext cx="6736399" cy="574340"/>
      </dsp:txXfrm>
    </dsp:sp>
    <dsp:sp modelId="{4F51D582-B3EE-4F19-8C02-639A819CDA18}">
      <dsp:nvSpPr>
        <dsp:cNvPr id="0" name=""/>
        <dsp:cNvSpPr/>
      </dsp:nvSpPr>
      <dsp:spPr>
        <a:xfrm>
          <a:off x="0" y="733364"/>
          <a:ext cx="6798539" cy="636480"/>
        </a:xfrm>
        <a:prstGeom prst="roundRect">
          <a:avLst/>
        </a:prstGeom>
        <a:solidFill>
          <a:schemeClr val="accent5">
            <a:hueOff val="-3038037"/>
            <a:satOff val="-207"/>
            <a:lumOff val="49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600" kern="1200"/>
            <a:t>Systematisk gjennomgang av alle virkninger for berørte grupper i samfunnet </a:t>
          </a:r>
          <a:endParaRPr lang="en-US" sz="1600" kern="1200"/>
        </a:p>
      </dsp:txBody>
      <dsp:txXfrm>
        <a:off x="31070" y="764434"/>
        <a:ext cx="6736399" cy="574340"/>
      </dsp:txXfrm>
    </dsp:sp>
    <dsp:sp modelId="{0A3CEFA6-3DDB-4C78-8CC3-F2A664977418}">
      <dsp:nvSpPr>
        <dsp:cNvPr id="0" name=""/>
        <dsp:cNvSpPr/>
      </dsp:nvSpPr>
      <dsp:spPr>
        <a:xfrm>
          <a:off x="0" y="1462005"/>
          <a:ext cx="6798539" cy="636480"/>
        </a:xfrm>
        <a:prstGeom prst="roundRect">
          <a:avLst/>
        </a:prstGeom>
        <a:solidFill>
          <a:schemeClr val="accent5">
            <a:hueOff val="-6076075"/>
            <a:satOff val="-413"/>
            <a:lumOff val="981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600" kern="1200"/>
            <a:t>Sile ut ulønnsomme tiltak på et tidlig tidspunkt </a:t>
          </a:r>
          <a:endParaRPr lang="en-US" sz="1600" kern="1200"/>
        </a:p>
      </dsp:txBody>
      <dsp:txXfrm>
        <a:off x="31070" y="1493075"/>
        <a:ext cx="6736399" cy="574340"/>
      </dsp:txXfrm>
    </dsp:sp>
    <dsp:sp modelId="{9812575B-910C-4E5F-889F-B6B3E00689D3}">
      <dsp:nvSpPr>
        <dsp:cNvPr id="0" name=""/>
        <dsp:cNvSpPr/>
      </dsp:nvSpPr>
      <dsp:spPr>
        <a:xfrm>
          <a:off x="0" y="2190645"/>
          <a:ext cx="6798539" cy="636480"/>
        </a:xfrm>
        <a:prstGeom prst="roundRect">
          <a:avLst/>
        </a:prstGeom>
        <a:solidFill>
          <a:schemeClr val="accent5">
            <a:hueOff val="-9114112"/>
            <a:satOff val="-620"/>
            <a:lumOff val="1471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600" kern="1200" dirty="0"/>
            <a:t>Bidra til et godt, transparent og faglig beslutningsgrunnlag for å</a:t>
          </a:r>
          <a:endParaRPr lang="en-US" sz="1600" kern="1200" dirty="0"/>
        </a:p>
      </dsp:txBody>
      <dsp:txXfrm>
        <a:off x="31070" y="2221715"/>
        <a:ext cx="6736399" cy="574340"/>
      </dsp:txXfrm>
    </dsp:sp>
    <dsp:sp modelId="{A2A37420-DC51-4F08-AC07-68270539A236}">
      <dsp:nvSpPr>
        <dsp:cNvPr id="0" name=""/>
        <dsp:cNvSpPr/>
      </dsp:nvSpPr>
      <dsp:spPr>
        <a:xfrm>
          <a:off x="0" y="2827125"/>
          <a:ext cx="6798539" cy="7452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15854" tIns="13970" rIns="78232" bIns="13970" numCol="1" spcCol="1270" anchor="t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nb-NO" sz="1100" kern="1200" dirty="0"/>
            <a:t>rangere og prioritere mellom alternative tiltak </a:t>
          </a:r>
          <a:endParaRPr lang="en-US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nb-NO" sz="1100" kern="1200" dirty="0"/>
            <a:t>realisere gevinster når tiltaket er iverksatt </a:t>
          </a:r>
          <a:endParaRPr lang="en-US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nb-NO" sz="1100" kern="1200" dirty="0"/>
            <a:t>ha resultatmål for evaluering av tiltaket i etterkant </a:t>
          </a:r>
          <a:endParaRPr lang="en-US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nb-NO" sz="1100" kern="1200" dirty="0"/>
            <a:t>gjøre grunnlaget for beslutninger om offentlige tiltak mer synlig for offentligheten</a:t>
          </a:r>
          <a:endParaRPr lang="en-US" sz="1100" kern="1200" dirty="0"/>
        </a:p>
      </dsp:txBody>
      <dsp:txXfrm>
        <a:off x="0" y="2827125"/>
        <a:ext cx="6798539" cy="745200"/>
      </dsp:txXfrm>
    </dsp:sp>
    <dsp:sp modelId="{1AC03A81-3121-40A9-A03D-1E58671F965F}">
      <dsp:nvSpPr>
        <dsp:cNvPr id="0" name=""/>
        <dsp:cNvSpPr/>
      </dsp:nvSpPr>
      <dsp:spPr>
        <a:xfrm>
          <a:off x="0" y="3572325"/>
          <a:ext cx="6798539" cy="636480"/>
        </a:xfrm>
        <a:prstGeom prst="roundRect">
          <a:avLst/>
        </a:prstGeom>
        <a:solidFill>
          <a:schemeClr val="accent5">
            <a:hueOff val="-12152150"/>
            <a:satOff val="-826"/>
            <a:lumOff val="1961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600" b="1" kern="1200" dirty="0"/>
            <a:t> Andre grunner  </a:t>
          </a:r>
          <a:endParaRPr lang="en-US" sz="1600" kern="1200" dirty="0"/>
        </a:p>
      </dsp:txBody>
      <dsp:txXfrm>
        <a:off x="31070" y="3603395"/>
        <a:ext cx="6736399" cy="574340"/>
      </dsp:txXfrm>
    </dsp:sp>
    <dsp:sp modelId="{0EFB46BF-C5A0-4C86-99D4-F48C0455312A}">
      <dsp:nvSpPr>
        <dsp:cNvPr id="0" name=""/>
        <dsp:cNvSpPr/>
      </dsp:nvSpPr>
      <dsp:spPr>
        <a:xfrm>
          <a:off x="0" y="4208805"/>
          <a:ext cx="6798539" cy="5299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15854" tIns="13970" rIns="78232" bIns="13970" numCol="1" spcCol="1270" anchor="t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20000"/>
            </a:spcAft>
            <a:buNone/>
          </a:pPr>
          <a:r>
            <a:rPr lang="nb-NO" sz="1100" b="0" kern="1200" dirty="0"/>
            <a:t>Private konsulenter, lobbyvirksomhet. </a:t>
          </a:r>
        </a:p>
      </dsp:txBody>
      <dsp:txXfrm>
        <a:off x="0" y="4208805"/>
        <a:ext cx="6798539" cy="52992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C6AACAF-364A-48F2-8582-08AF55EDE682}">
      <dsp:nvSpPr>
        <dsp:cNvPr id="0" name=""/>
        <dsp:cNvSpPr/>
      </dsp:nvSpPr>
      <dsp:spPr>
        <a:xfrm>
          <a:off x="0" y="2096402"/>
          <a:ext cx="10927829" cy="0"/>
        </a:xfrm>
        <a:prstGeom prst="line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triangle" w="lg" len="lg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22276D4-DA36-424B-9F3C-A7A014D8E428}">
      <dsp:nvSpPr>
        <dsp:cNvPr id="0" name=""/>
        <dsp:cNvSpPr/>
      </dsp:nvSpPr>
      <dsp:spPr>
        <a:xfrm rot="8100000">
          <a:off x="69941" y="483138"/>
          <a:ext cx="308335" cy="308335"/>
        </a:xfrm>
        <a:prstGeom prst="teardrop">
          <a:avLst>
            <a:gd name="adj" fmla="val 115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2FE5C47-987C-4D69-A939-2F56EE882862}">
      <dsp:nvSpPr>
        <dsp:cNvPr id="0" name=""/>
        <dsp:cNvSpPr/>
      </dsp:nvSpPr>
      <dsp:spPr>
        <a:xfrm>
          <a:off x="104194" y="517392"/>
          <a:ext cx="239828" cy="239828"/>
        </a:xfrm>
        <a:prstGeom prst="ellipse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1FCFE14-1AA7-42B8-B92C-0861035B98C4}">
      <dsp:nvSpPr>
        <dsp:cNvPr id="0" name=""/>
        <dsp:cNvSpPr/>
      </dsp:nvSpPr>
      <dsp:spPr>
        <a:xfrm>
          <a:off x="442134" y="855332"/>
          <a:ext cx="3631825" cy="124107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88900" rIns="88900" bIns="13335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Sir William Petty (1623–1687): </a:t>
          </a:r>
          <a:r>
            <a:rPr lang="en-US" sz="1400" kern="1200" dirty="0" err="1"/>
            <a:t>tidlig</a:t>
          </a:r>
          <a:r>
            <a:rPr lang="en-US" sz="1400" kern="1200" dirty="0"/>
            <a:t> </a:t>
          </a:r>
          <a:r>
            <a:rPr lang="en-US" sz="1400" kern="1200" dirty="0" err="1"/>
            <a:t>forløper</a:t>
          </a:r>
          <a:r>
            <a:rPr lang="en-US" sz="1400" kern="1200" dirty="0"/>
            <a:t> – </a:t>
          </a:r>
          <a:r>
            <a:rPr lang="en-US" sz="1400" kern="1200" dirty="0" err="1"/>
            <a:t>mente</a:t>
          </a:r>
          <a:r>
            <a:rPr lang="en-US" sz="1400" kern="1200" dirty="0"/>
            <a:t> </a:t>
          </a:r>
          <a:r>
            <a:rPr lang="en-US" sz="1400" kern="1200" dirty="0" err="1"/>
            <a:t>statlige</a:t>
          </a:r>
          <a:r>
            <a:rPr lang="en-US" sz="1400" kern="1200" dirty="0"/>
            <a:t> </a:t>
          </a:r>
          <a:r>
            <a:rPr lang="en-US" sz="1400" kern="1200" dirty="0" err="1"/>
            <a:t>beslutninger</a:t>
          </a:r>
          <a:r>
            <a:rPr lang="en-US" sz="1400" kern="1200" dirty="0"/>
            <a:t> </a:t>
          </a:r>
          <a:r>
            <a:rPr lang="en-US" sz="1400" kern="1200" dirty="0" err="1"/>
            <a:t>burde</a:t>
          </a:r>
          <a:r>
            <a:rPr lang="en-US" sz="1400" kern="1200" dirty="0"/>
            <a:t> </a:t>
          </a:r>
          <a:r>
            <a:rPr lang="en-US" sz="1400" kern="1200" dirty="0" err="1"/>
            <a:t>bygge</a:t>
          </a:r>
          <a:r>
            <a:rPr lang="en-US" sz="1400" kern="1200" dirty="0"/>
            <a:t> </a:t>
          </a:r>
          <a:r>
            <a:rPr lang="en-US" sz="1400" kern="1200" dirty="0" err="1"/>
            <a:t>på</a:t>
          </a:r>
          <a:r>
            <a:rPr lang="en-US" sz="1400" kern="1200" dirty="0"/>
            <a:t> «tall, </a:t>
          </a:r>
          <a:r>
            <a:rPr lang="en-US" sz="1400" kern="1200" dirty="0" err="1"/>
            <a:t>vekt</a:t>
          </a:r>
          <a:r>
            <a:rPr lang="en-US" sz="1400" kern="1200" dirty="0"/>
            <a:t> og </a:t>
          </a:r>
          <a:r>
            <a:rPr lang="en-US" sz="1400" kern="1200" dirty="0" err="1"/>
            <a:t>mål</a:t>
          </a:r>
          <a:r>
            <a:rPr lang="en-US" sz="1400" kern="1200" dirty="0"/>
            <a:t>», </a:t>
          </a:r>
          <a:r>
            <a:rPr lang="en-US" sz="1400" kern="1200" dirty="0" err="1"/>
            <a:t>ikke</a:t>
          </a:r>
          <a:r>
            <a:rPr lang="en-US" sz="1400" kern="1200" dirty="0"/>
            <a:t> </a:t>
          </a:r>
          <a:r>
            <a:rPr lang="en-US" sz="1400" kern="1200" dirty="0" err="1"/>
            <a:t>synsing</a:t>
          </a:r>
          <a:r>
            <a:rPr lang="en-US" sz="1400" kern="1200" dirty="0"/>
            <a:t> </a:t>
          </a:r>
        </a:p>
      </dsp:txBody>
      <dsp:txXfrm>
        <a:off x="442134" y="855332"/>
        <a:ext cx="3631825" cy="1241070"/>
      </dsp:txXfrm>
    </dsp:sp>
    <dsp:sp modelId="{E6F93869-6248-4440-9BB1-6228B0F296F2}">
      <dsp:nvSpPr>
        <dsp:cNvPr id="0" name=""/>
        <dsp:cNvSpPr/>
      </dsp:nvSpPr>
      <dsp:spPr>
        <a:xfrm>
          <a:off x="442134" y="419280"/>
          <a:ext cx="3631825" cy="4360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120650" bIns="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900" kern="1200"/>
            <a:t>1623–1687</a:t>
          </a:r>
        </a:p>
      </dsp:txBody>
      <dsp:txXfrm>
        <a:off x="442134" y="419280"/>
        <a:ext cx="3631825" cy="436051"/>
      </dsp:txXfrm>
    </dsp:sp>
    <dsp:sp modelId="{8A122F7C-1BF9-417F-9C4B-0FD552EA6DCA}">
      <dsp:nvSpPr>
        <dsp:cNvPr id="0" name=""/>
        <dsp:cNvSpPr/>
      </dsp:nvSpPr>
      <dsp:spPr>
        <a:xfrm>
          <a:off x="224109" y="855332"/>
          <a:ext cx="0" cy="1241070"/>
        </a:xfrm>
        <a:prstGeom prst="line">
          <a:avLst/>
        </a:prstGeom>
        <a:noFill/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dash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70FDF17-9E2A-4C65-8B30-20DB50B92B94}">
      <dsp:nvSpPr>
        <dsp:cNvPr id="0" name=""/>
        <dsp:cNvSpPr/>
      </dsp:nvSpPr>
      <dsp:spPr>
        <a:xfrm>
          <a:off x="184864" y="2057157"/>
          <a:ext cx="78489" cy="78489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422E7B1-0B60-4BDB-A9D7-0A47EA3F98C8}">
      <dsp:nvSpPr>
        <dsp:cNvPr id="0" name=""/>
        <dsp:cNvSpPr/>
      </dsp:nvSpPr>
      <dsp:spPr>
        <a:xfrm rot="18900000">
          <a:off x="2249931" y="3401331"/>
          <a:ext cx="308335" cy="308335"/>
        </a:xfrm>
        <a:prstGeom prst="teardrop">
          <a:avLst>
            <a:gd name="adj" fmla="val 115000"/>
          </a:avLst>
        </a:prstGeom>
        <a:solidFill>
          <a:schemeClr val="accent2">
            <a:hueOff val="2147871"/>
            <a:satOff val="-6164"/>
            <a:lumOff val="-9870"/>
            <a:alphaOff val="0"/>
          </a:schemeClr>
        </a:solidFill>
        <a:ln w="19050" cap="flat" cmpd="sng" algn="ctr">
          <a:solidFill>
            <a:schemeClr val="accent2">
              <a:hueOff val="2147871"/>
              <a:satOff val="-6164"/>
              <a:lumOff val="-987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E875407-2584-4CCB-BE7C-CA83B5AD66A0}">
      <dsp:nvSpPr>
        <dsp:cNvPr id="0" name=""/>
        <dsp:cNvSpPr/>
      </dsp:nvSpPr>
      <dsp:spPr>
        <a:xfrm>
          <a:off x="2284184" y="3435584"/>
          <a:ext cx="239828" cy="239828"/>
        </a:xfrm>
        <a:prstGeom prst="ellipse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F961A6E-BED9-4A43-804B-41EEBAE4C53E}">
      <dsp:nvSpPr>
        <dsp:cNvPr id="0" name=""/>
        <dsp:cNvSpPr/>
      </dsp:nvSpPr>
      <dsp:spPr>
        <a:xfrm>
          <a:off x="2622124" y="2096402"/>
          <a:ext cx="3631825" cy="124107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133350" rIns="0" bIns="88900" numCol="1" spcCol="1270" anchor="b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Jules Dupuit (1844): la det </a:t>
          </a:r>
          <a:r>
            <a:rPr lang="en-US" sz="1400" kern="1200" dirty="0" err="1"/>
            <a:t>konseptuelle</a:t>
          </a:r>
          <a:r>
            <a:rPr lang="en-US" sz="1400" kern="1200" dirty="0"/>
            <a:t> </a:t>
          </a:r>
          <a:r>
            <a:rPr lang="en-US" sz="1400" kern="1200" dirty="0" err="1"/>
            <a:t>grunnlaget</a:t>
          </a:r>
          <a:r>
            <a:rPr lang="en-US" sz="1400" kern="1200" dirty="0"/>
            <a:t> </a:t>
          </a:r>
          <a:r>
            <a:rPr lang="en-US" sz="1400" kern="1200" dirty="0" err="1"/>
            <a:t>ved</a:t>
          </a:r>
          <a:r>
            <a:rPr lang="en-US" sz="1400" kern="1200" dirty="0"/>
            <a:t> å </a:t>
          </a:r>
          <a:r>
            <a:rPr lang="en-US" sz="1400" kern="1200" dirty="0" err="1"/>
            <a:t>kvantifisere</a:t>
          </a:r>
          <a:r>
            <a:rPr lang="en-US" sz="1400" kern="1200" dirty="0"/>
            <a:t> </a:t>
          </a:r>
          <a:r>
            <a:rPr lang="en-US" sz="1400" kern="1200" dirty="0" err="1"/>
            <a:t>konsumentoverskudd</a:t>
          </a:r>
          <a:r>
            <a:rPr lang="en-US" sz="1400" kern="1200" dirty="0"/>
            <a:t> – </a:t>
          </a:r>
          <a:r>
            <a:rPr lang="en-US" sz="1400" kern="1200" dirty="0" err="1"/>
            <a:t>fortsatt</a:t>
          </a:r>
          <a:r>
            <a:rPr lang="en-US" sz="1400" kern="1200" dirty="0"/>
            <a:t> </a:t>
          </a:r>
          <a:r>
            <a:rPr lang="en-US" sz="1400" kern="1200" dirty="0" err="1"/>
            <a:t>sentralt</a:t>
          </a:r>
          <a:r>
            <a:rPr lang="en-US" sz="1400" kern="1200" dirty="0"/>
            <a:t> i NKA i </a:t>
          </a:r>
          <a:r>
            <a:rPr lang="en-US" sz="1400" kern="1200" dirty="0" err="1"/>
            <a:t>dag</a:t>
          </a:r>
          <a:r>
            <a:rPr lang="en-US" sz="1400" kern="1200" dirty="0"/>
            <a:t> </a:t>
          </a:r>
        </a:p>
      </dsp:txBody>
      <dsp:txXfrm>
        <a:off x="2622124" y="2096402"/>
        <a:ext cx="3631825" cy="1241070"/>
      </dsp:txXfrm>
    </dsp:sp>
    <dsp:sp modelId="{E8232EF2-261A-4515-B0D6-44D5B1819E07}">
      <dsp:nvSpPr>
        <dsp:cNvPr id="0" name=""/>
        <dsp:cNvSpPr/>
      </dsp:nvSpPr>
      <dsp:spPr>
        <a:xfrm>
          <a:off x="2622124" y="3337472"/>
          <a:ext cx="3631825" cy="4360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120650" bIns="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900" kern="1200"/>
            <a:t>1844</a:t>
          </a:r>
        </a:p>
      </dsp:txBody>
      <dsp:txXfrm>
        <a:off x="2622124" y="3337472"/>
        <a:ext cx="3631825" cy="436051"/>
      </dsp:txXfrm>
    </dsp:sp>
    <dsp:sp modelId="{795EB64A-3214-4347-BCDB-567E462EA7AB}">
      <dsp:nvSpPr>
        <dsp:cNvPr id="0" name=""/>
        <dsp:cNvSpPr/>
      </dsp:nvSpPr>
      <dsp:spPr>
        <a:xfrm>
          <a:off x="2404098" y="2096402"/>
          <a:ext cx="0" cy="1241070"/>
        </a:xfrm>
        <a:prstGeom prst="line">
          <a:avLst/>
        </a:prstGeom>
        <a:noFill/>
        <a:ln w="12700" cap="flat" cmpd="sng" algn="ctr">
          <a:solidFill>
            <a:schemeClr val="accent2">
              <a:hueOff val="2147871"/>
              <a:satOff val="-6164"/>
              <a:lumOff val="-9870"/>
              <a:alphaOff val="0"/>
            </a:schemeClr>
          </a:solidFill>
          <a:prstDash val="dash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4892ED9-0583-443B-A9A4-73BC95FC787A}">
      <dsp:nvSpPr>
        <dsp:cNvPr id="0" name=""/>
        <dsp:cNvSpPr/>
      </dsp:nvSpPr>
      <dsp:spPr>
        <a:xfrm>
          <a:off x="2364854" y="2057157"/>
          <a:ext cx="78489" cy="78489"/>
        </a:xfrm>
        <a:prstGeom prst="ellipse">
          <a:avLst/>
        </a:prstGeom>
        <a:solidFill>
          <a:schemeClr val="accent2">
            <a:hueOff val="2147871"/>
            <a:satOff val="-6164"/>
            <a:lumOff val="-9870"/>
            <a:alphaOff val="0"/>
          </a:schemeClr>
        </a:solidFill>
        <a:ln w="63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9E47FE4-F3C8-4CD9-9BB9-48E12F531250}">
      <dsp:nvSpPr>
        <dsp:cNvPr id="0" name=""/>
        <dsp:cNvSpPr/>
      </dsp:nvSpPr>
      <dsp:spPr>
        <a:xfrm rot="8100000">
          <a:off x="4429920" y="483138"/>
          <a:ext cx="308335" cy="308335"/>
        </a:xfrm>
        <a:prstGeom prst="teardrop">
          <a:avLst>
            <a:gd name="adj" fmla="val 115000"/>
          </a:avLst>
        </a:prstGeom>
        <a:solidFill>
          <a:schemeClr val="accent2">
            <a:hueOff val="4295743"/>
            <a:satOff val="-12329"/>
            <a:lumOff val="-19739"/>
            <a:alphaOff val="0"/>
          </a:schemeClr>
        </a:solidFill>
        <a:ln w="19050" cap="flat" cmpd="sng" algn="ctr">
          <a:solidFill>
            <a:schemeClr val="accent2">
              <a:hueOff val="4295743"/>
              <a:satOff val="-12329"/>
              <a:lumOff val="-1973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3432497-76CF-4798-8C0F-3A4AFB04F3EA}">
      <dsp:nvSpPr>
        <dsp:cNvPr id="0" name=""/>
        <dsp:cNvSpPr/>
      </dsp:nvSpPr>
      <dsp:spPr>
        <a:xfrm>
          <a:off x="4464174" y="517392"/>
          <a:ext cx="239828" cy="239828"/>
        </a:xfrm>
        <a:prstGeom prst="ellipse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ED462FA-4523-4AA1-9594-156CA88236EE}">
      <dsp:nvSpPr>
        <dsp:cNvPr id="0" name=""/>
        <dsp:cNvSpPr/>
      </dsp:nvSpPr>
      <dsp:spPr>
        <a:xfrm>
          <a:off x="4802114" y="855332"/>
          <a:ext cx="3631825" cy="124107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88900" rIns="88900" bIns="13335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Alfred Marshall (1890): </a:t>
          </a:r>
          <a:r>
            <a:rPr lang="en-US" sz="1400" kern="1200" dirty="0" err="1"/>
            <a:t>videreutviklet</a:t>
          </a:r>
          <a:r>
            <a:rPr lang="en-US" sz="1400" kern="1200" dirty="0"/>
            <a:t> og </a:t>
          </a:r>
          <a:r>
            <a:rPr lang="en-US" sz="1400" kern="1200" dirty="0" err="1"/>
            <a:t>formaliserte</a:t>
          </a:r>
          <a:r>
            <a:rPr lang="en-US" sz="1400" kern="1200" dirty="0"/>
            <a:t> Dupuits </a:t>
          </a:r>
          <a:r>
            <a:rPr lang="en-US" sz="1400" kern="1200" dirty="0" err="1"/>
            <a:t>idéer</a:t>
          </a:r>
          <a:r>
            <a:rPr lang="en-US" sz="1400" kern="1200" dirty="0"/>
            <a:t> </a:t>
          </a:r>
        </a:p>
      </dsp:txBody>
      <dsp:txXfrm>
        <a:off x="4802114" y="855332"/>
        <a:ext cx="3631825" cy="1241070"/>
      </dsp:txXfrm>
    </dsp:sp>
    <dsp:sp modelId="{C202CB6A-BCC8-4C2E-AE2F-73CBD446E59F}">
      <dsp:nvSpPr>
        <dsp:cNvPr id="0" name=""/>
        <dsp:cNvSpPr/>
      </dsp:nvSpPr>
      <dsp:spPr>
        <a:xfrm>
          <a:off x="4802114" y="419280"/>
          <a:ext cx="3631825" cy="4360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120650" bIns="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900" kern="1200"/>
            <a:t>1890</a:t>
          </a:r>
        </a:p>
      </dsp:txBody>
      <dsp:txXfrm>
        <a:off x="4802114" y="419280"/>
        <a:ext cx="3631825" cy="436051"/>
      </dsp:txXfrm>
    </dsp:sp>
    <dsp:sp modelId="{0BA8603C-F145-4661-A005-C868AB01E6F2}">
      <dsp:nvSpPr>
        <dsp:cNvPr id="0" name=""/>
        <dsp:cNvSpPr/>
      </dsp:nvSpPr>
      <dsp:spPr>
        <a:xfrm>
          <a:off x="4584088" y="855332"/>
          <a:ext cx="0" cy="1241070"/>
        </a:xfrm>
        <a:prstGeom prst="line">
          <a:avLst/>
        </a:prstGeom>
        <a:noFill/>
        <a:ln w="12700" cap="flat" cmpd="sng" algn="ctr">
          <a:solidFill>
            <a:schemeClr val="accent2">
              <a:hueOff val="4295743"/>
              <a:satOff val="-12329"/>
              <a:lumOff val="-19739"/>
              <a:alphaOff val="0"/>
            </a:schemeClr>
          </a:solidFill>
          <a:prstDash val="dash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39E5079-046E-430E-A0B2-7DA72147565C}">
      <dsp:nvSpPr>
        <dsp:cNvPr id="0" name=""/>
        <dsp:cNvSpPr/>
      </dsp:nvSpPr>
      <dsp:spPr>
        <a:xfrm>
          <a:off x="4544843" y="2057157"/>
          <a:ext cx="78489" cy="78489"/>
        </a:xfrm>
        <a:prstGeom prst="ellipse">
          <a:avLst/>
        </a:prstGeom>
        <a:solidFill>
          <a:schemeClr val="accent2">
            <a:hueOff val="4295743"/>
            <a:satOff val="-12329"/>
            <a:lumOff val="-19739"/>
            <a:alphaOff val="0"/>
          </a:schemeClr>
        </a:solidFill>
        <a:ln w="63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3F16439-E09B-4FC3-ADEF-0864F0906109}">
      <dsp:nvSpPr>
        <dsp:cNvPr id="0" name=""/>
        <dsp:cNvSpPr/>
      </dsp:nvSpPr>
      <dsp:spPr>
        <a:xfrm rot="18900000">
          <a:off x="6609910" y="3401331"/>
          <a:ext cx="308335" cy="308335"/>
        </a:xfrm>
        <a:prstGeom prst="teardrop">
          <a:avLst>
            <a:gd name="adj" fmla="val 115000"/>
          </a:avLst>
        </a:prstGeom>
        <a:solidFill>
          <a:schemeClr val="accent2">
            <a:hueOff val="6443614"/>
            <a:satOff val="-18493"/>
            <a:lumOff val="-29609"/>
            <a:alphaOff val="0"/>
          </a:schemeClr>
        </a:solidFill>
        <a:ln w="19050" cap="flat" cmpd="sng" algn="ctr">
          <a:solidFill>
            <a:schemeClr val="accent2">
              <a:hueOff val="6443614"/>
              <a:satOff val="-18493"/>
              <a:lumOff val="-2960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09AB5D8-6688-4F42-AF82-D7BBA6870957}">
      <dsp:nvSpPr>
        <dsp:cNvPr id="0" name=""/>
        <dsp:cNvSpPr/>
      </dsp:nvSpPr>
      <dsp:spPr>
        <a:xfrm>
          <a:off x="6644163" y="3435584"/>
          <a:ext cx="239828" cy="239828"/>
        </a:xfrm>
        <a:prstGeom prst="ellipse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E8A9974-B7DA-4F90-9629-E49A9215E4A8}">
      <dsp:nvSpPr>
        <dsp:cNvPr id="0" name=""/>
        <dsp:cNvSpPr/>
      </dsp:nvSpPr>
      <dsp:spPr>
        <a:xfrm>
          <a:off x="6982103" y="2096402"/>
          <a:ext cx="3631825" cy="124107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133350" rIns="0" bIns="88900" numCol="1" spcCol="1270" anchor="b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USA, Flood Control Act (1936): NKA </a:t>
          </a:r>
          <a:r>
            <a:rPr lang="en-US" sz="1400" kern="1200" dirty="0" err="1"/>
            <a:t>formalisert</a:t>
          </a:r>
          <a:r>
            <a:rPr lang="en-US" sz="1400" kern="1200" dirty="0"/>
            <a:t> – </a:t>
          </a:r>
          <a:r>
            <a:rPr lang="en-US" sz="1400" kern="1200" dirty="0" err="1"/>
            <a:t>krevde</a:t>
          </a:r>
          <a:r>
            <a:rPr lang="en-US" sz="1400" kern="1200" dirty="0"/>
            <a:t> at </a:t>
          </a:r>
          <a:r>
            <a:rPr lang="en-US" sz="1400" kern="1200" dirty="0" err="1"/>
            <a:t>nytten</a:t>
          </a:r>
          <a:r>
            <a:rPr lang="en-US" sz="1400" kern="1200" dirty="0"/>
            <a:t> </a:t>
          </a:r>
          <a:r>
            <a:rPr lang="en-US" sz="1400" kern="1200" dirty="0" err="1"/>
            <a:t>skulle</a:t>
          </a:r>
          <a:r>
            <a:rPr lang="en-US" sz="1400" kern="1200" dirty="0"/>
            <a:t> </a:t>
          </a:r>
          <a:r>
            <a:rPr lang="en-US" sz="1400" kern="1200" dirty="0" err="1"/>
            <a:t>overstige</a:t>
          </a:r>
          <a:r>
            <a:rPr lang="en-US" sz="1400" kern="1200" dirty="0"/>
            <a:t> </a:t>
          </a:r>
          <a:r>
            <a:rPr lang="en-US" sz="1400" kern="1200" dirty="0" err="1"/>
            <a:t>kostnadene</a:t>
          </a:r>
          <a:r>
            <a:rPr lang="en-US" sz="1400" kern="1200" dirty="0"/>
            <a:t> </a:t>
          </a:r>
          <a:r>
            <a:rPr lang="en-US" sz="1400" kern="1200" dirty="0" err="1"/>
            <a:t>før</a:t>
          </a:r>
          <a:r>
            <a:rPr lang="en-US" sz="1400" kern="1200" dirty="0"/>
            <a:t> </a:t>
          </a:r>
          <a:r>
            <a:rPr lang="en-US" sz="1400" kern="1200" dirty="0" err="1"/>
            <a:t>føderale</a:t>
          </a:r>
          <a:r>
            <a:rPr lang="en-US" sz="1400" kern="1200" dirty="0"/>
            <a:t> </a:t>
          </a:r>
          <a:r>
            <a:rPr lang="en-US" sz="1400" kern="1200" dirty="0" err="1"/>
            <a:t>prosjekter</a:t>
          </a:r>
          <a:r>
            <a:rPr lang="en-US" sz="1400" kern="1200" dirty="0"/>
            <a:t> </a:t>
          </a:r>
          <a:r>
            <a:rPr lang="en-US" sz="1400" kern="1200" dirty="0" err="1"/>
            <a:t>ble</a:t>
          </a:r>
          <a:r>
            <a:rPr lang="en-US" sz="1400" kern="1200" dirty="0"/>
            <a:t> </a:t>
          </a:r>
          <a:r>
            <a:rPr lang="en-US" sz="1400" kern="1200" dirty="0" err="1"/>
            <a:t>godkjent</a:t>
          </a:r>
          <a:r>
            <a:rPr lang="en-US" sz="1400" kern="1200" dirty="0"/>
            <a:t>. </a:t>
          </a:r>
          <a:r>
            <a:rPr lang="en-US" sz="1400" kern="1200" dirty="0" err="1"/>
            <a:t>Første</a:t>
          </a:r>
          <a:r>
            <a:rPr lang="en-US" sz="1400" kern="1200" dirty="0"/>
            <a:t> </a:t>
          </a:r>
          <a:r>
            <a:rPr lang="en-US" sz="1400" kern="1200" dirty="0" err="1"/>
            <a:t>systematiske</a:t>
          </a:r>
          <a:r>
            <a:rPr lang="en-US" sz="1400" kern="1200" dirty="0"/>
            <a:t> bruk av NKA i </a:t>
          </a:r>
          <a:r>
            <a:rPr lang="en-US" sz="1400" kern="1200" dirty="0" err="1"/>
            <a:t>offentlig</a:t>
          </a:r>
          <a:r>
            <a:rPr lang="en-US" sz="1400" kern="1200" dirty="0"/>
            <a:t> </a:t>
          </a:r>
          <a:r>
            <a:rPr lang="en-US" sz="1400" kern="1200" dirty="0" err="1"/>
            <a:t>beslutningstaking</a:t>
          </a:r>
          <a:endParaRPr lang="en-US" sz="1400" kern="1200" dirty="0"/>
        </a:p>
      </dsp:txBody>
      <dsp:txXfrm>
        <a:off x="6982103" y="2096402"/>
        <a:ext cx="3631825" cy="1241070"/>
      </dsp:txXfrm>
    </dsp:sp>
    <dsp:sp modelId="{CC161504-8091-41FA-B186-7EFB7D0EFB4B}">
      <dsp:nvSpPr>
        <dsp:cNvPr id="0" name=""/>
        <dsp:cNvSpPr/>
      </dsp:nvSpPr>
      <dsp:spPr>
        <a:xfrm>
          <a:off x="6982103" y="3337472"/>
          <a:ext cx="3631825" cy="4360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120650" bIns="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900" kern="1200"/>
            <a:t>1936</a:t>
          </a:r>
        </a:p>
      </dsp:txBody>
      <dsp:txXfrm>
        <a:off x="6982103" y="3337472"/>
        <a:ext cx="3631825" cy="436051"/>
      </dsp:txXfrm>
    </dsp:sp>
    <dsp:sp modelId="{4240BE8E-0AB4-4B7F-BDA9-328E211B7CCB}">
      <dsp:nvSpPr>
        <dsp:cNvPr id="0" name=""/>
        <dsp:cNvSpPr/>
      </dsp:nvSpPr>
      <dsp:spPr>
        <a:xfrm>
          <a:off x="6764078" y="2096402"/>
          <a:ext cx="0" cy="1241070"/>
        </a:xfrm>
        <a:prstGeom prst="line">
          <a:avLst/>
        </a:prstGeom>
        <a:noFill/>
        <a:ln w="12700" cap="flat" cmpd="sng" algn="ctr">
          <a:solidFill>
            <a:schemeClr val="accent2">
              <a:hueOff val="6443614"/>
              <a:satOff val="-18493"/>
              <a:lumOff val="-29609"/>
              <a:alphaOff val="0"/>
            </a:schemeClr>
          </a:solidFill>
          <a:prstDash val="dash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0EE0531-12E8-421C-9615-B04596036242}">
      <dsp:nvSpPr>
        <dsp:cNvPr id="0" name=""/>
        <dsp:cNvSpPr/>
      </dsp:nvSpPr>
      <dsp:spPr>
        <a:xfrm>
          <a:off x="6724053" y="2057157"/>
          <a:ext cx="78489" cy="78489"/>
        </a:xfrm>
        <a:prstGeom prst="ellipse">
          <a:avLst/>
        </a:prstGeom>
        <a:solidFill>
          <a:schemeClr val="accent2">
            <a:hueOff val="6443614"/>
            <a:satOff val="-18493"/>
            <a:lumOff val="-29609"/>
            <a:alphaOff val="0"/>
          </a:schemeClr>
        </a:solidFill>
        <a:ln w="63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8038AF8-9D42-4568-84FE-3FA109438319}">
      <dsp:nvSpPr>
        <dsp:cNvPr id="0" name=""/>
        <dsp:cNvSpPr/>
      </dsp:nvSpPr>
      <dsp:spPr>
        <a:xfrm>
          <a:off x="0" y="10297"/>
          <a:ext cx="10515600" cy="1433981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7160" tIns="137160" rIns="137160" bIns="137160" numCol="1" spcCol="1270" anchor="ctr" anchorCtr="0">
          <a:noAutofit/>
        </a:bodyPr>
        <a:lstStyle/>
        <a:p>
          <a:pPr marL="0" lvl="0" indent="0" algn="l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600" kern="1200" dirty="0" err="1">
              <a:solidFill>
                <a:schemeClr val="bg1"/>
              </a:solidFill>
              <a:hlinkClick xmlns:r="http://schemas.openxmlformats.org/officeDocument/2006/relationships" r:id="rId1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rPr>
            <a:t>Hver</a:t>
          </a:r>
          <a:r>
            <a:rPr lang="en-US" sz="3600" kern="1200" dirty="0">
              <a:solidFill>
                <a:schemeClr val="bg1"/>
              </a:solidFill>
              <a:hlinkClick xmlns:r="http://schemas.openxmlformats.org/officeDocument/2006/relationships" r:id="rId1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rPr>
            <a:t> </a:t>
          </a:r>
          <a:r>
            <a:rPr lang="en-US" sz="3600" kern="1200" dirty="0" err="1">
              <a:solidFill>
                <a:schemeClr val="bg1"/>
              </a:solidFill>
              <a:hlinkClick xmlns:r="http://schemas.openxmlformats.org/officeDocument/2006/relationships" r:id="rId1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rPr>
            <a:t>gruppe</a:t>
          </a:r>
          <a:r>
            <a:rPr lang="en-US" sz="3600" kern="1200" dirty="0">
              <a:solidFill>
                <a:schemeClr val="bg1"/>
              </a:solidFill>
              <a:hlinkClick xmlns:r="http://schemas.openxmlformats.org/officeDocument/2006/relationships" r:id="rId1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rPr>
            <a:t> </a:t>
          </a:r>
          <a:r>
            <a:rPr lang="en-US" sz="3600" kern="1200" dirty="0" err="1">
              <a:solidFill>
                <a:schemeClr val="bg1"/>
              </a:solidFill>
              <a:hlinkClick xmlns:r="http://schemas.openxmlformats.org/officeDocument/2006/relationships" r:id="rId1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rPr>
            <a:t>får</a:t>
          </a:r>
          <a:r>
            <a:rPr lang="en-US" sz="3600" kern="1200" dirty="0">
              <a:solidFill>
                <a:schemeClr val="bg1"/>
              </a:solidFill>
              <a:hlinkClick xmlns:r="http://schemas.openxmlformats.org/officeDocument/2006/relationships" r:id="rId1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rPr>
            <a:t> </a:t>
          </a:r>
          <a:r>
            <a:rPr lang="en-US" sz="3600" kern="1200" dirty="0" err="1">
              <a:solidFill>
                <a:schemeClr val="bg1"/>
              </a:solidFill>
              <a:hlinkClick xmlns:r="http://schemas.openxmlformats.org/officeDocument/2006/relationships" r:id="rId1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rPr>
            <a:t>ansvar</a:t>
          </a:r>
          <a:r>
            <a:rPr lang="en-US" sz="3600" kern="1200" dirty="0">
              <a:solidFill>
                <a:schemeClr val="bg1"/>
              </a:solidFill>
              <a:hlinkClick xmlns:r="http://schemas.openxmlformats.org/officeDocument/2006/relationships" r:id="rId1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rPr>
            <a:t> for </a:t>
          </a:r>
          <a:r>
            <a:rPr lang="en-US" sz="3600" kern="1200" dirty="0" err="1">
              <a:solidFill>
                <a:schemeClr val="bg1"/>
              </a:solidFill>
              <a:hlinkClick xmlns:r="http://schemas.openxmlformats.org/officeDocument/2006/relationships" r:id="rId1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rPr>
            <a:t>én</a:t>
          </a:r>
          <a:r>
            <a:rPr lang="en-US" sz="3600" kern="1200" dirty="0">
              <a:solidFill>
                <a:schemeClr val="bg1"/>
              </a:solidFill>
              <a:hlinkClick xmlns:r="http://schemas.openxmlformats.org/officeDocument/2006/relationships" r:id="rId1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rPr>
            <a:t> rapport.</a:t>
          </a:r>
          <a:endParaRPr lang="en-US" sz="3600" kern="1200" dirty="0">
            <a:solidFill>
              <a:schemeClr val="bg1"/>
            </a:solidFill>
          </a:endParaRPr>
        </a:p>
      </dsp:txBody>
      <dsp:txXfrm>
        <a:off x="70001" y="80298"/>
        <a:ext cx="10375598" cy="1293979"/>
      </dsp:txXfrm>
    </dsp:sp>
    <dsp:sp modelId="{EBF8A018-8B07-4657-9978-B1105A7EA0CE}">
      <dsp:nvSpPr>
        <dsp:cNvPr id="0" name=""/>
        <dsp:cNvSpPr/>
      </dsp:nvSpPr>
      <dsp:spPr>
        <a:xfrm>
          <a:off x="0" y="1458678"/>
          <a:ext cx="10515600" cy="1433981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7160" tIns="137160" rIns="137160" bIns="137160" numCol="1" spcCol="1270" anchor="ctr" anchorCtr="0">
          <a:noAutofit/>
        </a:bodyPr>
        <a:lstStyle/>
        <a:p>
          <a:pPr marL="0" lvl="0" indent="0" algn="l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3600" kern="1200"/>
            <a:t>Les rapporten dere har fått ansvar for</a:t>
          </a:r>
          <a:endParaRPr lang="en-US" sz="3600" kern="1200" dirty="0"/>
        </a:p>
      </dsp:txBody>
      <dsp:txXfrm>
        <a:off x="70001" y="1528679"/>
        <a:ext cx="10375598" cy="1293979"/>
      </dsp:txXfrm>
    </dsp:sp>
    <dsp:sp modelId="{BD3E2B84-0D0A-4DC8-BB8A-18FEEB66BE91}">
      <dsp:nvSpPr>
        <dsp:cNvPr id="0" name=""/>
        <dsp:cNvSpPr/>
      </dsp:nvSpPr>
      <dsp:spPr>
        <a:xfrm>
          <a:off x="0" y="2907059"/>
          <a:ext cx="10515600" cy="1433981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7160" tIns="137160" rIns="137160" bIns="137160" numCol="1" spcCol="1270" anchor="ctr" anchorCtr="0">
          <a:noAutofit/>
        </a:bodyPr>
        <a:lstStyle/>
        <a:p>
          <a:pPr marL="0" lvl="0" indent="0" algn="l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3600" kern="1200"/>
            <a:t>Vurder spesielt hvilke virkniger rapporten beskriver at tiltaket har</a:t>
          </a:r>
          <a:endParaRPr lang="en-US" sz="3600" kern="1200"/>
        </a:p>
      </dsp:txBody>
      <dsp:txXfrm>
        <a:off x="70001" y="2977060"/>
        <a:ext cx="10375598" cy="1293979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E086524-2CF7-4414-821C-B39017E88F43}">
      <dsp:nvSpPr>
        <dsp:cNvPr id="0" name=""/>
        <dsp:cNvSpPr/>
      </dsp:nvSpPr>
      <dsp:spPr>
        <a:xfrm>
          <a:off x="0" y="324859"/>
          <a:ext cx="6666833" cy="4284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3459AF2-7BF1-4DB6-A3D5-41211DBCECAD}">
      <dsp:nvSpPr>
        <dsp:cNvPr id="0" name=""/>
        <dsp:cNvSpPr/>
      </dsp:nvSpPr>
      <dsp:spPr>
        <a:xfrm>
          <a:off x="333341" y="73939"/>
          <a:ext cx="4666783" cy="501840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700" kern="1200"/>
            <a:t>Investeringskostnad</a:t>
          </a:r>
          <a:endParaRPr lang="en-US" sz="1700" kern="1200"/>
        </a:p>
      </dsp:txBody>
      <dsp:txXfrm>
        <a:off x="357839" y="98437"/>
        <a:ext cx="4617787" cy="452844"/>
      </dsp:txXfrm>
    </dsp:sp>
    <dsp:sp modelId="{4A3AD054-6AAE-4EAC-8586-9E0BFDAC3B2A}">
      <dsp:nvSpPr>
        <dsp:cNvPr id="0" name=""/>
        <dsp:cNvSpPr/>
      </dsp:nvSpPr>
      <dsp:spPr>
        <a:xfrm>
          <a:off x="0" y="1095979"/>
          <a:ext cx="6666833" cy="4284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1073936"/>
              <a:satOff val="-3082"/>
              <a:lumOff val="-4935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820683D-AC13-406D-960B-12610E84A5F7}">
      <dsp:nvSpPr>
        <dsp:cNvPr id="0" name=""/>
        <dsp:cNvSpPr/>
      </dsp:nvSpPr>
      <dsp:spPr>
        <a:xfrm>
          <a:off x="333341" y="845059"/>
          <a:ext cx="4666783" cy="501840"/>
        </a:xfrm>
        <a:prstGeom prst="roundRect">
          <a:avLst/>
        </a:prstGeom>
        <a:gradFill rotWithShape="0">
          <a:gsLst>
            <a:gs pos="0">
              <a:schemeClr val="accent2">
                <a:hueOff val="1073936"/>
                <a:satOff val="-3082"/>
                <a:lumOff val="-4935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1073936"/>
                <a:satOff val="-3082"/>
                <a:lumOff val="-4935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1073936"/>
                <a:satOff val="-3082"/>
                <a:lumOff val="-4935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700" kern="1200"/>
            <a:t>Driftskostnad</a:t>
          </a:r>
          <a:endParaRPr lang="en-US" sz="1700" kern="1200"/>
        </a:p>
      </dsp:txBody>
      <dsp:txXfrm>
        <a:off x="357839" y="869557"/>
        <a:ext cx="4617787" cy="452844"/>
      </dsp:txXfrm>
    </dsp:sp>
    <dsp:sp modelId="{30D02358-169D-4E02-A132-5269E575B588}">
      <dsp:nvSpPr>
        <dsp:cNvPr id="0" name=""/>
        <dsp:cNvSpPr/>
      </dsp:nvSpPr>
      <dsp:spPr>
        <a:xfrm>
          <a:off x="0" y="1867099"/>
          <a:ext cx="6666833" cy="4284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2147871"/>
              <a:satOff val="-6164"/>
              <a:lumOff val="-987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005E0DC-4D6B-4EAD-924D-9D77E28CDC9C}">
      <dsp:nvSpPr>
        <dsp:cNvPr id="0" name=""/>
        <dsp:cNvSpPr/>
      </dsp:nvSpPr>
      <dsp:spPr>
        <a:xfrm>
          <a:off x="333341" y="1616179"/>
          <a:ext cx="4666783" cy="501840"/>
        </a:xfrm>
        <a:prstGeom prst="roundRect">
          <a:avLst/>
        </a:prstGeom>
        <a:gradFill rotWithShape="0">
          <a:gsLst>
            <a:gs pos="0">
              <a:schemeClr val="accent2">
                <a:hueOff val="2147871"/>
                <a:satOff val="-6164"/>
                <a:lumOff val="-987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2147871"/>
                <a:satOff val="-6164"/>
                <a:lumOff val="-987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2147871"/>
                <a:satOff val="-6164"/>
                <a:lumOff val="-987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700" kern="1200"/>
            <a:t>Byggetid</a:t>
          </a:r>
          <a:endParaRPr lang="en-US" sz="1700" kern="1200"/>
        </a:p>
      </dsp:txBody>
      <dsp:txXfrm>
        <a:off x="357839" y="1640677"/>
        <a:ext cx="4617787" cy="452844"/>
      </dsp:txXfrm>
    </dsp:sp>
    <dsp:sp modelId="{C2808CF5-9095-4AC6-A6A8-383482DA1011}">
      <dsp:nvSpPr>
        <dsp:cNvPr id="0" name=""/>
        <dsp:cNvSpPr/>
      </dsp:nvSpPr>
      <dsp:spPr>
        <a:xfrm>
          <a:off x="0" y="2638219"/>
          <a:ext cx="6666833" cy="4284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3221807"/>
              <a:satOff val="-9246"/>
              <a:lumOff val="-14805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BB25D2E-9B92-4BC1-AC4E-10AFA81E02C6}">
      <dsp:nvSpPr>
        <dsp:cNvPr id="0" name=""/>
        <dsp:cNvSpPr/>
      </dsp:nvSpPr>
      <dsp:spPr>
        <a:xfrm>
          <a:off x="333341" y="2387299"/>
          <a:ext cx="4666783" cy="501840"/>
        </a:xfrm>
        <a:prstGeom prst="roundRect">
          <a:avLst/>
        </a:prstGeom>
        <a:gradFill rotWithShape="0">
          <a:gsLst>
            <a:gs pos="0">
              <a:schemeClr val="accent2">
                <a:hueOff val="3221807"/>
                <a:satOff val="-9246"/>
                <a:lumOff val="-14805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3221807"/>
                <a:satOff val="-9246"/>
                <a:lumOff val="-14805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3221807"/>
                <a:satOff val="-9246"/>
                <a:lumOff val="-14805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700" kern="1200"/>
            <a:t>Produksjon</a:t>
          </a:r>
          <a:endParaRPr lang="en-US" sz="1700" kern="1200"/>
        </a:p>
      </dsp:txBody>
      <dsp:txXfrm>
        <a:off x="357839" y="2411797"/>
        <a:ext cx="4617787" cy="452844"/>
      </dsp:txXfrm>
    </dsp:sp>
    <dsp:sp modelId="{400ACAB9-8D7C-4E13-B920-C38341883D8E}">
      <dsp:nvSpPr>
        <dsp:cNvPr id="0" name=""/>
        <dsp:cNvSpPr/>
      </dsp:nvSpPr>
      <dsp:spPr>
        <a:xfrm>
          <a:off x="0" y="3409340"/>
          <a:ext cx="6666833" cy="4284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4295743"/>
              <a:satOff val="-12329"/>
              <a:lumOff val="-19739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1C4D3F3-5617-4D07-BFD8-2E337A8C5EA2}">
      <dsp:nvSpPr>
        <dsp:cNvPr id="0" name=""/>
        <dsp:cNvSpPr/>
      </dsp:nvSpPr>
      <dsp:spPr>
        <a:xfrm>
          <a:off x="333341" y="3158420"/>
          <a:ext cx="4666783" cy="501840"/>
        </a:xfrm>
        <a:prstGeom prst="roundRect">
          <a:avLst/>
        </a:prstGeom>
        <a:gradFill rotWithShape="0">
          <a:gsLst>
            <a:gs pos="0">
              <a:schemeClr val="accent2">
                <a:hueOff val="4295743"/>
                <a:satOff val="-12329"/>
                <a:lumOff val="-19739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4295743"/>
                <a:satOff val="-12329"/>
                <a:lumOff val="-19739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4295743"/>
                <a:satOff val="-12329"/>
                <a:lumOff val="-19739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700" kern="1200"/>
            <a:t>Levetid</a:t>
          </a:r>
          <a:endParaRPr lang="en-US" sz="1700" kern="1200"/>
        </a:p>
      </dsp:txBody>
      <dsp:txXfrm>
        <a:off x="357839" y="3182918"/>
        <a:ext cx="4617787" cy="452844"/>
      </dsp:txXfrm>
    </dsp:sp>
    <dsp:sp modelId="{4E7DED4B-1203-450A-86A1-9800B44CCCDB}">
      <dsp:nvSpPr>
        <dsp:cNvPr id="0" name=""/>
        <dsp:cNvSpPr/>
      </dsp:nvSpPr>
      <dsp:spPr>
        <a:xfrm>
          <a:off x="0" y="4180460"/>
          <a:ext cx="6666833" cy="4284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5369678"/>
              <a:satOff val="-15411"/>
              <a:lumOff val="-24674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F96632C-3030-4A2B-A857-5264DA7F5978}">
      <dsp:nvSpPr>
        <dsp:cNvPr id="0" name=""/>
        <dsp:cNvSpPr/>
      </dsp:nvSpPr>
      <dsp:spPr>
        <a:xfrm>
          <a:off x="333341" y="3929540"/>
          <a:ext cx="4666783" cy="501840"/>
        </a:xfrm>
        <a:prstGeom prst="roundRect">
          <a:avLst/>
        </a:prstGeom>
        <a:gradFill rotWithShape="0">
          <a:gsLst>
            <a:gs pos="0">
              <a:schemeClr val="accent2">
                <a:hueOff val="5369678"/>
                <a:satOff val="-15411"/>
                <a:lumOff val="-24674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5369678"/>
                <a:satOff val="-15411"/>
                <a:lumOff val="-24674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5369678"/>
                <a:satOff val="-15411"/>
                <a:lumOff val="-24674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700" kern="1200"/>
            <a:t>Fremtidig kraftpris</a:t>
          </a:r>
          <a:endParaRPr lang="en-US" sz="1700" kern="1200"/>
        </a:p>
      </dsp:txBody>
      <dsp:txXfrm>
        <a:off x="357839" y="3954038"/>
        <a:ext cx="4617787" cy="452844"/>
      </dsp:txXfrm>
    </dsp:sp>
    <dsp:sp modelId="{CC323D43-583F-4E0F-9C1F-9C82E4E660B8}">
      <dsp:nvSpPr>
        <dsp:cNvPr id="0" name=""/>
        <dsp:cNvSpPr/>
      </dsp:nvSpPr>
      <dsp:spPr>
        <a:xfrm>
          <a:off x="0" y="4951580"/>
          <a:ext cx="6666833" cy="4284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6443614"/>
              <a:satOff val="-18493"/>
              <a:lumOff val="-29609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BB34ABB-FBE2-4F58-AC07-148947180F18}">
      <dsp:nvSpPr>
        <dsp:cNvPr id="0" name=""/>
        <dsp:cNvSpPr/>
      </dsp:nvSpPr>
      <dsp:spPr>
        <a:xfrm>
          <a:off x="333341" y="4700660"/>
          <a:ext cx="4666783" cy="501840"/>
        </a:xfrm>
        <a:prstGeom prst="roundRect">
          <a:avLst/>
        </a:prstGeom>
        <a:gradFill rotWithShape="0">
          <a:gsLst>
            <a:gs pos="0">
              <a:schemeClr val="accent2">
                <a:hueOff val="6443614"/>
                <a:satOff val="-18493"/>
                <a:lumOff val="-29609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6443614"/>
                <a:satOff val="-18493"/>
                <a:lumOff val="-29609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6443614"/>
                <a:satOff val="-18493"/>
                <a:lumOff val="-29609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700" kern="1200"/>
            <a:t>Infrastruktur</a:t>
          </a:r>
          <a:endParaRPr lang="en-US" sz="1700" kern="1200"/>
        </a:p>
      </dsp:txBody>
      <dsp:txXfrm>
        <a:off x="357839" y="4725158"/>
        <a:ext cx="4617787" cy="452844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6E81612-D7C0-4D8C-9271-7D4E1EC16F42}">
      <dsp:nvSpPr>
        <dsp:cNvPr id="0" name=""/>
        <dsp:cNvSpPr/>
      </dsp:nvSpPr>
      <dsp:spPr>
        <a:xfrm>
          <a:off x="4108" y="888723"/>
          <a:ext cx="2470500" cy="914793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73152" rIns="128016" bIns="73152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800" kern="1200"/>
            <a:t>Hvem sin nytte og hvem sin kostnad teller?</a:t>
          </a:r>
          <a:endParaRPr lang="en-US" sz="1800" kern="1200"/>
        </a:p>
      </dsp:txBody>
      <dsp:txXfrm>
        <a:off x="4108" y="888723"/>
        <a:ext cx="2470500" cy="914793"/>
      </dsp:txXfrm>
    </dsp:sp>
    <dsp:sp modelId="{7E793153-C848-4006-96F8-51E9DCEDF3C5}">
      <dsp:nvSpPr>
        <dsp:cNvPr id="0" name=""/>
        <dsp:cNvSpPr/>
      </dsp:nvSpPr>
      <dsp:spPr>
        <a:xfrm>
          <a:off x="4108" y="1803517"/>
          <a:ext cx="2470500" cy="1500563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012" tIns="96012" rIns="128016" bIns="144018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b-NO" sz="1800" kern="1200"/>
            <a:t>Staten, samfunnet, grupper eller individer?</a:t>
          </a:r>
          <a:endParaRPr lang="en-US" sz="1800" kern="1200"/>
        </a:p>
      </dsp:txBody>
      <dsp:txXfrm>
        <a:off x="4108" y="1803517"/>
        <a:ext cx="2470500" cy="1500563"/>
      </dsp:txXfrm>
    </dsp:sp>
    <dsp:sp modelId="{0C1167DA-AE78-467B-9EF7-5F3C8E9A14E6}">
      <dsp:nvSpPr>
        <dsp:cNvPr id="0" name=""/>
        <dsp:cNvSpPr/>
      </dsp:nvSpPr>
      <dsp:spPr>
        <a:xfrm>
          <a:off x="2820479" y="888723"/>
          <a:ext cx="2470500" cy="914793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73152" rIns="128016" bIns="73152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800" kern="1200"/>
            <a:t>Hva er nullalternativet?</a:t>
          </a:r>
          <a:endParaRPr lang="en-US" sz="1800" kern="1200"/>
        </a:p>
      </dsp:txBody>
      <dsp:txXfrm>
        <a:off x="2820479" y="888723"/>
        <a:ext cx="2470500" cy="914793"/>
      </dsp:txXfrm>
    </dsp:sp>
    <dsp:sp modelId="{9921C017-0921-4DFD-8B2A-4716022F9DC0}">
      <dsp:nvSpPr>
        <dsp:cNvPr id="0" name=""/>
        <dsp:cNvSpPr/>
      </dsp:nvSpPr>
      <dsp:spPr>
        <a:xfrm>
          <a:off x="2820479" y="1803517"/>
          <a:ext cx="2470500" cy="1500563"/>
        </a:xfrm>
        <a:prstGeom prst="rect">
          <a:avLst/>
        </a:prstGeom>
        <a:solidFill>
          <a:schemeClr val="accent3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012" tIns="96012" rIns="128016" bIns="144018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b-NO" sz="1800" kern="1200"/>
            <a:t>Vanligvis situasjonen uten prosjektet</a:t>
          </a:r>
          <a:endParaRPr lang="en-US" sz="1800" kern="120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b-NO" sz="1800" kern="1200"/>
            <a:t>Eller alternativt rimeligere prosjekt</a:t>
          </a:r>
          <a:endParaRPr lang="en-US" sz="1800" kern="1200"/>
        </a:p>
      </dsp:txBody>
      <dsp:txXfrm>
        <a:off x="2820479" y="1803517"/>
        <a:ext cx="2470500" cy="1500563"/>
      </dsp:txXfrm>
    </dsp:sp>
    <dsp:sp modelId="{E329AB6D-D603-4806-9E41-B3077069D0AB}">
      <dsp:nvSpPr>
        <dsp:cNvPr id="0" name=""/>
        <dsp:cNvSpPr/>
      </dsp:nvSpPr>
      <dsp:spPr>
        <a:xfrm>
          <a:off x="5636849" y="888723"/>
          <a:ext cx="2470500" cy="914793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73152" rIns="128016" bIns="73152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800" kern="1200"/>
            <a:t>Hvem påvirkes?</a:t>
          </a:r>
          <a:endParaRPr lang="en-US" sz="1800" kern="1200"/>
        </a:p>
      </dsp:txBody>
      <dsp:txXfrm>
        <a:off x="5636849" y="888723"/>
        <a:ext cx="2470500" cy="914793"/>
      </dsp:txXfrm>
    </dsp:sp>
    <dsp:sp modelId="{C53A64FE-765F-413F-844A-514C5AB16061}">
      <dsp:nvSpPr>
        <dsp:cNvPr id="0" name=""/>
        <dsp:cNvSpPr/>
      </dsp:nvSpPr>
      <dsp:spPr>
        <a:xfrm>
          <a:off x="5636849" y="1803517"/>
          <a:ext cx="2470500" cy="1500563"/>
        </a:xfrm>
        <a:prstGeom prst="rect">
          <a:avLst/>
        </a:prstGeom>
        <a:solidFill>
          <a:schemeClr val="accent4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4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012" tIns="96012" rIns="128016" bIns="144018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b-NO" sz="1800" kern="1200"/>
            <a:t>Transportmarkedet, arbeidsmarkedet, produktmarkedet, eiendomsmarkedet, kapitalmarkedet.</a:t>
          </a:r>
          <a:endParaRPr lang="en-US" sz="1800" kern="1200"/>
        </a:p>
      </dsp:txBody>
      <dsp:txXfrm>
        <a:off x="5636849" y="1803517"/>
        <a:ext cx="2470500" cy="1500563"/>
      </dsp:txXfrm>
    </dsp:sp>
    <dsp:sp modelId="{B65B83E5-C8B5-471F-94D7-0ACE7942A851}">
      <dsp:nvSpPr>
        <dsp:cNvPr id="0" name=""/>
        <dsp:cNvSpPr/>
      </dsp:nvSpPr>
      <dsp:spPr>
        <a:xfrm>
          <a:off x="8453219" y="888723"/>
          <a:ext cx="2470500" cy="914793"/>
        </a:xfrm>
        <a:prstGeom prst="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73152" rIns="128016" bIns="73152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800" kern="1200"/>
            <a:t>Hvordan verdsette?</a:t>
          </a:r>
          <a:endParaRPr lang="en-US" sz="1800" kern="1200"/>
        </a:p>
      </dsp:txBody>
      <dsp:txXfrm>
        <a:off x="8453219" y="888723"/>
        <a:ext cx="2470500" cy="914793"/>
      </dsp:txXfrm>
    </dsp:sp>
    <dsp:sp modelId="{2423A79A-121C-42FA-BC48-F3FE48F0105F}">
      <dsp:nvSpPr>
        <dsp:cNvPr id="0" name=""/>
        <dsp:cNvSpPr/>
      </dsp:nvSpPr>
      <dsp:spPr>
        <a:xfrm>
          <a:off x="8453219" y="1803517"/>
          <a:ext cx="2470500" cy="1500563"/>
        </a:xfrm>
        <a:prstGeom prst="rect">
          <a:avLst/>
        </a:prstGeom>
        <a:solidFill>
          <a:schemeClr val="accent5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5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012" tIns="96012" rIns="128016" bIns="144018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b-NO" sz="1800" kern="1200" dirty="0"/>
            <a:t>Miljø, kulturarv, sikkerhet?</a:t>
          </a:r>
          <a:endParaRPr lang="en-US" sz="1800" kern="1200" dirty="0"/>
        </a:p>
      </dsp:txBody>
      <dsp:txXfrm>
        <a:off x="8453219" y="1803517"/>
        <a:ext cx="2470500" cy="1500563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837A425-A886-4B50-899A-916FB1A57225}">
      <dsp:nvSpPr>
        <dsp:cNvPr id="0" name=""/>
        <dsp:cNvSpPr/>
      </dsp:nvSpPr>
      <dsp:spPr>
        <a:xfrm>
          <a:off x="1769370" y="1080385"/>
          <a:ext cx="375689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75689" y="45720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1947058" y="1124074"/>
        <a:ext cx="20314" cy="4062"/>
      </dsp:txXfrm>
    </dsp:sp>
    <dsp:sp modelId="{9E0B52CA-9B76-4CDB-8B14-1604F3B497E4}">
      <dsp:nvSpPr>
        <dsp:cNvPr id="0" name=""/>
        <dsp:cNvSpPr/>
      </dsp:nvSpPr>
      <dsp:spPr>
        <a:xfrm>
          <a:off x="4692" y="596162"/>
          <a:ext cx="1766478" cy="105988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6559" tIns="90859" rIns="86559" bIns="90859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300" kern="1200"/>
            <a:t>Beskriv problemet og formuler mål</a:t>
          </a:r>
          <a:endParaRPr lang="en-US" sz="1300" kern="1200"/>
        </a:p>
      </dsp:txBody>
      <dsp:txXfrm>
        <a:off x="4692" y="596162"/>
        <a:ext cx="1766478" cy="1059886"/>
      </dsp:txXfrm>
    </dsp:sp>
    <dsp:sp modelId="{DE0E88B8-FBC6-45A1-A378-6EA686B7BC47}">
      <dsp:nvSpPr>
        <dsp:cNvPr id="0" name=""/>
        <dsp:cNvSpPr/>
      </dsp:nvSpPr>
      <dsp:spPr>
        <a:xfrm>
          <a:off x="3942139" y="1080385"/>
          <a:ext cx="375689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75689" y="45720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4119826" y="1124074"/>
        <a:ext cx="20314" cy="4062"/>
      </dsp:txXfrm>
    </dsp:sp>
    <dsp:sp modelId="{75080839-BB31-44FA-9535-744930DF9AD9}">
      <dsp:nvSpPr>
        <dsp:cNvPr id="0" name=""/>
        <dsp:cNvSpPr/>
      </dsp:nvSpPr>
      <dsp:spPr>
        <a:xfrm>
          <a:off x="2177460" y="596162"/>
          <a:ext cx="1766478" cy="105988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6559" tIns="90859" rIns="86559" bIns="90859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300" kern="1200"/>
            <a:t>Identifiser og beskriv relevante tiltak</a:t>
          </a:r>
          <a:endParaRPr lang="en-US" sz="1300" kern="1200"/>
        </a:p>
      </dsp:txBody>
      <dsp:txXfrm>
        <a:off x="2177460" y="596162"/>
        <a:ext cx="1766478" cy="1059886"/>
      </dsp:txXfrm>
    </dsp:sp>
    <dsp:sp modelId="{4FBB1DA1-3636-4C01-802D-A49EC1F7152F}">
      <dsp:nvSpPr>
        <dsp:cNvPr id="0" name=""/>
        <dsp:cNvSpPr/>
      </dsp:nvSpPr>
      <dsp:spPr>
        <a:xfrm>
          <a:off x="887931" y="1654249"/>
          <a:ext cx="4345536" cy="375689"/>
        </a:xfrm>
        <a:custGeom>
          <a:avLst/>
          <a:gdLst/>
          <a:ahLst/>
          <a:cxnLst/>
          <a:rect l="0" t="0" r="0" b="0"/>
          <a:pathLst>
            <a:path>
              <a:moveTo>
                <a:pt x="4345536" y="0"/>
              </a:moveTo>
              <a:lnTo>
                <a:pt x="4345536" y="204944"/>
              </a:lnTo>
              <a:lnTo>
                <a:pt x="0" y="204944"/>
              </a:lnTo>
              <a:lnTo>
                <a:pt x="0" y="375689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951587" y="1840062"/>
        <a:ext cx="218224" cy="4062"/>
      </dsp:txXfrm>
    </dsp:sp>
    <dsp:sp modelId="{80DD68FD-15ED-4205-9BB4-EC99148FBFE9}">
      <dsp:nvSpPr>
        <dsp:cNvPr id="0" name=""/>
        <dsp:cNvSpPr/>
      </dsp:nvSpPr>
      <dsp:spPr>
        <a:xfrm>
          <a:off x="4350229" y="596162"/>
          <a:ext cx="1766478" cy="105988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6559" tIns="90859" rIns="86559" bIns="90859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300" kern="1200"/>
            <a:t>Identifiser og beskrive virkningene</a:t>
          </a:r>
          <a:endParaRPr lang="en-US" sz="1300" kern="1200"/>
        </a:p>
      </dsp:txBody>
      <dsp:txXfrm>
        <a:off x="4350229" y="596162"/>
        <a:ext cx="1766478" cy="1059886"/>
      </dsp:txXfrm>
    </dsp:sp>
    <dsp:sp modelId="{1D05B497-7E6A-4AE5-9CCB-59C06E0DDE82}">
      <dsp:nvSpPr>
        <dsp:cNvPr id="0" name=""/>
        <dsp:cNvSpPr/>
      </dsp:nvSpPr>
      <dsp:spPr>
        <a:xfrm>
          <a:off x="1769370" y="2546562"/>
          <a:ext cx="375689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75689" y="45720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1947058" y="2590251"/>
        <a:ext cx="20314" cy="4062"/>
      </dsp:txXfrm>
    </dsp:sp>
    <dsp:sp modelId="{5FA9A97C-228A-41B2-BC0C-E66BDE582773}">
      <dsp:nvSpPr>
        <dsp:cNvPr id="0" name=""/>
        <dsp:cNvSpPr/>
      </dsp:nvSpPr>
      <dsp:spPr>
        <a:xfrm>
          <a:off x="4692" y="2062339"/>
          <a:ext cx="1766478" cy="105988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6559" tIns="90859" rIns="86559" bIns="90859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300" kern="1200"/>
            <a:t>Tallfest, verdsett og vurder virkninger</a:t>
          </a:r>
          <a:endParaRPr lang="en-US" sz="1300" kern="1200"/>
        </a:p>
      </dsp:txBody>
      <dsp:txXfrm>
        <a:off x="4692" y="2062339"/>
        <a:ext cx="1766478" cy="1059886"/>
      </dsp:txXfrm>
    </dsp:sp>
    <dsp:sp modelId="{F1E79F0E-8606-4E29-8D77-BD1EB668E780}">
      <dsp:nvSpPr>
        <dsp:cNvPr id="0" name=""/>
        <dsp:cNvSpPr/>
      </dsp:nvSpPr>
      <dsp:spPr>
        <a:xfrm>
          <a:off x="3942139" y="2546562"/>
          <a:ext cx="375689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75689" y="45720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4119826" y="2590251"/>
        <a:ext cx="20314" cy="4062"/>
      </dsp:txXfrm>
    </dsp:sp>
    <dsp:sp modelId="{CC1BFD96-7A0C-4611-AB4F-3F0EEA227289}">
      <dsp:nvSpPr>
        <dsp:cNvPr id="0" name=""/>
        <dsp:cNvSpPr/>
      </dsp:nvSpPr>
      <dsp:spPr>
        <a:xfrm>
          <a:off x="2177460" y="2062339"/>
          <a:ext cx="1766478" cy="105988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6559" tIns="90859" rIns="86559" bIns="90859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300" kern="1200"/>
            <a:t>Vurder samfunnsøkonomisk lønnsomhet</a:t>
          </a:r>
          <a:endParaRPr lang="en-US" sz="1300" kern="1200"/>
        </a:p>
      </dsp:txBody>
      <dsp:txXfrm>
        <a:off x="2177460" y="2062339"/>
        <a:ext cx="1766478" cy="1059886"/>
      </dsp:txXfrm>
    </dsp:sp>
    <dsp:sp modelId="{DA15F601-0A97-4D3C-9F3C-4AAD11730861}">
      <dsp:nvSpPr>
        <dsp:cNvPr id="0" name=""/>
        <dsp:cNvSpPr/>
      </dsp:nvSpPr>
      <dsp:spPr>
        <a:xfrm>
          <a:off x="887931" y="3120425"/>
          <a:ext cx="4345536" cy="375689"/>
        </a:xfrm>
        <a:custGeom>
          <a:avLst/>
          <a:gdLst/>
          <a:ahLst/>
          <a:cxnLst/>
          <a:rect l="0" t="0" r="0" b="0"/>
          <a:pathLst>
            <a:path>
              <a:moveTo>
                <a:pt x="4345536" y="0"/>
              </a:moveTo>
              <a:lnTo>
                <a:pt x="4345536" y="204944"/>
              </a:lnTo>
              <a:lnTo>
                <a:pt x="0" y="204944"/>
              </a:lnTo>
              <a:lnTo>
                <a:pt x="0" y="375689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951587" y="3306239"/>
        <a:ext cx="218224" cy="4062"/>
      </dsp:txXfrm>
    </dsp:sp>
    <dsp:sp modelId="{41A0B17B-C769-4BAB-A167-36D6F94CFFD2}">
      <dsp:nvSpPr>
        <dsp:cNvPr id="0" name=""/>
        <dsp:cNvSpPr/>
      </dsp:nvSpPr>
      <dsp:spPr>
        <a:xfrm>
          <a:off x="4350229" y="2062339"/>
          <a:ext cx="1766478" cy="105988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6559" tIns="90859" rIns="86559" bIns="90859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300" kern="1200" dirty="0"/>
            <a:t>Gjennomfør usikkerhetsanalyse</a:t>
          </a:r>
          <a:endParaRPr lang="en-US" sz="1300" kern="1200" dirty="0"/>
        </a:p>
      </dsp:txBody>
      <dsp:txXfrm>
        <a:off x="4350229" y="2062339"/>
        <a:ext cx="1766478" cy="1059886"/>
      </dsp:txXfrm>
    </dsp:sp>
    <dsp:sp modelId="{B1E80D7D-F440-4CBB-90DA-E98F190C6278}">
      <dsp:nvSpPr>
        <dsp:cNvPr id="0" name=""/>
        <dsp:cNvSpPr/>
      </dsp:nvSpPr>
      <dsp:spPr>
        <a:xfrm>
          <a:off x="1769370" y="4012739"/>
          <a:ext cx="375689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75689" y="45720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nb-NO" sz="500" kern="1200"/>
        </a:p>
      </dsp:txBody>
      <dsp:txXfrm>
        <a:off x="1947058" y="4056427"/>
        <a:ext cx="20314" cy="4062"/>
      </dsp:txXfrm>
    </dsp:sp>
    <dsp:sp modelId="{AD81D40C-4431-4B7C-82E0-B470EF267E1C}">
      <dsp:nvSpPr>
        <dsp:cNvPr id="0" name=""/>
        <dsp:cNvSpPr/>
      </dsp:nvSpPr>
      <dsp:spPr>
        <a:xfrm>
          <a:off x="4692" y="3528515"/>
          <a:ext cx="1766478" cy="105988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6559" tIns="90859" rIns="86559" bIns="90859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300" kern="1200"/>
            <a:t>Beskrive fordelingsvirkninger</a:t>
          </a:r>
          <a:endParaRPr lang="en-US" sz="1300" kern="1200" dirty="0"/>
        </a:p>
      </dsp:txBody>
      <dsp:txXfrm>
        <a:off x="4692" y="3528515"/>
        <a:ext cx="1766478" cy="1059886"/>
      </dsp:txXfrm>
    </dsp:sp>
    <dsp:sp modelId="{07CE1609-A283-49EF-B720-177B3B69FAA9}">
      <dsp:nvSpPr>
        <dsp:cNvPr id="0" name=""/>
        <dsp:cNvSpPr/>
      </dsp:nvSpPr>
      <dsp:spPr>
        <a:xfrm>
          <a:off x="2177460" y="3528515"/>
          <a:ext cx="1766478" cy="105988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6559" tIns="90859" rIns="86559" bIns="90859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300" kern="1200"/>
            <a:t>Gi en samlet vurdering og anbefal tiltak</a:t>
          </a:r>
          <a:endParaRPr lang="nb-NO" sz="1300" kern="1200" dirty="0"/>
        </a:p>
      </dsp:txBody>
      <dsp:txXfrm>
        <a:off x="2177460" y="3528515"/>
        <a:ext cx="1766478" cy="1059886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1C7DAC3-2C7B-4E4C-B5D9-26C969A9F9F9}">
      <dsp:nvSpPr>
        <dsp:cNvPr id="0" name=""/>
        <dsp:cNvSpPr/>
      </dsp:nvSpPr>
      <dsp:spPr>
        <a:xfrm>
          <a:off x="1680792" y="1402887"/>
          <a:ext cx="354719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54719" y="45720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1848518" y="1446678"/>
        <a:ext cx="19265" cy="3856"/>
      </dsp:txXfrm>
    </dsp:sp>
    <dsp:sp modelId="{EFEB7A23-6390-490A-B863-2305A1CEFDD6}">
      <dsp:nvSpPr>
        <dsp:cNvPr id="0" name=""/>
        <dsp:cNvSpPr/>
      </dsp:nvSpPr>
      <dsp:spPr>
        <a:xfrm>
          <a:off x="7287" y="946015"/>
          <a:ext cx="1675304" cy="100518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091" tIns="86169" rIns="82091" bIns="86169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200" kern="1200"/>
            <a:t>Ta hensyn til økonomisk kvantifiserbare effekter (prissatte virkninger)</a:t>
          </a:r>
          <a:endParaRPr lang="en-US" sz="1200" kern="1200"/>
        </a:p>
      </dsp:txBody>
      <dsp:txXfrm>
        <a:off x="7287" y="946015"/>
        <a:ext cx="1675304" cy="1005182"/>
      </dsp:txXfrm>
    </dsp:sp>
    <dsp:sp modelId="{F4ABC8AF-429C-4948-8552-58E847BD239F}">
      <dsp:nvSpPr>
        <dsp:cNvPr id="0" name=""/>
        <dsp:cNvSpPr/>
      </dsp:nvSpPr>
      <dsp:spPr>
        <a:xfrm>
          <a:off x="3741416" y="1402887"/>
          <a:ext cx="354719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54719" y="45720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909143" y="1446678"/>
        <a:ext cx="19265" cy="3856"/>
      </dsp:txXfrm>
    </dsp:sp>
    <dsp:sp modelId="{0EFA8304-6901-4AD0-AA92-A0830B077463}">
      <dsp:nvSpPr>
        <dsp:cNvPr id="0" name=""/>
        <dsp:cNvSpPr/>
      </dsp:nvSpPr>
      <dsp:spPr>
        <a:xfrm>
          <a:off x="2067911" y="946015"/>
          <a:ext cx="1675304" cy="100518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091" tIns="86169" rIns="82091" bIns="86169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200" kern="1200"/>
            <a:t>Ta hensyn til ikke-kvantifiserbare effekter (ikke-prissatte virkninger)</a:t>
          </a:r>
          <a:endParaRPr lang="en-US" sz="1200" kern="1200"/>
        </a:p>
      </dsp:txBody>
      <dsp:txXfrm>
        <a:off x="2067911" y="946015"/>
        <a:ext cx="1675304" cy="1005182"/>
      </dsp:txXfrm>
    </dsp:sp>
    <dsp:sp modelId="{01F00E24-697B-4E9A-BD72-1D50EEBF5FA8}">
      <dsp:nvSpPr>
        <dsp:cNvPr id="0" name=""/>
        <dsp:cNvSpPr/>
      </dsp:nvSpPr>
      <dsp:spPr>
        <a:xfrm>
          <a:off x="844939" y="1949398"/>
          <a:ext cx="4121248" cy="354719"/>
        </a:xfrm>
        <a:custGeom>
          <a:avLst/>
          <a:gdLst/>
          <a:ahLst/>
          <a:cxnLst/>
          <a:rect l="0" t="0" r="0" b="0"/>
          <a:pathLst>
            <a:path>
              <a:moveTo>
                <a:pt x="4121248" y="0"/>
              </a:moveTo>
              <a:lnTo>
                <a:pt x="4121248" y="194459"/>
              </a:lnTo>
              <a:lnTo>
                <a:pt x="0" y="194459"/>
              </a:lnTo>
              <a:lnTo>
                <a:pt x="0" y="354719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802083" y="2124829"/>
        <a:ext cx="206961" cy="3856"/>
      </dsp:txXfrm>
    </dsp:sp>
    <dsp:sp modelId="{43EF0677-D78E-4B22-A17C-DD0E99AE4675}">
      <dsp:nvSpPr>
        <dsp:cNvPr id="0" name=""/>
        <dsp:cNvSpPr/>
      </dsp:nvSpPr>
      <dsp:spPr>
        <a:xfrm>
          <a:off x="4128535" y="946015"/>
          <a:ext cx="1675304" cy="100518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091" tIns="86169" rIns="82091" bIns="86169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200" kern="1200"/>
            <a:t>I så stor grad som mulig/hensiktsmessig ta med all relevant nytte og alle relevante kostnader</a:t>
          </a:r>
          <a:endParaRPr lang="en-US" sz="1200" kern="1200"/>
        </a:p>
      </dsp:txBody>
      <dsp:txXfrm>
        <a:off x="4128535" y="946015"/>
        <a:ext cx="1675304" cy="1005182"/>
      </dsp:txXfrm>
    </dsp:sp>
    <dsp:sp modelId="{037EB616-F9A2-4367-948F-2C098EB399AA}">
      <dsp:nvSpPr>
        <dsp:cNvPr id="0" name=""/>
        <dsp:cNvSpPr/>
      </dsp:nvSpPr>
      <dsp:spPr>
        <a:xfrm>
          <a:off x="1680792" y="2793389"/>
          <a:ext cx="354719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54719" y="45720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1848518" y="2837181"/>
        <a:ext cx="19265" cy="3856"/>
      </dsp:txXfrm>
    </dsp:sp>
    <dsp:sp modelId="{AF8408D9-8C39-4865-91E8-DD79E15A40C3}">
      <dsp:nvSpPr>
        <dsp:cNvPr id="0" name=""/>
        <dsp:cNvSpPr/>
      </dsp:nvSpPr>
      <dsp:spPr>
        <a:xfrm>
          <a:off x="7287" y="2336518"/>
          <a:ext cx="1675304" cy="100518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091" tIns="86169" rIns="82091" bIns="86169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200" kern="1200"/>
            <a:t>Unngå dobbelttellinger</a:t>
          </a:r>
          <a:endParaRPr lang="en-US" sz="1200" kern="1200"/>
        </a:p>
      </dsp:txBody>
      <dsp:txXfrm>
        <a:off x="7287" y="2336518"/>
        <a:ext cx="1675304" cy="1005182"/>
      </dsp:txXfrm>
    </dsp:sp>
    <dsp:sp modelId="{6B690980-CE00-4706-A3DA-CCFA3C68AB05}">
      <dsp:nvSpPr>
        <dsp:cNvPr id="0" name=""/>
        <dsp:cNvSpPr/>
      </dsp:nvSpPr>
      <dsp:spPr>
        <a:xfrm>
          <a:off x="3741416" y="2793389"/>
          <a:ext cx="354719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54719" y="45720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909143" y="2837181"/>
        <a:ext cx="19265" cy="3856"/>
      </dsp:txXfrm>
    </dsp:sp>
    <dsp:sp modelId="{AE1BA881-298E-40C2-B829-1259CA22A67E}">
      <dsp:nvSpPr>
        <dsp:cNvPr id="0" name=""/>
        <dsp:cNvSpPr/>
      </dsp:nvSpPr>
      <dsp:spPr>
        <a:xfrm>
          <a:off x="2067911" y="2336518"/>
          <a:ext cx="1675304" cy="100518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091" tIns="86169" rIns="82091" bIns="86169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200" kern="1200"/>
            <a:t>Ta hensyn til alternativ anvendelse</a:t>
          </a:r>
          <a:endParaRPr lang="en-US" sz="1200" kern="1200"/>
        </a:p>
      </dsp:txBody>
      <dsp:txXfrm>
        <a:off x="2067911" y="2336518"/>
        <a:ext cx="1675304" cy="1005182"/>
      </dsp:txXfrm>
    </dsp:sp>
    <dsp:sp modelId="{FECCF92B-33CF-4284-98C7-03501976ECC7}">
      <dsp:nvSpPr>
        <dsp:cNvPr id="0" name=""/>
        <dsp:cNvSpPr/>
      </dsp:nvSpPr>
      <dsp:spPr>
        <a:xfrm>
          <a:off x="844939" y="3339900"/>
          <a:ext cx="4121248" cy="354719"/>
        </a:xfrm>
        <a:custGeom>
          <a:avLst/>
          <a:gdLst/>
          <a:ahLst/>
          <a:cxnLst/>
          <a:rect l="0" t="0" r="0" b="0"/>
          <a:pathLst>
            <a:path>
              <a:moveTo>
                <a:pt x="4121248" y="0"/>
              </a:moveTo>
              <a:lnTo>
                <a:pt x="4121248" y="194459"/>
              </a:lnTo>
              <a:lnTo>
                <a:pt x="0" y="194459"/>
              </a:lnTo>
              <a:lnTo>
                <a:pt x="0" y="354719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802083" y="3515332"/>
        <a:ext cx="206961" cy="3856"/>
      </dsp:txXfrm>
    </dsp:sp>
    <dsp:sp modelId="{9E53FD2C-F8BF-4DFB-A100-28145B21F642}">
      <dsp:nvSpPr>
        <dsp:cNvPr id="0" name=""/>
        <dsp:cNvSpPr/>
      </dsp:nvSpPr>
      <dsp:spPr>
        <a:xfrm>
          <a:off x="4128535" y="2336518"/>
          <a:ext cx="1675304" cy="100518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091" tIns="86169" rIns="82091" bIns="86169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200" kern="1200"/>
            <a:t>Ikke ta politiske hensyn</a:t>
          </a:r>
          <a:endParaRPr lang="en-US" sz="1200" kern="1200"/>
        </a:p>
      </dsp:txBody>
      <dsp:txXfrm>
        <a:off x="4128535" y="2336518"/>
        <a:ext cx="1675304" cy="1005182"/>
      </dsp:txXfrm>
    </dsp:sp>
    <dsp:sp modelId="{4C696423-B935-4DC9-A8F5-66D519A9016B}">
      <dsp:nvSpPr>
        <dsp:cNvPr id="0" name=""/>
        <dsp:cNvSpPr/>
      </dsp:nvSpPr>
      <dsp:spPr>
        <a:xfrm>
          <a:off x="1680792" y="4183891"/>
          <a:ext cx="354719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54719" y="45720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1848518" y="4227683"/>
        <a:ext cx="19265" cy="3856"/>
      </dsp:txXfrm>
    </dsp:sp>
    <dsp:sp modelId="{06BF845C-08C3-4FC7-BF2E-476B4EEE7FDF}">
      <dsp:nvSpPr>
        <dsp:cNvPr id="0" name=""/>
        <dsp:cNvSpPr/>
      </dsp:nvSpPr>
      <dsp:spPr>
        <a:xfrm>
          <a:off x="7287" y="3727020"/>
          <a:ext cx="1675304" cy="100518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091" tIns="86169" rIns="82091" bIns="86169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200" kern="1200"/>
            <a:t>Inneholde en usikkerhetsanalyse</a:t>
          </a:r>
          <a:endParaRPr lang="en-US" sz="1200" kern="1200"/>
        </a:p>
      </dsp:txBody>
      <dsp:txXfrm>
        <a:off x="7287" y="3727020"/>
        <a:ext cx="1675304" cy="1005182"/>
      </dsp:txXfrm>
    </dsp:sp>
    <dsp:sp modelId="{E77F63CC-A078-4F91-A8D7-19DF0CA4A930}">
      <dsp:nvSpPr>
        <dsp:cNvPr id="0" name=""/>
        <dsp:cNvSpPr/>
      </dsp:nvSpPr>
      <dsp:spPr>
        <a:xfrm>
          <a:off x="3741416" y="4183891"/>
          <a:ext cx="354719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54719" y="45720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909143" y="4227683"/>
        <a:ext cx="19265" cy="3856"/>
      </dsp:txXfrm>
    </dsp:sp>
    <dsp:sp modelId="{524A0DCD-D494-45C3-9752-475112B27BF9}">
      <dsp:nvSpPr>
        <dsp:cNvPr id="0" name=""/>
        <dsp:cNvSpPr/>
      </dsp:nvSpPr>
      <dsp:spPr>
        <a:xfrm>
          <a:off x="2067911" y="3727020"/>
          <a:ext cx="1675304" cy="100518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091" tIns="86169" rIns="82091" bIns="86169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200" kern="1200"/>
            <a:t>Beskrive fordelingsvirkninger</a:t>
          </a:r>
          <a:endParaRPr lang="en-US" sz="1200" kern="1200"/>
        </a:p>
      </dsp:txBody>
      <dsp:txXfrm>
        <a:off x="2067911" y="3727020"/>
        <a:ext cx="1675304" cy="1005182"/>
      </dsp:txXfrm>
    </dsp:sp>
    <dsp:sp modelId="{DD75A3BC-CFDE-4B0D-8034-BBEA96A7A08E}">
      <dsp:nvSpPr>
        <dsp:cNvPr id="0" name=""/>
        <dsp:cNvSpPr/>
      </dsp:nvSpPr>
      <dsp:spPr>
        <a:xfrm>
          <a:off x="4128535" y="3727020"/>
          <a:ext cx="1675304" cy="100518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091" tIns="86169" rIns="82091" bIns="86169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200" kern="1200"/>
            <a:t>Gi en samlet vurdering</a:t>
          </a:r>
          <a:endParaRPr lang="en-US" sz="1200" kern="1200"/>
        </a:p>
      </dsp:txBody>
      <dsp:txXfrm>
        <a:off x="4128535" y="3727020"/>
        <a:ext cx="1675304" cy="1005182"/>
      </dsp:txXfrm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12D4D7D-5F0B-4AA0-9FFB-E5E19C6C1906}">
      <dsp:nvSpPr>
        <dsp:cNvPr id="0" name=""/>
        <dsp:cNvSpPr/>
      </dsp:nvSpPr>
      <dsp:spPr>
        <a:xfrm>
          <a:off x="0" y="471655"/>
          <a:ext cx="2124543" cy="1274726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600" kern="1200" dirty="0"/>
            <a:t>Alle typer offentlige tiltak</a:t>
          </a:r>
          <a:endParaRPr lang="en-US" sz="1600" kern="1200" dirty="0"/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b-NO" sz="1200" kern="1200" dirty="0"/>
            <a:t>reguleringer, investeringer, tjenesteproduksjon, reformer osv.</a:t>
          </a:r>
          <a:endParaRPr lang="en-US" sz="1200" kern="1200" dirty="0"/>
        </a:p>
      </dsp:txBody>
      <dsp:txXfrm>
        <a:off x="0" y="471655"/>
        <a:ext cx="2124543" cy="1274726"/>
      </dsp:txXfrm>
    </dsp:sp>
    <dsp:sp modelId="{0C554FD0-7F19-4D60-91BA-59E45879549D}">
      <dsp:nvSpPr>
        <dsp:cNvPr id="0" name=""/>
        <dsp:cNvSpPr/>
      </dsp:nvSpPr>
      <dsp:spPr>
        <a:xfrm>
          <a:off x="2336997" y="471655"/>
          <a:ext cx="2124543" cy="1274726"/>
        </a:xfrm>
        <a:prstGeom prst="rect">
          <a:avLst/>
        </a:prstGeom>
        <a:solidFill>
          <a:schemeClr val="accent2">
            <a:hueOff val="1288723"/>
            <a:satOff val="-3699"/>
            <a:lumOff val="-5922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600" kern="1200" dirty="0"/>
            <a:t>Tiltak utført av private aktører på oppdrag for staten</a:t>
          </a:r>
          <a:endParaRPr lang="en-US" sz="1600" kern="1200" dirty="0"/>
        </a:p>
      </dsp:txBody>
      <dsp:txXfrm>
        <a:off x="2336997" y="471655"/>
        <a:ext cx="2124543" cy="1274726"/>
      </dsp:txXfrm>
    </dsp:sp>
    <dsp:sp modelId="{5BCAA778-A0F2-40A9-B083-29ABE37352D3}">
      <dsp:nvSpPr>
        <dsp:cNvPr id="0" name=""/>
        <dsp:cNvSpPr/>
      </dsp:nvSpPr>
      <dsp:spPr>
        <a:xfrm>
          <a:off x="4673995" y="471655"/>
          <a:ext cx="2124543" cy="1274726"/>
        </a:xfrm>
        <a:prstGeom prst="rect">
          <a:avLst/>
        </a:prstGeom>
        <a:solidFill>
          <a:schemeClr val="accent2">
            <a:hueOff val="2577445"/>
            <a:satOff val="-7397"/>
            <a:lumOff val="-11844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600" kern="1200" dirty="0"/>
            <a:t>Innenfor alle sektorer i samfunnet</a:t>
          </a:r>
          <a:endParaRPr lang="en-US" sz="1600" kern="1200" dirty="0"/>
        </a:p>
      </dsp:txBody>
      <dsp:txXfrm>
        <a:off x="4673995" y="471655"/>
        <a:ext cx="2124543" cy="1274726"/>
      </dsp:txXfrm>
    </dsp:sp>
    <dsp:sp modelId="{AE8D7345-CB66-4D07-AF5C-74794EF4B1BD}">
      <dsp:nvSpPr>
        <dsp:cNvPr id="0" name=""/>
        <dsp:cNvSpPr/>
      </dsp:nvSpPr>
      <dsp:spPr>
        <a:xfrm>
          <a:off x="0" y="1958835"/>
          <a:ext cx="2124543" cy="1274726"/>
        </a:xfrm>
        <a:prstGeom prst="rect">
          <a:avLst/>
        </a:prstGeom>
        <a:solidFill>
          <a:schemeClr val="accent2">
            <a:hueOff val="3866169"/>
            <a:satOff val="-11096"/>
            <a:lumOff val="-17765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600" kern="1200" dirty="0"/>
            <a:t>Prioriteringer innenfor en virksomhets ansvarsområder, innad i en sektor eller på tvers av ulike sektorer</a:t>
          </a:r>
          <a:endParaRPr lang="en-US" sz="1600" kern="1200" dirty="0"/>
        </a:p>
      </dsp:txBody>
      <dsp:txXfrm>
        <a:off x="0" y="1958835"/>
        <a:ext cx="2124543" cy="1274726"/>
      </dsp:txXfrm>
    </dsp:sp>
    <dsp:sp modelId="{3235F5C7-0F83-416F-8D0A-DD64971DD541}">
      <dsp:nvSpPr>
        <dsp:cNvPr id="0" name=""/>
        <dsp:cNvSpPr/>
      </dsp:nvSpPr>
      <dsp:spPr>
        <a:xfrm>
          <a:off x="2336997" y="1958835"/>
          <a:ext cx="2124543" cy="1274726"/>
        </a:xfrm>
        <a:prstGeom prst="rect">
          <a:avLst/>
        </a:prstGeom>
        <a:solidFill>
          <a:schemeClr val="accent2">
            <a:hueOff val="5154891"/>
            <a:satOff val="-14794"/>
            <a:lumOff val="-23687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Lovendringer</a:t>
          </a:r>
          <a:endParaRPr lang="en-US" sz="1600" kern="1200" dirty="0"/>
        </a:p>
      </dsp:txBody>
      <dsp:txXfrm>
        <a:off x="2336997" y="1958835"/>
        <a:ext cx="2124543" cy="1274726"/>
      </dsp:txXfrm>
    </dsp:sp>
    <dsp:sp modelId="{0690ADF4-0421-4B03-BFDB-89F8AC44FC9E}">
      <dsp:nvSpPr>
        <dsp:cNvPr id="0" name=""/>
        <dsp:cNvSpPr/>
      </dsp:nvSpPr>
      <dsp:spPr>
        <a:xfrm>
          <a:off x="4673995" y="1958835"/>
          <a:ext cx="2124543" cy="1274726"/>
        </a:xfrm>
        <a:prstGeom prst="rect">
          <a:avLst/>
        </a:prstGeom>
        <a:solidFill>
          <a:schemeClr val="accent2">
            <a:hueOff val="6443614"/>
            <a:satOff val="-18493"/>
            <a:lumOff val="-29609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Alt </a:t>
          </a:r>
          <a:r>
            <a:rPr lang="en-US" sz="1600" kern="1200" dirty="0" err="1"/>
            <a:t>som</a:t>
          </a:r>
          <a:r>
            <a:rPr lang="en-US" sz="1600" kern="1200" dirty="0"/>
            <a:t> </a:t>
          </a:r>
          <a:r>
            <a:rPr lang="en-US" sz="1600" kern="1200" dirty="0" err="1"/>
            <a:t>krever</a:t>
          </a:r>
          <a:r>
            <a:rPr lang="en-US" sz="1600" kern="1200" dirty="0"/>
            <a:t> </a:t>
          </a:r>
          <a:r>
            <a:rPr lang="en-US" sz="1600" kern="1200" dirty="0" err="1"/>
            <a:t>politiske</a:t>
          </a:r>
          <a:r>
            <a:rPr lang="en-US" sz="1600" kern="1200" dirty="0"/>
            <a:t> </a:t>
          </a:r>
          <a:r>
            <a:rPr lang="en-US" sz="1600" kern="1200" dirty="0" err="1"/>
            <a:t>beslutninger</a:t>
          </a:r>
          <a:r>
            <a:rPr lang="en-US" sz="1600" kern="1200" dirty="0"/>
            <a:t> og </a:t>
          </a:r>
          <a:r>
            <a:rPr lang="en-US" sz="1600" kern="1200" dirty="0" err="1"/>
            <a:t>har</a:t>
          </a:r>
          <a:r>
            <a:rPr lang="en-US" sz="1600" kern="1200" dirty="0"/>
            <a:t> </a:t>
          </a:r>
          <a:r>
            <a:rPr lang="en-US" sz="1600" kern="1200" dirty="0" err="1"/>
            <a:t>kvantifiserbare</a:t>
          </a:r>
          <a:r>
            <a:rPr lang="en-US" sz="1600" kern="1200" dirty="0"/>
            <a:t> </a:t>
          </a:r>
          <a:r>
            <a:rPr lang="en-US" sz="1600" kern="1200" dirty="0" err="1"/>
            <a:t>konsekvenser</a:t>
          </a:r>
          <a:endParaRPr lang="en-US" sz="1600" kern="1200" dirty="0"/>
        </a:p>
      </dsp:txBody>
      <dsp:txXfrm>
        <a:off x="4673995" y="1958835"/>
        <a:ext cx="2124543" cy="127472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7/3/layout/DropPinTimeline">
  <dgm:title val="Drop Pin Timeline"/>
  <dgm:desc val="Use to show a list of events in chronological order. An invisible box next to the pin contains the date and the description is immediately below. It can display a medium amount of text and medium length date format."/>
  <dgm:catLst>
    <dgm:cat type="timeline" pri="500"/>
    <dgm:cat type="process" pri="600"/>
  </dgm:catLst>
  <dgm:sampData>
    <dgm:dataModel>
      <dgm:ptLst>
        <dgm:pt modelId="0" type="doc"/>
        <dgm:pt modelId="10">
          <dgm:prSet phldr="1"/>
        </dgm:pt>
        <dgm:pt modelId="11">
          <dgm:prSet phldr="1"/>
        </dgm:pt>
        <dgm:pt modelId="20">
          <dgm:prSet phldr="1"/>
        </dgm:pt>
        <dgm:pt modelId="21">
          <dgm:prSet phldr="1"/>
        </dgm:pt>
        <dgm:pt modelId="30">
          <dgm:prSet phldr="1"/>
        </dgm:pt>
        <dgm:pt modelId="31">
          <dgm:prSet phldr="1"/>
        </dgm:pt>
      </dgm:ptLst>
      <dgm:cxnLst>
        <dgm:cxn modelId="40" srcId="0" destId="10" srcOrd="0" destOrd="0"/>
        <dgm:cxn modelId="12" srcId="10" destId="11" srcOrd="0" destOrd="0"/>
        <dgm:cxn modelId="50" srcId="0" destId="20" srcOrd="1" destOrd="0"/>
        <dgm:cxn modelId="22" srcId="20" destId="21" srcOrd="0" destOrd="0"/>
        <dgm:cxn modelId="60" srcId="0" destId="30" srcOrd="1" destOrd="0"/>
        <dgm:cxn modelId="32" srcId="30" destId="31" srcOrd="0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60" srcId="0" destId="10" srcOrd="0" destOrd="0"/>
        <dgm:cxn modelId="7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60" srcId="0" destId="10" srcOrd="0" destOrd="0"/>
        <dgm:cxn modelId="70" srcId="0" destId="20" srcOrd="1" destOrd="0"/>
        <dgm:cxn modelId="80" srcId="0" destId="30" srcOrd="2" destOrd="0"/>
        <dgm:cxn modelId="90" srcId="0" destId="40" srcOrd="3" destOrd="0"/>
      </dgm:cxnLst>
      <dgm:bg/>
      <dgm:whole/>
    </dgm:dataModel>
  </dgm:clrData>
  <dgm:layoutNode name="root">
    <dgm:varLst>
      <dgm:chMax/>
      <dgm:chPref/>
      <dgm:animLvl val="lvl"/>
    </dgm:varLst>
    <dgm:alg type="composite"/>
    <dgm:shape xmlns:r="http://schemas.openxmlformats.org/officeDocument/2006/relationships" r:blip="">
      <dgm:adjLst/>
    </dgm:shape>
    <dgm:constrLst>
      <dgm:constr type="w" for="ch" forName="divider" refType="w"/>
      <dgm:constr type="h" for="ch" forName="divider"/>
      <dgm:constr type="ctrY" for="ch" forName="divider" refType="h" fact="0.5"/>
      <dgm:constr type="l" for="ch" forName="divider"/>
      <dgm:constr type="w" for="ch" forName="nodes" refType="w"/>
      <dgm:constr type="h" for="ch" forName="nodes" refType="h" fact="0.8"/>
      <dgm:constr type="ctrY" for="ch" forName="nodes" refType="h" fact="0.5"/>
    </dgm:constrLst>
    <dgm:layoutNode name="divider" styleLbl="fgAcc1">
      <dgm:alg type="sp"/>
      <dgm:choose name="ArrowShape">
        <dgm:if name="ArrowShapeLTR" func="var" arg="dir" op="equ" val="norm">
          <dgm:shape xmlns:r="http://schemas.openxmlformats.org/officeDocument/2006/relationships" type="line" r:blip="" zOrderOff="-1">
            <dgm:adjLst/>
            <dgm:extLst>
              <a:ext uri="{B698B0E9-8C71-41B9-8309-B3DCBF30829C}">
                <dgm1612:spPr xmlns:dgm1612="http://schemas.microsoft.com/office/drawing/2016/12/diagram">
                  <a:ln w="19050">
                    <a:solidFill>
                      <a:srgbClr val="000000"/>
                    </a:solidFill>
                    <a:tailEnd type="triangle" w="lg" len="lg"/>
                  </a:ln>
                </dgm1612:spPr>
              </a:ext>
            </dgm:extLst>
          </dgm:shape>
        </dgm:if>
        <dgm:else name="ArrowShapeRTL">
          <dgm:shape xmlns:r="http://schemas.openxmlformats.org/officeDocument/2006/relationships" type="line" r:blip="" zOrderOff="-1">
            <dgm:adjLst/>
            <dgm:extLst>
              <a:ext uri="{B698B0E9-8C71-41B9-8309-B3DCBF30829C}">
                <dgm1612:spPr xmlns:dgm1612="http://schemas.microsoft.com/office/drawing/2016/12/diagram">
                  <a:ln>
                    <a:solidFill>
                      <a:srgbClr val="000000"/>
                    </a:solidFill>
                    <a:headEnd type="triangle" w="lg" len="lg"/>
                  </a:ln>
                </dgm1612:spPr>
              </a:ext>
            </dgm:extLst>
          </dgm:shape>
        </dgm:else>
      </dgm:choose>
      <dgm:presOf/>
      <dgm:constrLst/>
      <dgm:ruleLst/>
    </dgm:layoutNode>
    <dgm:layoutNode name="nodes">
      <dgm:varLst>
        <dgm:chMax/>
        <dgm:chPref/>
        <dgm:animLvl val="lvl"/>
      </dgm:varLst>
      <dgm:choose name="Name1">
        <dgm:if name="Name2" func="var" arg="dir" op="equ" val="norm">
          <dgm:alg type="lin"/>
        </dgm:if>
        <dgm:else name="Name3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constrLst>
        <dgm:constr type="primFontSz" for="des" forName="L1TextContainer" val="20"/>
        <dgm:constr type="primFontSz" for="des" forName="L2TextContainer" refType="primFontSz" refFor="des" refForName="L1TextContainer" op="equ" fact="0.75"/>
        <dgm:constr type="w" for="ch" forName="composite" refType="w"/>
        <dgm:constr type="h" for="ch" forName="composite" refType="h"/>
        <dgm:constr type="w" for="ch" forName="spaceBetweenRectangles" refType="w" refFor="ch" refForName="composite" fact="-0.5"/>
        <dgm:constr type="w" for="ch" ptType="sibTrans" op="equ"/>
        <dgm:constr type="primFontSz" for="des" forName="L1TextContainer" op="equ"/>
        <dgm:constr type="primFontSz" for="des" forName="L2TextContainer" op="equ"/>
        <dgm:constr type="primFontSz" for="des" forName="L1TextContainer1" val="20"/>
        <dgm:constr type="primFontSz" for="des" forName="L2TextContainer1" refType="primFontSz" refFor="des" refForName="L1TextContainer1" op="equ" fact="0.75"/>
        <dgm:constr type="w" for="ch" forName="composite1" refType="w"/>
        <dgm:constr type="h" for="ch" forName="composite1" refType="h"/>
        <dgm:constr type="w" for="ch" forName="spaceBetweenRectangles1" refType="w" refFor="ch" refForName="composite1" fact="0.28"/>
        <dgm:constr type="primFontSz" for="des" forName="L1TextContainer1" op="equ"/>
        <dgm:constr type="primFontSz" for="des" forName="L2TextContainer1" op="equ"/>
      </dgm:constrLst>
      <dgm:choose name="LayoutBasedOnCountOfNodes">
        <dgm:if name="LessThanOrEqualToTwoNodes" axis="ch" ptType="node" func="cnt" op="lte" val="2">
          <dgm:forEach name="nodesForEach1" axis="ch" ptType="node">
            <dgm:layoutNode name="composite1">
              <dgm:alg type="composite"/>
              <dgm:shape xmlns:r="http://schemas.openxmlformats.org/officeDocument/2006/relationships" r:blip="">
                <dgm:adjLst/>
              </dgm:shape>
              <dgm:choose name="CaseForLayoutDirection1">
                <dgm:if name="CaseForLayoutDirectionLTR1" func="var" arg="dir" op="equ" val="norm">
                  <dgm:choose name="CaseForPlacingNodesAboveAndBelowDividerLTR1">
                    <dgm:if name="CaseForPlacingNodeAboveDividerLTR1" axis="self" ptType="node" func="posOdd" op="equ" val="1">
                      <dgm:constrLst>
                        <dgm:constr type="w" for="ch" forName="ConnectorPoint1" refType="h" refFor="ch" refForName="DropPinPlaceHolder1" fact="0.18"/>
                        <dgm:constr type="h" for="ch" forName="ConnectorPoint1" refType="h" refFor="ch" refForName="DropPinPlaceHolder1" fact="0.18"/>
                        <dgm:constr type="ctrX" for="ch" forName="ConnectorPoint1" refType="ctrX" refFor="ch" refForName="ConnectLine1"/>
                        <dgm:constr type="ctrY" for="ch" forName="ConnectorPoint1" refType="h" fact="0.5"/>
                        <dgm:constr type="w" for="ch" forName="DropPinPlaceHolder1" refType="h" fact="0.13"/>
                        <dgm:constr type="h" for="ch" forName="DropPinPlaceHolder1" refType="h" fact="0.13"/>
                        <dgm:constr type="t" for="ch" forName="DropPinPlaceHolder1" refType="h" fact="0"/>
                        <dgm:constr type="l" for="ch" forName="DropPinPlaceHolder1" refType="w" fact="0"/>
                        <dgm:constr type="w" for="ch" forName="L2TextContainer1" refType="w" fact="0.83"/>
                        <dgm:constr type="l" for="ch" forName="L2TextContainer1" refType="r" refFor="ch" refForName="DropPinPlaceHolder1"/>
                        <dgm:constr type="t" for="ch" forName="L2TextContainer1" refType="b" refFor="ch" refForName="DropPinPlaceHolder1"/>
                        <dgm:constr type="b" for="ch" forName="L2TextContainer1" refType="h" fact="0.5"/>
                        <dgm:constr type="w" for="ch" forName="L1TextContainer1" refType="w" fact="0.83"/>
                        <dgm:constr type="l" for="ch" forName="L1TextContainer1" refType="r" refFor="ch" refForName="DropPinPlaceHolder1"/>
                        <dgm:constr type="b" for="ch" forName="L1TextContainer1" refType="b" refFor="ch" refForName="DropPinPlaceHolder1"/>
                        <dgm:constr type="t" for="ch" forName="L1TextContainer1" refType="t" refFor="ch" refForName="DropPinPlaceHolder1"/>
                        <dgm:constr type="w" for="ch" forName="ConnectLine1"/>
                        <dgm:constr type="ctrX" for="ch" forName="ConnectLine1" refType="ctrX" refFor="ch" refForName="DropPinPlaceHolder1"/>
                        <dgm:constr type="b" for="ch" forName="ConnectLine1" refType="h" fact="0.5"/>
                        <dgm:constr type="t" for="ch" forName="ConnectLine1" refType="b" refFor="ch" refForName="DropPinPlaceHolder1"/>
                        <dgm:constr type="w" for="ch" forName="EmptyPlaceHolder1" refType="w"/>
                        <dgm:constr type="h" for="ch" forName="EmptyPlaceHolder1" refType="h" fact="0.5"/>
                        <dgm:constr type="t" for="ch" forName="EmptyPlaceHolder1" refType="h" fact="0.5"/>
                      </dgm:constrLst>
                    </dgm:if>
                    <dgm:else name="CaseForPlacingNodeBelowDividerLTR1">
                      <dgm:constrLst>
                        <dgm:constr type="w" for="ch" forName="ConnectorPoint1" refType="h" refFor="ch" refForName="DropPinPlaceHolder1" fact="0.18"/>
                        <dgm:constr type="h" for="ch" forName="ConnectorPoint1" refType="h" refFor="ch" refForName="DropPinPlaceHolder1" fact="0.18"/>
                        <dgm:constr type="ctrX" for="ch" forName="ConnectorPoint1" refType="ctrX" refFor="ch" refForName="ConnectLine1"/>
                        <dgm:constr type="ctrY" for="ch" forName="ConnectorPoint1" refType="h" fact="0.5"/>
                        <dgm:constr type="w" for="ch" forName="DropPinPlaceHolder1" refType="h" fact="0.13"/>
                        <dgm:constr type="h" for="ch" forName="DropPinPlaceHolder1" refType="h" fact="0.13"/>
                        <dgm:constr type="b" for="ch" forName="DropPinPlaceHolder1" refType="h"/>
                        <dgm:constr type="l" for="ch" forName="DropPinPlaceHolder1" refType="w" fact="0"/>
                        <dgm:constr type="w" for="ch" forName="L2TextContainer1" refType="w" fact="0.83"/>
                        <dgm:constr type="l" for="ch" forName="L2TextContainer1" refType="r" refFor="ch" refForName="DropPinPlaceHolder1"/>
                        <dgm:constr type="b" for="ch" forName="L2TextContainer1" refType="t" refFor="ch" refForName="DropPinPlaceHolder1"/>
                        <dgm:constr type="t" for="ch" forName="L2TextContainer1" refType="h" fact="0.5"/>
                        <dgm:constr type="w" for="ch" forName="L1TextContainer1" refType="w" fact="0.83"/>
                        <dgm:constr type="l" for="ch" forName="L1TextContainer1" refType="r" refFor="ch" refForName="DropPinPlaceHolder1"/>
                        <dgm:constr type="b" for="ch" forName="L1TextContainer1" refType="b" refFor="ch" refForName="DropPinPlaceHolder1"/>
                        <dgm:constr type="t" for="ch" forName="L1TextContainer1" refType="t" refFor="ch" refForName="DropPinPlaceHolder1"/>
                        <dgm:constr type="w" for="ch" forName="ConnectLine1"/>
                        <dgm:constr type="ctrX" for="ch" forName="ConnectLine1" refType="ctrX" refFor="ch" refForName="DropPinPlaceHolder1"/>
                        <dgm:constr type="t" for="ch" forName="ConnectLine1" refType="h" fact="0.5"/>
                        <dgm:constr type="b" for="ch" forName="ConnectLine1" refType="t" refFor="ch" refForName="DropPinPlaceHolder1"/>
                        <dgm:constr type="w" for="ch" forName="EmptyPlaceHolder1" refType="w"/>
                        <dgm:constr type="h" for="ch" forName="EmptyPlaceHolder1" refType="h" fact="0.5"/>
                        <dgm:constr type="t" for="ch" forName="EmptyPlaceHolder1" refType="h" fact="0"/>
                      </dgm:constrLst>
                    </dgm:else>
                  </dgm:choose>
                </dgm:if>
                <dgm:else name="CaseForLayoutDirectionRTL1">
                  <dgm:choose name="CaseForPlacingNodesAboveAndBelowDividerRTL1">
                    <dgm:if name="CaseForPlacingNodeAboveDividerRTL1" axis="self" ptType="node" func="posOdd" op="equ" val="1">
                      <dgm:constrLst>
                        <dgm:constr type="w" for="ch" forName="ConnectorPoint1" refType="h" refFor="ch" refForName="DropPinPlaceHolder1" fact="0.18"/>
                        <dgm:constr type="h" for="ch" forName="ConnectorPoint1" refType="h" refFor="ch" refForName="DropPinPlaceHolder1" fact="0.18"/>
                        <dgm:constr type="ctrX" for="ch" forName="ConnectorPoint1" refType="ctrX" refFor="ch" refForName="ConnectLine1"/>
                        <dgm:constr type="ctrY" for="ch" forName="ConnectorPoint1" refType="h" fact="0.5"/>
                        <dgm:constr type="w" for="ch" forName="DropPinPlaceHolder1" refType="h" fact="0.13"/>
                        <dgm:constr type="h" for="ch" forName="DropPinPlaceHolder1" refType="h" fact="0.13"/>
                        <dgm:constr type="t" for="ch" forName="DropPinPlaceHolder1" refType="h" fact="0"/>
                        <dgm:constr type="l" for="ch" forName="DropPinPlaceHolder1" refType="w" fact="0"/>
                        <dgm:constr type="w" for="ch" forName="L2TextContainer1" refType="w" fact="0.83"/>
                        <dgm:constr type="l" for="ch" forName="L2TextContainer1" refType="r" refFor="ch" refForName="DropPinPlaceHolder1"/>
                        <dgm:constr type="t" for="ch" forName="L2TextContainer1" refType="b" refFor="ch" refForName="DropPinPlaceHolder1"/>
                        <dgm:constr type="b" for="ch" forName="L2TextContainer1" refType="h" fact="0.5"/>
                        <dgm:constr type="w" for="ch" forName="L1TextContainer1" refType="w" fact="0.83"/>
                        <dgm:constr type="l" for="ch" forName="L1TextContainer1" refType="r" refFor="ch" refForName="DropPinPlaceHolder1"/>
                        <dgm:constr type="b" for="ch" forName="L1TextContainer1" refType="b" refFor="ch" refForName="DropPinPlaceHolder1"/>
                        <dgm:constr type="t" for="ch" forName="L1TextContainer1" refType="t" refFor="ch" refForName="DropPinPlaceHolder1"/>
                        <dgm:constr type="w" for="ch" forName="ConnectLine1"/>
                        <dgm:constr type="ctrX" for="ch" forName="ConnectLine1" refType="ctrX" refFor="ch" refForName="DropPinPlaceHolder1"/>
                        <dgm:constr type="b" for="ch" forName="ConnectLine1" refType="h" fact="0.5"/>
                        <dgm:constr type="t" for="ch" forName="ConnectLine1" refType="b" refFor="ch" refForName="DropPinPlaceHolder1"/>
                        <dgm:constr type="w" for="ch" forName="EmptyPlaceHolder1" refType="w"/>
                        <dgm:constr type="h" for="ch" forName="EmptyPlaceHolder1" refType="h" fact="0.5"/>
                        <dgm:constr type="t" for="ch" forName="EmptyPlaceHolder1" refType="h" fact="0.5"/>
                      </dgm:constrLst>
                    </dgm:if>
                    <dgm:else name="CaseForPlacingNodeBelowDividerRTL1">
                      <dgm:constrLst>
                        <dgm:constr type="w" for="ch" forName="ConnectorPoint1" refType="h" refFor="ch" refForName="DropPinPlaceHolder1" fact="0.18"/>
                        <dgm:constr type="h" for="ch" forName="ConnectorPoint1" refType="h" refFor="ch" refForName="DropPinPlaceHolder1" fact="0.18"/>
                        <dgm:constr type="ctrX" for="ch" forName="ConnectorPoint1" refType="ctrX" refFor="ch" refForName="ConnectLine1"/>
                        <dgm:constr type="ctrY" for="ch" forName="ConnectorPoint1" refType="h" fact="0.5"/>
                        <dgm:constr type="w" for="ch" forName="DropPinPlaceHolder1" refType="h" fact="0.13"/>
                        <dgm:constr type="h" for="ch" forName="DropPinPlaceHolder1" refType="h" fact="0.13"/>
                        <dgm:constr type="b" for="ch" forName="DropPinPlaceHolder1" refType="h"/>
                        <dgm:constr type="l" for="ch" forName="DropPinPlaceHolder1" refType="w" fact="0"/>
                        <dgm:constr type="w" for="ch" forName="L2TextContainer1" refType="w" fact="0.83"/>
                        <dgm:constr type="l" for="ch" forName="L2TextContainer1" refType="r" refFor="ch" refForName="DropPinPlaceHolder1"/>
                        <dgm:constr type="b" for="ch" forName="L2TextContainer1" refType="t" refFor="ch" refForName="DropPinPlaceHolder1"/>
                        <dgm:constr type="t" for="ch" forName="L2TextContainer1" refType="h" fact="0.5"/>
                        <dgm:constr type="w" for="ch" forName="L1TextContainer1" refType="w" fact="0.83"/>
                        <dgm:constr type="l" for="ch" forName="L1TextContainer1" refType="r" refFor="ch" refForName="DropPinPlaceHolder1"/>
                        <dgm:constr type="b" for="ch" forName="L1TextContainer1" refType="b" refFor="ch" refForName="DropPinPlaceHolder1"/>
                        <dgm:constr type="t" for="ch" forName="L1TextContainer1" refType="t" refFor="ch" refForName="DropPinPlaceHolder1"/>
                        <dgm:constr type="w" for="ch" forName="ConnectLine1"/>
                        <dgm:constr type="ctrX" for="ch" forName="ConnectLine1" refType="ctrX" refFor="ch" refForName="DropPinPlaceHolder1"/>
                        <dgm:constr type="t" for="ch" forName="ConnectLine1" refType="h" fact="0.5"/>
                        <dgm:constr type="b" for="ch" forName="ConnectLine1" refType="t" refFor="ch" refForName="DropPinPlaceHolder1"/>
                        <dgm:constr type="w" for="ch" forName="EmptyPlaceHolder1" refType="w"/>
                        <dgm:constr type="h" for="ch" forName="EmptyPlaceHolder1" refType="h" fact="0.5"/>
                        <dgm:constr type="t" for="ch" forName="EmptyPlaceHolder1" refType="h" fact="0"/>
                      </dgm:constrLst>
                    </dgm:else>
                  </dgm:choose>
                </dgm:else>
              </dgm:choose>
              <dgm:layoutNode name="ConnectorPoint1" styleLbl="lnNode1" moveWith="ConnectLine1">
                <dgm:alg type="sp"/>
                <dgm:shape xmlns:r="http://schemas.openxmlformats.org/officeDocument/2006/relationships" type="ellipse" r:blip="" zOrderOff="10">
                  <dgm:adjLst/>
                </dgm:shape>
                <dgm:presOf/>
                <dgm:constrLst>
                  <dgm:constr type="w" refType="h" op="equ"/>
                </dgm:constrLst>
              </dgm:layoutNode>
              <dgm:layoutNode name="DropPinPlaceHolder1">
                <dgm:alg type="composite"/>
                <dgm:shape xmlns:r="http://schemas.openxmlformats.org/officeDocument/2006/relationships" r:blip="">
                  <dgm:adjLst/>
                </dgm:shape>
                <dgm:constrLst>
                  <dgm:constr type="w" for="ch" forName="DropPin1" refType="w"/>
                  <dgm:constr type="h" for="ch" forName="DropPin1" refType="h"/>
                  <dgm:constr type="ctrX" for="ch" forName="DropPin1" refType="w" fact="0.5"/>
                  <dgm:constr type="ctrY" for="ch" forName="DropPin1" refType="h" fact="0.5"/>
                  <dgm:constr type="w" for="ch" forName="Ellipse1" refType="w" refFor="ch" refForName="DropPin1" fact="0.55"/>
                  <dgm:constr type="h" for="ch" forName="Ellipse1" refType="w" refFor="ch" refForName="DropPin1" fact="0.55"/>
                  <dgm:constr type="ctrX" for="ch" forName="Ellipse1" refType="ctrX" refFor="ch" refForName="DropPin1"/>
                  <dgm:constr type="ctrY" for="ch" forName="Ellipse1" refType="ctrY" refFor="ch" refForName="DropPin1"/>
                </dgm:constrLst>
                <dgm:layoutNode name="DropPin1" styleLbl="alignNode1">
                  <dgm:alg type="sp"/>
                  <dgm:choose name="CaseForPlacingTearDropAboveAndBelowDivider1">
                    <dgm:if name="CaseForPlacingTearDropAboveDivider1" axis="self" ptType="node" func="posOdd" op="equ" val="1">
                      <dgm:shape xmlns:r="http://schemas.openxmlformats.org/officeDocument/2006/relationships" rot="135" type="teardrop" r:blip="">
                        <dgm:adjLst>
                          <dgm:adj idx="1" val="1.15"/>
                        </dgm:adjLst>
                      </dgm:shape>
                    </dgm:if>
                    <dgm:else name="CaseForPlacingTearDropBelowDivider1">
                      <dgm:shape xmlns:r="http://schemas.openxmlformats.org/officeDocument/2006/relationships" rot="-45" type="teardrop" r:blip="">
                        <dgm:adjLst>
                          <dgm:adj idx="1" val="1.15"/>
                        </dgm:adjLst>
                      </dgm:shape>
                    </dgm:else>
                  </dgm:choose>
                  <dgm:presOf/>
                  <dgm:constrLst/>
                </dgm:layoutNode>
                <dgm:layoutNode name="Ellipse1" styleLbl="fgAcc1" moveWith="DropPin1">
                  <dgm:alg type="sp"/>
                  <dgm:shape xmlns:r="http://schemas.openxmlformats.org/officeDocument/2006/relationships" type="ellipse" r:blip="">
                    <dgm:adjLst/>
                    <dgm:extLst>
                      <a:ext uri="{B698B0E9-8C71-41B9-8309-B3DCBF30829C}">
                        <dgm1612:spPr xmlns:dgm1612="http://schemas.microsoft.com/office/drawing/2016/12/diagram">
                          <a:ln>
                            <a:noFill/>
                          </a:ln>
                        </dgm1612:spPr>
                      </a:ext>
                    </dgm:extLst>
                  </dgm:shape>
                  <dgm:presOf/>
                  <dgm:constrLst/>
                </dgm:layoutNode>
              </dgm:layoutNode>
              <dgm:layoutNode name="L2TextContainer1" styleLbl="revTx" moveWith="L1TextContainer">
                <dgm:varLst>
                  <dgm:bulletEnabled val="1"/>
                </dgm:varLst>
                <dgm:choose name="casesForTxtDirLogic1">
                  <dgm:if name="Name771" axis="self" ptType="node" func="posOdd" op="equ" val="1">
                    <dgm:alg type="tx">
                      <dgm:param type="txAnchorVert" val="t"/>
                      <dgm:param type="parTxLTRAlign" val="l"/>
                      <dgm:param type="parTxRTLAlign" val="l"/>
                      <dgm:param type="txAnchorVertCh" val="t"/>
                      <dgm:param type="shpTxRTLAlignCh" val="l"/>
                      <dgm:param type="shpTxLTRAlignCh" val="l"/>
                    </dgm:alg>
                    <dgm:constrLst>
                      <dgm:constr type="lMarg"/>
                      <dgm:constr type="rMarg"/>
                      <dgm:constr type="tMarg" refType="primFontSz" fact="0.5"/>
                      <dgm:constr type="bMarg" refType="primFontSz" fact="0.75"/>
                    </dgm:constrLst>
                  </dgm:if>
                  <dgm:else name="Name881">
                    <dgm:alg type="tx">
                      <dgm:param type="txAnchorVert" val="b"/>
                      <dgm:param type="parTxLTRAlign" val="l"/>
                      <dgm:param type="parTxRTLAlign" val="l"/>
                      <dgm:param type="txAnchorVertCh" val="b"/>
                      <dgm:param type="shpTxRTLAlignCh" val="l"/>
                      <dgm:param type="shpTxLTRAlignCh" val="l"/>
                    </dgm:alg>
                    <dgm:constrLst>
                      <dgm:constr type="lMarg"/>
                      <dgm:constr type="rMarg" refType="primFontSz" fact="0.5"/>
                      <dgm:constr type="tMarg" refType="primFontSz" fact="0.75"/>
                      <dgm:constr type="bMarg" refType="primFontSz" fact="0.5"/>
                    </dgm:constrLst>
                  </dgm:else>
                </dgm:choose>
                <dgm:shape xmlns:r="http://schemas.openxmlformats.org/officeDocument/2006/relationships" type="rect" r:blip="">
                  <dgm:adjLst/>
                </dgm:shape>
                <dgm:presOf axis="des" ptType="node"/>
                <dgm:ruleLst>
                  <dgm:rule type="primFontSz" val="11" fact="NaN" max="NaN"/>
                </dgm:ruleLst>
              </dgm:layoutNode>
              <dgm:layoutNode name="L1TextContainer1" styleLbl="revTx">
                <dgm:varLst>
                  <dgm:chMax val="1"/>
                  <dgm:chPref val="1"/>
                  <dgm:bulletEnabled val="1"/>
                </dgm:varLst>
                <dgm:alg type="tx">
                  <dgm:param type="txAnchorVert" val="mid"/>
                  <dgm:param type="parTxLTRAlign" val="l"/>
                  <dgm:param type="parTxRTLAlign" val="l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lMarg"/>
                  <dgm:constr type="rMarg" refType="primFontSz" fact="0.5"/>
                  <dgm:constr type="tMarg"/>
                  <dgm:constr type="bMarg"/>
                </dgm:constrLst>
                <dgm:ruleLst>
                  <dgm:rule type="primFontSz" val="13" fact="NaN" max="NaN"/>
                </dgm:ruleLst>
              </dgm:layoutNode>
              <dgm:layoutNode name="ConnectLine1" styleLbl="sibTrans1D1">
                <dgm:alg type="sp"/>
                <dgm:shape xmlns:r="http://schemas.openxmlformats.org/officeDocument/2006/relationships" type="line" r:blip="">
                  <dgm:adjLst/>
                  <dgm:extLst>
                    <a:ext uri="{B698B0E9-8C71-41B9-8309-B3DCBF30829C}">
                      <dgm1612:spPr xmlns:dgm1612="http://schemas.microsoft.com/office/drawing/2016/12/diagram">
                        <a:ln w="12700">
                          <a:prstDash val="dash"/>
                        </a:ln>
                      </dgm1612:spPr>
                    </a:ext>
                  </dgm:extLst>
                </dgm:shape>
                <dgm:presOf/>
                <dgm:constrLst/>
              </dgm:layoutNode>
              <dgm:layoutNode name="EmptyPlaceHolder1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</dgm:layoutNode>
            </dgm:layoutNode>
            <dgm:forEach name="Name281" axis="followSib" ptType="sibTrans" cnt="1">
              <dgm:layoutNode name="spaceBetweenRectangles1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</dgm:layoutNode>
            </dgm:forEach>
          </dgm:forEach>
        </dgm:if>
        <dgm:else name="MoreThanTwoNodes">
          <dgm:forEach name="nodesForEach" axis="ch" ptType="node">
            <dgm:layoutNode name="composite">
              <dgm:alg type="composite"/>
              <dgm:shape xmlns:r="http://schemas.openxmlformats.org/officeDocument/2006/relationships" r:blip="">
                <dgm:adjLst/>
              </dgm:shape>
              <dgm:choose name="CaseForLayoutDirection">
                <dgm:if name="CaseForLayoutDirectionLTR" func="var" arg="dir" op="equ" val="norm">
                  <dgm:choose name="CaseForPlacingNodesAboveAndBelowDividerLTR">
                    <dgm:if name="CaseForPlacingNodeAboveDividerLTR" axis="self" ptType="node" func="posOdd" op="equ" val="1">
                      <dgm:constrLst>
                        <dgm:constr type="w" for="ch" forName="ConnectorPoint" refType="h" refFor="ch" refForName="DropPinPlaceHolder" fact="0.18"/>
                        <dgm:constr type="h" for="ch" forName="ConnectorPoint" refType="h" refFor="ch" refForName="DropPinPlaceHolder" fact="0.18"/>
                        <dgm:constr type="ctrX" for="ch" forName="ConnectorPoint" refType="ctrX" refFor="ch" refForName="ConnectLine"/>
                        <dgm:constr type="ctrY" for="ch" forName="ConnectorPoint" refType="h" fact="0.5"/>
                        <dgm:constr type="w" for="ch" forName="DropPinPlaceHolder" refType="h" fact="0.13"/>
                        <dgm:constr type="h" for="ch" forName="DropPinPlaceHolder" refType="h" fact="0.13"/>
                        <dgm:constr type="t" for="ch" forName="DropPinPlaceHolder" refType="h" fact="0"/>
                        <dgm:constr type="l" for="ch" forName="DropPinPlaceHolder" refType="w" fact="0"/>
                        <dgm:constr type="w" for="ch" forName="L2TextContainer" refType="w" fact="0.83"/>
                        <dgm:constr type="l" for="ch" forName="L2TextContainer" refType="r" refFor="ch" refForName="DropPinPlaceHolder"/>
                        <dgm:constr type="t" for="ch" forName="L2TextContainer" refType="b" refFor="ch" refForName="DropPinPlaceHolder"/>
                        <dgm:constr type="b" for="ch" forName="L2TextContainer" refType="h" fact="0.5"/>
                        <dgm:constr type="w" for="ch" forName="L1TextContainer" refType="w" fact="0.83"/>
                        <dgm:constr type="l" for="ch" forName="L1TextContainer" refType="r" refFor="ch" refForName="DropPinPlaceHolder"/>
                        <dgm:constr type="b" for="ch" forName="L1TextContainer" refType="b" refFor="ch" refForName="DropPinPlaceHolder"/>
                        <dgm:constr type="t" for="ch" forName="L1TextContainer" refType="t" refFor="ch" refForName="DropPinPlaceHolder"/>
                        <dgm:constr type="w" for="ch" forName="ConnectLine"/>
                        <dgm:constr type="ctrX" for="ch" forName="ConnectLine" refType="ctrX" refFor="ch" refForName="DropPinPlaceHolder"/>
                        <dgm:constr type="b" for="ch" forName="ConnectLine" refType="h" fact="0.5"/>
                        <dgm:constr type="t" for="ch" forName="ConnectLine" refType="b" refFor="ch" refForName="DropPinPlaceHolder"/>
                        <dgm:constr type="w" for="ch" forName="EmptyPlaceHolder" refType="w"/>
                        <dgm:constr type="h" for="ch" forName="EmptyPlaceHolder" refType="h" fact="0.5"/>
                        <dgm:constr type="t" for="ch" forName="EmptyPlaceHolder" refType="h" fact="0.5"/>
                      </dgm:constrLst>
                    </dgm:if>
                    <dgm:else name="CaseForPlacingNodeBelowDividerLTR">
                      <dgm:constrLst>
                        <dgm:constr type="w" for="ch" forName="ConnectorPoint" refType="h" refFor="ch" refForName="DropPinPlaceHolder" fact="0.18"/>
                        <dgm:constr type="h" for="ch" forName="ConnectorPoint" refType="h" refFor="ch" refForName="DropPinPlaceHolder" fact="0.18"/>
                        <dgm:constr type="ctrX" for="ch" forName="ConnectorPoint" refType="ctrX" refFor="ch" refForName="ConnectLine"/>
                        <dgm:constr type="ctrY" for="ch" forName="ConnectorPoint" refType="h" fact="0.5"/>
                        <dgm:constr type="w" for="ch" forName="DropPinPlaceHolder" refType="h" fact="0.13"/>
                        <dgm:constr type="h" for="ch" forName="DropPinPlaceHolder" refType="h" fact="0.13"/>
                        <dgm:constr type="b" for="ch" forName="DropPinPlaceHolder" refType="h"/>
                        <dgm:constr type="l" for="ch" forName="DropPinPlaceHolder" refType="w" fact="0"/>
                        <dgm:constr type="w" for="ch" forName="L2TextContainer" refType="w" fact="0.83"/>
                        <dgm:constr type="l" for="ch" forName="L2TextContainer" refType="r" refFor="ch" refForName="DropPinPlaceHolder"/>
                        <dgm:constr type="b" for="ch" forName="L2TextContainer" refType="t" refFor="ch" refForName="DropPinPlaceHolder"/>
                        <dgm:constr type="t" for="ch" forName="L2TextContainer" refType="h" fact="0.5"/>
                        <dgm:constr type="w" for="ch" forName="L1TextContainer" refType="w" fact="0.83"/>
                        <dgm:constr type="l" for="ch" forName="L1TextContainer" refType="r" refFor="ch" refForName="DropPinPlaceHolder"/>
                        <dgm:constr type="b" for="ch" forName="L1TextContainer" refType="b" refFor="ch" refForName="DropPinPlaceHolder"/>
                        <dgm:constr type="t" for="ch" forName="L1TextContainer" refType="t" refFor="ch" refForName="DropPinPlaceHolder"/>
                        <dgm:constr type="w" for="ch" forName="ConnectLine"/>
                        <dgm:constr type="ctrX" for="ch" forName="ConnectLine" refType="ctrX" refFor="ch" refForName="DropPinPlaceHolder"/>
                        <dgm:constr type="t" for="ch" forName="ConnectLine" refType="h" fact="0.5"/>
                        <dgm:constr type="b" for="ch" forName="ConnectLine" refType="t" refFor="ch" refForName="DropPinPlaceHolder"/>
                        <dgm:constr type="w" for="ch" forName="EmptyPlaceHolder" refType="w"/>
                        <dgm:constr type="h" for="ch" forName="EmptyPlaceHolder" refType="h" fact="0.5"/>
                        <dgm:constr type="t" for="ch" forName="EmptyPlaceHolder" refType="h" fact="0"/>
                      </dgm:constrLst>
                    </dgm:else>
                  </dgm:choose>
                </dgm:if>
                <dgm:else name="CaseForLayoutDirectionRTL">
                  <dgm:choose name="CaseForPlacingNodesAboveAndBelowDividerRTL">
                    <dgm:if name="CaseForPlacingNodeAboveDividerRTL" axis="self" ptType="node" func="posOdd" op="equ" val="1">
                      <dgm:constrLst>
                        <dgm:constr type="w" for="ch" forName="ConnectorPoint" refType="h" refFor="ch" refForName="DropPinPlaceHolder" fact="0.18"/>
                        <dgm:constr type="h" for="ch" forName="ConnectorPoint" refType="h" refFor="ch" refForName="DropPinPlaceHolder" fact="0.18"/>
                        <dgm:constr type="ctrX" for="ch" forName="ConnectorPoint" refType="ctrX" refFor="ch" refForName="DropPinPlaceHolder"/>
                        <dgm:constr type="ctrY" for="ch" forName="ConnectorPoint" refType="h" fact="0.5"/>
                        <dgm:constr type="w" for="ch" forName="DropPinPlaceHolder" refType="h" fact="0.13"/>
                        <dgm:constr type="h" for="ch" forName="DropPinPlaceHolder" refType="h" fact="0.13"/>
                        <dgm:constr type="t" for="ch" forName="DropPinPlaceHolder" refType="h" fact="0"/>
                        <dgm:constr type="l" for="ch" forName="DropPinPlaceHolder" refType="w" fact="0"/>
                        <dgm:constr type="w" for="ch" forName="L2TextContainer" refType="w" fact="0.83"/>
                        <dgm:constr type="l" for="ch" forName="L2TextContainer" refType="r" refFor="ch" refForName="DropPinPlaceHolder"/>
                        <dgm:constr type="t" for="ch" forName="L2TextContainer" refType="b" refFor="ch" refForName="DropPinPlaceHolder"/>
                        <dgm:constr type="b" for="ch" forName="L2TextContainer" refType="h" fact="0.5"/>
                        <dgm:constr type="w" for="ch" forName="L1TextContainer" refType="w" fact="0.83"/>
                        <dgm:constr type="l" for="ch" forName="L1TextContainer" refType="r" refFor="ch" refForName="DropPinPlaceHolder"/>
                        <dgm:constr type="b" for="ch" forName="L1TextContainer" refType="b" refFor="ch" refForName="DropPinPlaceHolder"/>
                        <dgm:constr type="t" for="ch" forName="L1TextContainer" refType="t" refFor="ch" refForName="DropPinPlaceHolder"/>
                        <dgm:constr type="w" for="ch" forName="ConnectLine"/>
                        <dgm:constr type="ctrX" for="ch" forName="ConnectLine" refType="ctrX" refFor="ch" refForName="DropPinPlaceHolder"/>
                        <dgm:constr type="b" for="ch" forName="ConnectLine" refType="h" fact="0.5"/>
                        <dgm:constr type="t" for="ch" forName="ConnectLine" refType="b" refFor="ch" refForName="DropPinPlaceHolder"/>
                        <dgm:constr type="w" for="ch" forName="EmptyPlaceHolder" refType="w"/>
                        <dgm:constr type="h" for="ch" forName="EmptyPlaceHolder" refType="h" fact="0.5"/>
                        <dgm:constr type="t" for="ch" forName="EmptyPlaceHolder" refType="h" fact="0.5"/>
                      </dgm:constrLst>
                    </dgm:if>
                    <dgm:else name="CaseForPlacingNodeBelowDividerRTL">
                      <dgm:constrLst>
                        <dgm:constr type="w" for="ch" forName="ConnectorPoint" refType="h" refFor="ch" refForName="DropPinPlaceHolder" fact="0.18"/>
                        <dgm:constr type="h" for="ch" forName="ConnectorPoint" refType="h" refFor="ch" refForName="DropPinPlaceHolder" fact="0.18"/>
                        <dgm:constr type="ctrX" for="ch" forName="ConnectorPoint" refType="ctrX" refFor="ch" refForName="DropPinPlaceHolder"/>
                        <dgm:constr type="ctrY" for="ch" forName="ConnectorPoint" refType="h" fact="0.5"/>
                        <dgm:constr type="w" for="ch" forName="DropPinPlaceHolder" refType="h" fact="0.13"/>
                        <dgm:constr type="h" for="ch" forName="DropPinPlaceHolder" refType="h" fact="0.13"/>
                        <dgm:constr type="b" for="ch" forName="DropPinPlaceHolder" refType="h"/>
                        <dgm:constr type="l" for="ch" forName="DropPinPlaceHolder" refType="w" fact="0"/>
                        <dgm:constr type="w" for="ch" forName="L2TextContainer" refType="w" fact="0.83"/>
                        <dgm:constr type="l" for="ch" forName="L2TextContainer" refType="r" refFor="ch" refForName="DropPinPlaceHolder"/>
                        <dgm:constr type="b" for="ch" forName="L2TextContainer" refType="t" refFor="ch" refForName="DropPinPlaceHolder"/>
                        <dgm:constr type="t" for="ch" forName="L2TextContainer" refType="h" fact="0.5"/>
                        <dgm:constr type="w" for="ch" forName="L1TextContainer" refType="w" fact="0.83"/>
                        <dgm:constr type="l" for="ch" forName="L1TextContainer" refType="r" refFor="ch" refForName="DropPinPlaceHolder"/>
                        <dgm:constr type="b" for="ch" forName="L1TextContainer" refType="b" refFor="ch" refForName="DropPinPlaceHolder"/>
                        <dgm:constr type="t" for="ch" forName="L1TextContainer" refType="t" refFor="ch" refForName="DropPinPlaceHolder"/>
                        <dgm:constr type="w" for="ch" forName="ConnectLine"/>
                        <dgm:constr type="ctrX" for="ch" forName="ConnectLine" refType="ctrX" refFor="ch" refForName="DropPinPlaceHolder"/>
                        <dgm:constr type="t" for="ch" forName="ConnectLine" refType="h" fact="0.5"/>
                        <dgm:constr type="b" for="ch" forName="ConnectLine" refType="t" refFor="ch" refForName="DropPinPlaceHolder"/>
                        <dgm:constr type="w" for="ch" forName="EmptyPlaceHolder" refType="w"/>
                        <dgm:constr type="h" for="ch" forName="EmptyPlaceHolder" refType="h" fact="0.5"/>
                        <dgm:constr type="t" for="ch" forName="EmptyPlaceHolder" refType="h" fact="0"/>
                      </dgm:constrLst>
                    </dgm:else>
                  </dgm:choose>
                </dgm:else>
              </dgm:choose>
              <dgm:layoutNode name="ConnectorPoint" styleLbl="lnNode1" moveWith="ConnectLine">
                <dgm:alg type="sp"/>
                <dgm:shape xmlns:r="http://schemas.openxmlformats.org/officeDocument/2006/relationships" type="ellipse" r:blip="" zOrderOff="10">
                  <dgm:adjLst/>
                  <dgm:extLst>
                    <a:ext uri="{B698B0E9-8C71-41B9-8309-B3DCBF30829C}">
                      <dgm1612:spPr xmlns:dgm1612="http://schemas.microsoft.com/office/drawing/2016/12/diagram">
                        <a:ln w="6350"/>
                      </dgm1612:spPr>
                    </a:ext>
                  </dgm:extLst>
                </dgm:shape>
                <dgm:presOf/>
                <dgm:constrLst>
                  <dgm:constr type="w" refType="h" op="equ"/>
                </dgm:constrLst>
              </dgm:layoutNode>
              <dgm:layoutNode name="DropPinPlaceHolder">
                <dgm:alg type="composite"/>
                <dgm:shape xmlns:r="http://schemas.openxmlformats.org/officeDocument/2006/relationships" r:blip="">
                  <dgm:adjLst/>
                </dgm:shape>
                <dgm:constrLst>
                  <dgm:constr type="w" for="ch" forName="DropPin" refType="w"/>
                  <dgm:constr type="h" for="ch" forName="DropPin" refType="h"/>
                  <dgm:constr type="ctrX" for="ch" forName="DropPin" refType="w" fact="0.5"/>
                  <dgm:constr type="ctrY" for="ch" forName="DropPin" refType="h" fact="0.5"/>
                  <dgm:constr type="w" for="ch" forName="Ellipse" refType="w" refFor="ch" refForName="DropPin" fact="0.55"/>
                  <dgm:constr type="h" for="ch" forName="Ellipse" refType="w" refFor="ch" refForName="DropPin" fact="0.55"/>
                  <dgm:constr type="ctrX" for="ch" forName="Ellipse" refType="ctrX" refFor="ch" refForName="DropPin"/>
                  <dgm:constr type="ctrY" for="ch" forName="Ellipse" refType="ctrY" refFor="ch" refForName="DropPin"/>
                </dgm:constrLst>
                <dgm:layoutNode name="DropPin" styleLbl="alignNode1">
                  <dgm:alg type="sp"/>
                  <dgm:choose name="CaseForPlacingTearDropAboveAndBelowDivider">
                    <dgm:if name="CaseForPlacingTearDropAboveDivider" axis="self" ptType="node" func="posOdd" op="equ" val="1">
                      <dgm:shape xmlns:r="http://schemas.openxmlformats.org/officeDocument/2006/relationships" rot="135" type="teardrop" r:blip="">
                        <dgm:adjLst>
                          <dgm:adj idx="1" val="1.15"/>
                        </dgm:adjLst>
                      </dgm:shape>
                    </dgm:if>
                    <dgm:else name="CaseForPlacingTearDropBelowDivider">
                      <dgm:shape xmlns:r="http://schemas.openxmlformats.org/officeDocument/2006/relationships" rot="-45" type="teardrop" r:blip="">
                        <dgm:adjLst>
                          <dgm:adj idx="1" val="1.15"/>
                        </dgm:adjLst>
                      </dgm:shape>
                    </dgm:else>
                  </dgm:choose>
                  <dgm:presOf/>
                  <dgm:constrLst/>
                </dgm:layoutNode>
                <dgm:layoutNode name="Ellipse" styleLbl="fgAcc1" moveWith="DropPin">
                  <dgm:alg type="sp"/>
                  <dgm:shape xmlns:r="http://schemas.openxmlformats.org/officeDocument/2006/relationships" type="ellipse" r:blip="">
                    <dgm:adjLst/>
                    <dgm:extLst>
                      <a:ext uri="{B698B0E9-8C71-41B9-8309-B3DCBF30829C}">
                        <dgm1612:spPr xmlns:dgm1612="http://schemas.microsoft.com/office/drawing/2016/12/diagram">
                          <a:ln>
                            <a:noFill/>
                          </a:ln>
                        </dgm1612:spPr>
                      </a:ext>
                    </dgm:extLst>
                  </dgm:shape>
                  <dgm:presOf/>
                  <dgm:constrLst/>
                </dgm:layoutNode>
              </dgm:layoutNode>
              <dgm:layoutNode name="L2TextContainer" styleLbl="revTx" moveWith="L1TextContainer">
                <dgm:varLst>
                  <dgm:bulletEnabled val="1"/>
                </dgm:varLst>
                <dgm:choose name="casesForTxtDirLogic">
                  <dgm:if name="Name77" axis="self" ptType="node" func="posOdd" op="equ" val="1">
                    <dgm:alg type="tx">
                      <dgm:param type="txAnchorVert" val="t"/>
                      <dgm:param type="parTxLTRAlign" val="l"/>
                      <dgm:param type="parTxRTLAlign" val="l"/>
                      <dgm:param type="txAnchorVertCh" val="t"/>
                      <dgm:param type="shpTxRTLAlignCh" val="l"/>
                      <dgm:param type="shpTxLTRAlignCh" val="l"/>
                    </dgm:alg>
                    <dgm:constrLst>
                      <dgm:constr type="lMarg"/>
                      <dgm:constr type="rMarg" refType="primFontSz" fact="0.5"/>
                      <dgm:constr type="tMarg" refType="primFontSz" fact="0.5"/>
                      <dgm:constr type="bMarg" refType="primFontSz" fact="0.75"/>
                    </dgm:constrLst>
                  </dgm:if>
                  <dgm:else name="Name88">
                    <dgm:alg type="tx">
                      <dgm:param type="txAnchorVert" val="b"/>
                      <dgm:param type="parTxLTRAlign" val="l"/>
                      <dgm:param type="parTxRTLAlign" val="l"/>
                      <dgm:param type="txAnchorVertCh" val="b"/>
                      <dgm:param type="shpTxRTLAlignCh" val="l"/>
                      <dgm:param type="shpTxLTRAlignCh" val="l"/>
                    </dgm:alg>
                    <dgm:constrLst>
                      <dgm:constr type="lMarg"/>
                      <dgm:constr type="rMarg"/>
                      <dgm:constr type="tMarg" refType="primFontSz" fact="0.75"/>
                      <dgm:constr type="bMarg" refType="primFontSz" fact="0.5"/>
                    </dgm:constrLst>
                  </dgm:else>
                </dgm:choose>
                <dgm:shape xmlns:r="http://schemas.openxmlformats.org/officeDocument/2006/relationships" type="rect" r:blip="">
                  <dgm:adjLst/>
                </dgm:shape>
                <dgm:presOf axis="des" ptType="node"/>
                <dgm:ruleLst>
                  <dgm:rule type="primFontSz" val="11" fact="NaN" max="NaN"/>
                </dgm:ruleLst>
              </dgm:layoutNode>
              <dgm:layoutNode name="L1TextContainer" styleLbl="revTx">
                <dgm:varLst>
                  <dgm:chMax val="1"/>
                  <dgm:chPref val="1"/>
                  <dgm:bulletEnabled val="1"/>
                </dgm:varLst>
                <dgm:alg type="tx">
                  <dgm:param type="txAnchorVert" val="mid"/>
                  <dgm:param type="parTxLTRAlign" val="l"/>
                  <dgm:param type="parTxRTLAlign" val="l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lMarg"/>
                  <dgm:constr type="rMarg" refType="primFontSz" fact="0.5"/>
                  <dgm:constr type="tMarg"/>
                  <dgm:constr type="bMarg"/>
                </dgm:constrLst>
                <dgm:ruleLst>
                  <dgm:rule type="primFontSz" val="13" fact="NaN" max="NaN"/>
                </dgm:ruleLst>
              </dgm:layoutNode>
              <dgm:layoutNode name="ConnectLine" styleLbl="sibTrans1D1">
                <dgm:alg type="sp"/>
                <dgm:shape xmlns:r="http://schemas.openxmlformats.org/officeDocument/2006/relationships" type="line" r:blip="">
                  <dgm:adjLst/>
                  <dgm:extLst>
                    <a:ext uri="{B698B0E9-8C71-41B9-8309-B3DCBF30829C}">
                      <dgm1612:spPr xmlns:dgm1612="http://schemas.microsoft.com/office/drawing/2016/12/diagram">
                        <a:ln w="12700">
                          <a:prstDash val="dash"/>
                        </a:ln>
                      </dgm1612:spPr>
                    </a:ext>
                  </dgm:extLst>
                </dgm:shape>
                <dgm:presOf/>
                <dgm:constrLst/>
              </dgm:layoutNode>
              <dgm:layoutNode name="EmptyPlaceHolder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</dgm:layoutNode>
            </dgm:layoutNode>
            <dgm:forEach name="Name28" axis="followSib" ptType="sibTrans" cnt="1">
              <dgm:layoutNode name="spaceBetweenRectangles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</dgm:layoutNode>
            </dgm:forEach>
          </dgm:forEach>
        </dgm:else>
      </dgm:choose>
    </dgm:layoutNode>
  </dgm:layoutNode>
  <dgm:extLst>
    <a:ext uri="{68A01E43-0DF5-4B5B-8FA6-DAF915123BFB}">
      <dgm1612:lstStyle xmlns:dgm1612="http://schemas.microsoft.com/office/drawing/2016/12/diagram">
        <a:lvl1pPr>
          <a:defRPr b="1"/>
        </a:lvl1pPr>
      </dgm1612:lstStyle>
    </a:ext>
  </dgm:extLst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16/7/layout/RepeatingBendingProcessNew">
  <dgm:title val="Repeating Bending Process New"/>
  <dgm:desc val=""/>
  <dgm:catLst>
    <dgm:cat type="process" pri="5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self" func="var" arg="dir" op="equ" val="norm">
        <dgm:alg type="snake">
          <dgm:param type="grDir" val="tL"/>
          <dgm:param type="flowDir" val="row"/>
          <dgm:param type="contDir" val="sameDir"/>
          <dgm:param type="bkpt" val="endCnv"/>
        </dgm:alg>
      </dgm:if>
      <dgm:else name="Name3">
        <dgm:alg type="snake">
          <dgm:param type="grDir" val="tR"/>
          <dgm:param type="flowDir" val="row"/>
          <dgm:param type="contDir" val="same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23"/>
      <dgm:constr type="sp" refType="w" refFor="ch" refForName="sibTrans" op="equ"/>
      <dgm:constr type="userB" for="des" forName="connectorText" refType="sp"/>
      <dgm:constr type="primFontSz" for="ch" ptType="node" op="equ" val="65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 fact="0.6"/>
          <dgm:constr type="tMarg" refType="h" fact="0.243"/>
          <dgm:constr type="bMarg" refType="h" fact="0.243"/>
          <dgm:constr type="lMarg" refType="w" fact="0.1389"/>
          <dgm:constr type="rMarg" refType="w" fact="0.1389"/>
        </dgm:constrLst>
        <dgm:ruleLst>
          <dgm:rule type="primFontSz" val="12" fact="NaN" max="NaN"/>
        </dgm:ruleLst>
      </dgm:layoutNode>
      <dgm:forEach name="sibTransForEach" axis="followSib" ptType="sibTrans" cnt="1">
        <dgm:layoutNode name="sibTrans">
          <dgm:choose name="Name4">
            <dgm:if name="Name5" axis="self" func="var" arg="dir" op="equ" val="norm">
              <dgm:alg type="conn">
                <dgm:param type="connRout" val="bend"/>
                <dgm:param type="dim" val="1D"/>
                <dgm:param type="begPts" val="midR bCtr"/>
                <dgm:param type="endPts" val="midL tCtr"/>
              </dgm:alg>
            </dgm:if>
            <dgm:else name="Name6">
              <dgm:alg type="conn">
                <dgm:param type="connRout" val="bend"/>
                <dgm:param type="dim" val="1D"/>
                <dgm:param type="begPts" val="midL bCtr"/>
                <dgm:param type="endPts" val="midR tCt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 val="-0.05"/>
            <dgm:constr type="endPad" val="0.9"/>
            <dgm:constr type="userA" for="ch" ref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userA"/>
              <dgm:constr type="userB"/>
              <dgm:constr type="w" refType="userA" fact="0.05"/>
              <dgm:constr type="h" refType="userB" fact="0.01"/>
              <dgm:constr type="lMarg" val="1"/>
              <dgm:constr type="rMarg" val="1"/>
              <dgm:constr type="tMarg"/>
              <dgm:constr type="bMarg"/>
            </dgm:constrLst>
            <dgm:ruleLst>
              <dgm:rule type="w" val="NaN" fact="0.6" max="NaN"/>
              <dgm:rule type="h" val="NaN" fact="0.6" max="NaN"/>
              <dgm:rule type="primFontSz" val="5" fact="NaN" max="NaN"/>
            </dgm:ruleLst>
          </dgm:layoutNode>
        </dgm:layoutNode>
      </dgm:forEach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16/7/layout/RepeatingBendingProcessNew">
  <dgm:title val="Repeating Bending Process New"/>
  <dgm:desc val=""/>
  <dgm:catLst>
    <dgm:cat type="process" pri="5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self" func="var" arg="dir" op="equ" val="norm">
        <dgm:alg type="snake">
          <dgm:param type="grDir" val="tL"/>
          <dgm:param type="flowDir" val="row"/>
          <dgm:param type="contDir" val="sameDir"/>
          <dgm:param type="bkpt" val="endCnv"/>
        </dgm:alg>
      </dgm:if>
      <dgm:else name="Name3">
        <dgm:alg type="snake">
          <dgm:param type="grDir" val="tR"/>
          <dgm:param type="flowDir" val="row"/>
          <dgm:param type="contDir" val="same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23"/>
      <dgm:constr type="sp" refType="w" refFor="ch" refForName="sibTrans" op="equ"/>
      <dgm:constr type="userB" for="des" forName="connectorText" refType="sp"/>
      <dgm:constr type="primFontSz" for="ch" ptType="node" op="equ" val="65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 fact="0.6"/>
          <dgm:constr type="tMarg" refType="h" fact="0.243"/>
          <dgm:constr type="bMarg" refType="h" fact="0.243"/>
          <dgm:constr type="lMarg" refType="w" fact="0.1389"/>
          <dgm:constr type="rMarg" refType="w" fact="0.1389"/>
        </dgm:constrLst>
        <dgm:ruleLst>
          <dgm:rule type="primFontSz" val="12" fact="NaN" max="NaN"/>
        </dgm:ruleLst>
      </dgm:layoutNode>
      <dgm:forEach name="sibTransForEach" axis="followSib" ptType="sibTrans" cnt="1">
        <dgm:layoutNode name="sibTrans">
          <dgm:choose name="Name4">
            <dgm:if name="Name5" axis="self" func="var" arg="dir" op="equ" val="norm">
              <dgm:alg type="conn">
                <dgm:param type="connRout" val="bend"/>
                <dgm:param type="dim" val="1D"/>
                <dgm:param type="begPts" val="midR bCtr"/>
                <dgm:param type="endPts" val="midL tCtr"/>
              </dgm:alg>
            </dgm:if>
            <dgm:else name="Name6">
              <dgm:alg type="conn">
                <dgm:param type="connRout" val="bend"/>
                <dgm:param type="dim" val="1D"/>
                <dgm:param type="begPts" val="midL bCtr"/>
                <dgm:param type="endPts" val="midR tCt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 val="-0.05"/>
            <dgm:constr type="endPad" val="0.9"/>
            <dgm:constr type="userA" for="ch" ref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userA"/>
              <dgm:constr type="userB"/>
              <dgm:constr type="w" refType="userA" fact="0.05"/>
              <dgm:constr type="h" refType="userB" fact="0.01"/>
              <dgm:constr type="lMarg" val="1"/>
              <dgm:constr type="rMarg" val="1"/>
              <dgm:constr type="tMarg"/>
              <dgm:constr type="bMarg"/>
            </dgm:constrLst>
            <dgm:ruleLst>
              <dgm:rule type="w" val="NaN" fact="0.6" max="NaN"/>
              <dgm:rule type="h" val="NaN" fact="0.6" max="NaN"/>
              <dgm:rule type="primFontSz" val="5" fact="NaN" max="NaN"/>
            </dgm:ruleLst>
          </dgm:layoutNode>
        </dgm:layoutNode>
      </dgm:forEach>
    </dgm:forEach>
  </dgm:layoutNode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b-NO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E92A9E-189D-4AAD-AF5F-EA0EBE6EB4DC}" type="datetimeFigureOut">
              <a:rPr lang="nb-NO" smtClean="0"/>
              <a:t>17.08.2026</a:t>
            </a:fld>
            <a:endParaRPr lang="nb-NO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b-NO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b-N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7EA2E71-AB87-4CEE-9540-55906B812BCD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9711232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368076-42DF-5F6D-BC81-14A942D350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nb-NO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BEDBA7-FF18-6F05-2508-4CEEB19552B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nb-N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4A96FE-8EB6-0C41-3C6F-D54A2E4720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DBA130-D869-4220-B24D-A825895D2721}" type="datetimeFigureOut">
              <a:rPr lang="nb-NO" smtClean="0"/>
              <a:t>17.08.2026</a:t>
            </a:fld>
            <a:endParaRPr lang="nb-N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DA6148-6577-0A70-E3CE-709830595A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FF87AE-24A0-EC28-9F5F-5029528E06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2A27A1-AF6F-49CE-96D4-7A06D9FE71E1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35072450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47060-6954-8055-62CA-D2262850A0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b-NO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6A23AE-ECD2-5C52-B88B-5E4FABAF83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411462-2766-C21C-4AB7-26C1A5AC11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DBA130-D869-4220-B24D-A825895D2721}" type="datetimeFigureOut">
              <a:rPr lang="nb-NO" smtClean="0"/>
              <a:t>17.08.2026</a:t>
            </a:fld>
            <a:endParaRPr lang="nb-N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A1917F-6571-39A5-04C6-733CB77B94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E89750-4F4E-776F-9A64-126B24D429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2A27A1-AF6F-49CE-96D4-7A06D9FE71E1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24343783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EB3F53-8369-BFC5-C7EB-7E2728318E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nb-NO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19A0A1-89FE-F14F-55A2-462B99F8A6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BDC57B-01AA-A4CF-5EA7-620A510C06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DBA130-D869-4220-B24D-A825895D2721}" type="datetimeFigureOut">
              <a:rPr lang="nb-NO" smtClean="0"/>
              <a:t>17.08.2026</a:t>
            </a:fld>
            <a:endParaRPr lang="nb-N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6E3499-99D7-266D-1FFA-E9C35775E2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4EE13F-0609-1CE9-A11D-4107E109E8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2A27A1-AF6F-49CE-96D4-7A06D9FE71E1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6631726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15E7DB-30E9-9B98-6099-5ACCD06D02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b-NO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7D06AE-47CA-0B71-AB55-5461D805E08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5BAB12-09C9-C790-5AF9-03C21FE5695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901A7A-3560-7376-1E2B-A8B0E34E4E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DBA130-D869-4220-B24D-A825895D2721}" type="datetimeFigureOut">
              <a:rPr lang="nb-NO" smtClean="0"/>
              <a:t>17.08.2026</a:t>
            </a:fld>
            <a:endParaRPr lang="nb-N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6C3AD7-4971-2C69-4506-878AFB8104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519BC1A-B9B4-ED6B-2660-4956A007BD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2A27A1-AF6F-49CE-96D4-7A06D9FE71E1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33698425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C97FCB-2A65-4E80-75BD-0D2E948796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b-NO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AA0D25-8739-E0A6-934C-E3198B762C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0F3A98E-C22D-5999-388C-101969B09B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AB10139-8518-A210-CA19-BBD85A14361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BD72099-0D02-0A71-034E-998ACF7356E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C375D7E-10F4-1AD3-8CC6-233D6EF45A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DBA130-D869-4220-B24D-A825895D2721}" type="datetimeFigureOut">
              <a:rPr lang="nb-NO" smtClean="0"/>
              <a:t>17.08.2026</a:t>
            </a:fld>
            <a:endParaRPr lang="nb-NO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6DF1C0A-3973-5592-A280-88E1D31960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AD2652B-61C9-FC1C-42E4-DCEDBBDE4B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2A27A1-AF6F-49CE-96D4-7A06D9FE71E1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633615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1B27EA-F84E-1EFA-AC9F-1399CB2D38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b-NO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42EC2AD-3ED3-58AA-ACCD-180347009C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DBA130-D869-4220-B24D-A825895D2721}" type="datetimeFigureOut">
              <a:rPr lang="nb-NO" smtClean="0"/>
              <a:t>17.08.2026</a:t>
            </a:fld>
            <a:endParaRPr lang="nb-NO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58DBC0E-876C-AF53-FB85-3A853B3DF3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4343DA-9002-F942-88DA-DDB0508C93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2A27A1-AF6F-49CE-96D4-7A06D9FE71E1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25935064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4737806-10E1-D9E6-4C0A-3C56C8F48F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DBA130-D869-4220-B24D-A825895D2721}" type="datetimeFigureOut">
              <a:rPr lang="nb-NO" smtClean="0"/>
              <a:t>17.08.2026</a:t>
            </a:fld>
            <a:endParaRPr lang="nb-NO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7231A6F-CF62-0D86-394D-D456A18992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1E9B76-C279-3D91-882F-80D601F36F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2A27A1-AF6F-49CE-96D4-7A06D9FE71E1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21046369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239D3C-9D2A-A169-CF38-2BAD8F3DFD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b-NO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867281-5A75-047C-BEB2-CE49A2EB72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9BDB387-8BBB-6B3E-E948-97F24FB4C0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04A7FF-E405-AB4B-FE28-ACFA4279DA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DBA130-D869-4220-B24D-A825895D2721}" type="datetimeFigureOut">
              <a:rPr lang="nb-NO" smtClean="0"/>
              <a:t>17.08.2026</a:t>
            </a:fld>
            <a:endParaRPr lang="nb-N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8CE025-0826-E368-0A8A-5BAFBA8599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D773EC-6D2A-222D-B7E4-89297DBBFD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2A27A1-AF6F-49CE-96D4-7A06D9FE71E1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23566524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280844-6EE3-880F-73CA-8EA2AE1E08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b-NO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0FDF1D7-D42F-8B57-B180-388262F4C84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b-NO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5BACA2F-A14E-79C6-D5F8-378F208FF2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D89097D-5D7C-5985-DB20-BC7B8A832E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DBA130-D869-4220-B24D-A825895D2721}" type="datetimeFigureOut">
              <a:rPr lang="nb-NO" smtClean="0"/>
              <a:t>17.08.2026</a:t>
            </a:fld>
            <a:endParaRPr lang="nb-N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01B3882-88B3-6659-E990-FEC261C540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3E5324D-6D70-484A-FB49-A7A191A2A6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2A27A1-AF6F-49CE-96D4-7A06D9FE71E1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6925608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1B5044-714F-305C-5785-72B221142C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b-NO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A3DDDDB-AE8B-3E90-54BA-717BE97ED7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528ABD-9BD6-95DD-A369-85C476902A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DBA130-D869-4220-B24D-A825895D2721}" type="datetimeFigureOut">
              <a:rPr lang="nb-NO" smtClean="0"/>
              <a:t>17.08.2026</a:t>
            </a:fld>
            <a:endParaRPr lang="nb-N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DD3F20-EEB5-1838-49F7-5F2C8E6405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218517-3796-1C38-7D44-BE8CE1BB88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2A27A1-AF6F-49CE-96D4-7A06D9FE71E1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34010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3D1366C-FFB0-EE35-8107-8C597073532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nb-NO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6C4A98-1E69-3F42-3272-A50AF1BBA0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4CD73F-684A-FB32-DD3E-28AA122246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DBA130-D869-4220-B24D-A825895D2721}" type="datetimeFigureOut">
              <a:rPr lang="nb-NO" smtClean="0"/>
              <a:t>17.08.2026</a:t>
            </a:fld>
            <a:endParaRPr lang="nb-N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7E454A-7C5A-5848-892C-E2F07510BB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01FCFF-30C2-9418-6AC6-8F48A3FE10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2A27A1-AF6F-49CE-96D4-7A06D9FE71E1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213687064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587523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64366D2-D062-0B83-EDCD-97EE84E1D6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nb-NO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302949-4439-9C9F-6216-D38B4F128D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91F4E1-C2BD-ADCE-A4AF-808E1258256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DBA130-D869-4220-B24D-A825895D2721}" type="datetimeFigureOut">
              <a:rPr lang="nb-NO" smtClean="0"/>
              <a:t>17.08.2026</a:t>
            </a:fld>
            <a:endParaRPr lang="nb-N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40D038-5B91-2222-D525-0C94738062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b-N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46258F-267A-A50C-E6F3-334351B87A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12A27A1-AF6F-49CE-96D4-7A06D9FE71E1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8708835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b-N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7" Type="http://schemas.openxmlformats.org/officeDocument/2006/relationships/hyperlink" Target="https://www.regjeringen.no/no/dokumenter/nou-2026-4/id3155361/" TargetMode="Externa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7.xml"/><Relationship Id="rId7" Type="http://schemas.microsoft.com/office/2007/relationships/diagramDrawing" Target="../diagrams/drawing7.xml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7.xml"/><Relationship Id="rId5" Type="http://schemas.openxmlformats.org/officeDocument/2006/relationships/diagramQuickStyle" Target="../diagrams/quickStyle7.xml"/><Relationship Id="rId4" Type="http://schemas.openxmlformats.org/officeDocument/2006/relationships/diagramLayout" Target="../diagrams/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8.xml"/><Relationship Id="rId2" Type="http://schemas.openxmlformats.org/officeDocument/2006/relationships/diagramData" Target="../diagrams/data8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8.xml"/><Relationship Id="rId5" Type="http://schemas.openxmlformats.org/officeDocument/2006/relationships/diagramColors" Target="../diagrams/colors8.xml"/><Relationship Id="rId4" Type="http://schemas.openxmlformats.org/officeDocument/2006/relationships/diagramQuickStyle" Target="../diagrams/quickStyle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9.xml"/><Relationship Id="rId7" Type="http://schemas.microsoft.com/office/2007/relationships/diagramDrawing" Target="../diagrams/drawing9.xml"/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9.xml"/><Relationship Id="rId5" Type="http://schemas.openxmlformats.org/officeDocument/2006/relationships/diagramQuickStyle" Target="../diagrams/quickStyle9.xml"/><Relationship Id="rId4" Type="http://schemas.openxmlformats.org/officeDocument/2006/relationships/diagramLayout" Target="../diagrams/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2" name="Rectangle 31">
            <a:extLst>
              <a:ext uri="{FF2B5EF4-FFF2-40B4-BE49-F238E27FC236}">
                <a16:creationId xmlns:a16="http://schemas.microsoft.com/office/drawing/2014/main" id="{577D6B2E-37A3-429E-A37C-F30ED64872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CEAD642-85CF-4750-8432-7C80C901F0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1723" y="-1"/>
            <a:ext cx="12225953" cy="6868071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FA33EEAE-15D5-4119-8C1E-89D943F911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441959" y="-3"/>
            <a:ext cx="11772269" cy="6868074"/>
          </a:xfrm>
          <a:prstGeom prst="rect">
            <a:avLst/>
          </a:prstGeom>
          <a:gradFill>
            <a:gsLst>
              <a:gs pos="21000">
                <a:schemeClr val="accent1">
                  <a:lumMod val="50000"/>
                  <a:alpha val="83000"/>
                </a:schemeClr>
              </a:gs>
              <a:gs pos="100000">
                <a:schemeClr val="accent1"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30D8B3B-9B80-4025-B934-26DC7D7CD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5200" y="0"/>
            <a:ext cx="3623374" cy="686807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0"/>
                </a:schemeClr>
              </a:gs>
              <a:gs pos="99000">
                <a:srgbClr val="000000">
                  <a:alpha val="41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1064D5D5-227B-4F66-9AEA-46F570E793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5875" y="-3"/>
            <a:ext cx="12233581" cy="6868076"/>
          </a:xfrm>
          <a:prstGeom prst="rect">
            <a:avLst/>
          </a:prstGeom>
          <a:gradFill>
            <a:gsLst>
              <a:gs pos="3000">
                <a:schemeClr val="accent1">
                  <a:lumMod val="75000"/>
                  <a:alpha val="0"/>
                </a:schemeClr>
              </a:gs>
              <a:gs pos="100000">
                <a:srgbClr val="000000">
                  <a:alpha val="73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46B67A4-D328-4747-A82B-65E84FA463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4484334" y="-861824"/>
            <a:ext cx="6861931" cy="8597859"/>
          </a:xfrm>
          <a:prstGeom prst="rect">
            <a:avLst/>
          </a:prstGeom>
          <a:gradFill>
            <a:gsLst>
              <a:gs pos="3000">
                <a:schemeClr val="accent1">
                  <a:lumMod val="75000"/>
                  <a:alpha val="0"/>
                </a:schemeClr>
              </a:gs>
              <a:gs pos="100000">
                <a:srgbClr val="000000">
                  <a:alpha val="27000"/>
                </a:srgb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B5A1B09C-1565-46F8-B70F-621C5EB48A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993193">
            <a:off x="1186972" y="1089049"/>
            <a:ext cx="4967533" cy="4988390"/>
          </a:xfrm>
          <a:prstGeom prst="ellipse">
            <a:avLst/>
          </a:prstGeom>
          <a:gradFill>
            <a:gsLst>
              <a:gs pos="0">
                <a:schemeClr val="accent1">
                  <a:alpha val="26000"/>
                </a:schemeClr>
              </a:gs>
              <a:gs pos="85000">
                <a:schemeClr val="accent1">
                  <a:lumMod val="60000"/>
                  <a:lumOff val="4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BB34734-1D05-0D59-AAE0-0760A1783F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62567" y="818984"/>
            <a:ext cx="6714699" cy="3178689"/>
          </a:xfrm>
        </p:spPr>
        <p:txBody>
          <a:bodyPr>
            <a:normAutofit/>
          </a:bodyPr>
          <a:lstStyle/>
          <a:p>
            <a:pPr algn="l"/>
            <a:r>
              <a:rPr lang="nb-NO" sz="4800" noProof="0" dirty="0">
                <a:solidFill>
                  <a:srgbClr val="FFFFFF"/>
                </a:solidFill>
              </a:rPr>
              <a:t>Nytte-kostnadsanalyse i teori og praksis 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C516CC8-80AC-446C-A56E-9F54B72104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4490110"/>
            <a:ext cx="12217710" cy="237796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34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D906840-7C50-3A7B-3032-EC34B823EC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85397" y="4960961"/>
            <a:ext cx="7055893" cy="1078054"/>
          </a:xfrm>
        </p:spPr>
        <p:txBody>
          <a:bodyPr>
            <a:normAutofit/>
          </a:bodyPr>
          <a:lstStyle/>
          <a:p>
            <a:pPr algn="l"/>
            <a:r>
              <a:rPr lang="en-US">
                <a:solidFill>
                  <a:srgbClr val="FFFFFF"/>
                </a:solidFill>
              </a:rPr>
              <a:t>SOK-2301</a:t>
            </a:r>
            <a:endParaRPr lang="nb-NO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365682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373193F-2035-0C26-35E4-5ABF51B9D3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396" y="586855"/>
            <a:ext cx="4230100" cy="3387497"/>
          </a:xfrm>
        </p:spPr>
        <p:txBody>
          <a:bodyPr anchor="b">
            <a:normAutofit/>
          </a:bodyPr>
          <a:lstStyle/>
          <a:p>
            <a:pPr algn="r"/>
            <a:r>
              <a:rPr lang="en-US" sz="4000" dirty="0">
                <a:solidFill>
                  <a:srgbClr val="FFFFFF"/>
                </a:solidFill>
              </a:rPr>
              <a:t>Om </a:t>
            </a:r>
            <a:r>
              <a:rPr lang="en-US" sz="4000" dirty="0" err="1">
                <a:solidFill>
                  <a:srgbClr val="FFFFFF"/>
                </a:solidFill>
              </a:rPr>
              <a:t>kurset</a:t>
            </a:r>
            <a:endParaRPr lang="nb-NO" sz="4000" dirty="0">
              <a:solidFill>
                <a:srgbClr val="FFFFFF"/>
              </a:solidFill>
            </a:endParaRPr>
          </a:p>
        </p:txBody>
      </p:sp>
      <p:sp>
        <p:nvSpPr>
          <p:cNvPr id="27" name="Content Placeholder 2">
            <a:extLst>
              <a:ext uri="{FF2B5EF4-FFF2-40B4-BE49-F238E27FC236}">
                <a16:creationId xmlns:a16="http://schemas.microsoft.com/office/drawing/2014/main" id="{0520E714-B4AD-1065-AADC-8F677CEC7D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3158" y="649480"/>
            <a:ext cx="4862447" cy="5546047"/>
          </a:xfrm>
        </p:spPr>
        <p:txBody>
          <a:bodyPr anchor="ctr">
            <a:normAutofit/>
          </a:bodyPr>
          <a:lstStyle/>
          <a:p>
            <a:r>
              <a:rPr lang="en-US" sz="2000" dirty="0"/>
              <a:t>Teori: Øivind</a:t>
            </a:r>
          </a:p>
          <a:p>
            <a:r>
              <a:rPr lang="en-US" sz="2000" dirty="0" err="1"/>
              <a:t>Praksis</a:t>
            </a:r>
            <a:r>
              <a:rPr lang="en-US" sz="2000" dirty="0"/>
              <a:t>: Espen</a:t>
            </a:r>
          </a:p>
          <a:p>
            <a:r>
              <a:rPr lang="en-US" sz="2000" dirty="0"/>
              <a:t>Case-</a:t>
            </a:r>
            <a:r>
              <a:rPr lang="en-US" sz="2000" dirty="0" err="1"/>
              <a:t>oppgave</a:t>
            </a:r>
            <a:r>
              <a:rPr lang="en-US" sz="2000" dirty="0"/>
              <a:t>:</a:t>
            </a:r>
          </a:p>
          <a:p>
            <a:pPr lvl="1"/>
            <a:r>
              <a:rPr lang="nb-NO" sz="2000" dirty="0"/>
              <a:t>To obligatoriske innleveringer (arbeidskrav) </a:t>
            </a:r>
          </a:p>
          <a:p>
            <a:pPr lvl="1"/>
            <a:r>
              <a:rPr lang="nb-NO" sz="2000" dirty="0"/>
              <a:t>Én presentasjon (arbeidskrav) </a:t>
            </a:r>
          </a:p>
          <a:p>
            <a:pPr lvl="1"/>
            <a:r>
              <a:rPr lang="nb-NO" sz="2000" dirty="0"/>
              <a:t>Prosjektoppgave (karaktergivende) </a:t>
            </a:r>
          </a:p>
          <a:p>
            <a:pPr lvl="1"/>
            <a:r>
              <a:rPr lang="nb-NO" sz="2000" dirty="0"/>
              <a:t>Fra 1-3 i hver gruppe </a:t>
            </a:r>
          </a:p>
          <a:p>
            <a:r>
              <a:rPr lang="nb-NO" sz="2000" dirty="0"/>
              <a:t>Eksamen:</a:t>
            </a:r>
          </a:p>
          <a:p>
            <a:pPr lvl="1"/>
            <a:r>
              <a:rPr lang="nb-NO" sz="2000" dirty="0"/>
              <a:t>  Generelle spørsmål om nytte-kostnadsanalyse fra pensum</a:t>
            </a:r>
          </a:p>
          <a:p>
            <a:pPr lvl="1"/>
            <a:r>
              <a:rPr lang="nb-NO" sz="2000" dirty="0"/>
              <a:t>  Spørsmål knyttet til prosjektoppgaven du/dere har levert</a:t>
            </a:r>
          </a:p>
          <a:p>
            <a:pPr lvl="1"/>
            <a:endParaRPr lang="nb-NO" sz="2000" dirty="0"/>
          </a:p>
        </p:txBody>
      </p:sp>
    </p:spTree>
    <p:extLst>
      <p:ext uri="{BB962C8B-B14F-4D97-AF65-F5344CB8AC3E}">
        <p14:creationId xmlns:p14="http://schemas.microsoft.com/office/powerpoint/2010/main" val="12240376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42394439-DC7F-5F82-8E10-FA818A352B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0609466">
            <a:off x="547986" y="156807"/>
            <a:ext cx="4255377" cy="498086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1B2CEE58-038F-B16A-2DC3-B915AC7252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222984">
            <a:off x="-416047" y="4547368"/>
            <a:ext cx="5060119" cy="1847248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8E9F7A47-797B-4AFF-2D52-43040897A9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45249">
            <a:off x="6718519" y="3321857"/>
            <a:ext cx="5499069" cy="349331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31F35B21-A5B3-F871-D83E-512D01DDC08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566274">
            <a:off x="6489380" y="389275"/>
            <a:ext cx="4779678" cy="3255546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CEAE8753-F3D1-3D28-EA47-55CD22E3139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20068511">
            <a:off x="3632962" y="3248006"/>
            <a:ext cx="4645555" cy="3121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06325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7" name="Rectangle 36">
            <a:extLst>
              <a:ext uri="{FF2B5EF4-FFF2-40B4-BE49-F238E27FC236}">
                <a16:creationId xmlns:a16="http://schemas.microsoft.com/office/drawing/2014/main" id="{2151139A-886F-4B97-8815-729AD3831B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AB5E08C4-8CDD-4623-A5B8-E998C6DEE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492"/>
            <a:ext cx="12191998" cy="1575955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15F33878-D502-4FFA-8ACE-F2AECDB2A2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35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D3539FEE-81D3-4406-802E-60B20B16F4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8" y="-5307777"/>
            <a:ext cx="1576446" cy="12192001"/>
          </a:xfrm>
          <a:prstGeom prst="rect">
            <a:avLst/>
          </a:prstGeom>
          <a:gradFill>
            <a:gsLst>
              <a:gs pos="16000">
                <a:srgbClr val="000000">
                  <a:alpha val="0"/>
                </a:srgbClr>
              </a:gs>
              <a:gs pos="99000">
                <a:srgbClr val="000000">
                  <a:alpha val="87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DC701763-729E-462F-A5A8-E0DEFEB1E2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25434" y="986"/>
            <a:ext cx="4303422" cy="1575461"/>
          </a:xfrm>
          <a:prstGeom prst="rect">
            <a:avLst/>
          </a:prstGeom>
          <a:gradFill>
            <a:gsLst>
              <a:gs pos="0">
                <a:schemeClr val="accent1">
                  <a:alpha val="17000"/>
                </a:schemeClr>
              </a:gs>
              <a:gs pos="74000">
                <a:schemeClr val="accent1">
                  <a:lumMod val="5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19A2699F-99F8-2FD8-FECE-C7C25A9AF7E7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6979" y="2198883"/>
            <a:ext cx="4890074" cy="3997637"/>
          </a:xfrm>
          <a:prstGeom prst="rect">
            <a:avLst/>
          </a:prstGeom>
        </p:spPr>
      </p:pic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7BA035AA-C052-0B53-F66D-8E934178D836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71973" y="2218308"/>
            <a:ext cx="4530118" cy="3997831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9B8191F4-449D-2CDA-FA66-A6B42D790537}"/>
              </a:ext>
            </a:extLst>
          </p:cNvPr>
          <p:cNvSpPr txBox="1"/>
          <p:nvPr/>
        </p:nvSpPr>
        <p:spPr>
          <a:xfrm>
            <a:off x="736979" y="807547"/>
            <a:ext cx="308845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 err="1">
                <a:solidFill>
                  <a:schemeClr val="bg1"/>
                </a:solidFill>
              </a:rPr>
              <a:t>Dårlig</a:t>
            </a:r>
            <a:r>
              <a:rPr lang="en-US" sz="3200" dirty="0">
                <a:solidFill>
                  <a:schemeClr val="bg1"/>
                </a:solidFill>
              </a:rPr>
              <a:t> </a:t>
            </a:r>
            <a:r>
              <a:rPr lang="en-US" sz="3200" dirty="0" err="1">
                <a:solidFill>
                  <a:schemeClr val="bg1"/>
                </a:solidFill>
              </a:rPr>
              <a:t>prosjekt</a:t>
            </a:r>
            <a:endParaRPr lang="nb-NO" sz="3200" dirty="0">
              <a:solidFill>
                <a:schemeClr val="bg1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14B5B4D-3DA1-B5BC-DFAC-54F688C2E34F}"/>
              </a:ext>
            </a:extLst>
          </p:cNvPr>
          <p:cNvSpPr txBox="1"/>
          <p:nvPr/>
        </p:nvSpPr>
        <p:spPr>
          <a:xfrm>
            <a:off x="7071973" y="730602"/>
            <a:ext cx="308845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chemeClr val="bg1"/>
                </a:solidFill>
              </a:rPr>
              <a:t>Bra </a:t>
            </a:r>
            <a:r>
              <a:rPr lang="en-US" sz="3200" dirty="0" err="1">
                <a:solidFill>
                  <a:schemeClr val="bg1"/>
                </a:solidFill>
              </a:rPr>
              <a:t>prosjekt</a:t>
            </a:r>
            <a:endParaRPr lang="nb-NO" sz="3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988443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E51BA4DF-2BD4-4EC2-B1DB-B27C8AC718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5EF9F8E-14E2-875C-BF54-7ABBA7BC37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53733" y="548464"/>
            <a:ext cx="6798541" cy="1675623"/>
          </a:xfrm>
        </p:spPr>
        <p:txBody>
          <a:bodyPr anchor="b">
            <a:normAutofit/>
          </a:bodyPr>
          <a:lstStyle/>
          <a:p>
            <a:r>
              <a:rPr lang="nb-NO" sz="4000" noProof="0"/>
              <a:t>Hva er nytte-kostnadsanalyse?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E531559-4738-CAC7-D7E6-335B28F228A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4354" r="24800" b="-1"/>
          <a:stretch>
            <a:fillRect/>
          </a:stretch>
        </p:blipFill>
        <p:spPr>
          <a:xfrm>
            <a:off x="1" y="10"/>
            <a:ext cx="4196496" cy="6857990"/>
          </a:xfrm>
          <a:prstGeom prst="rect">
            <a:avLst/>
          </a:prstGeom>
          <a:effectLst/>
        </p:spPr>
      </p:pic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D8193A86-B918-4993-835C-707C31969A8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66988641"/>
              </p:ext>
            </p:extLst>
          </p:nvPr>
        </p:nvGraphicFramePr>
        <p:xfrm>
          <a:off x="4553734" y="2409830"/>
          <a:ext cx="6798539" cy="370521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9023429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E51BA4DF-2BD4-4EC2-B1DB-B27C8AC718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EE7F0B-F4FD-EDE0-1344-AAB84CA30C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53733" y="548464"/>
            <a:ext cx="6798541" cy="1675623"/>
          </a:xfrm>
        </p:spPr>
        <p:txBody>
          <a:bodyPr anchor="b">
            <a:normAutofit/>
          </a:bodyPr>
          <a:lstStyle/>
          <a:p>
            <a:r>
              <a:rPr lang="nb-NO" sz="4000" b="1"/>
              <a:t>Hvorfor?</a:t>
            </a:r>
            <a:br>
              <a:rPr lang="nb-NO" sz="4000"/>
            </a:br>
            <a:endParaRPr lang="nb-NO" sz="400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DC11ABB-6EFD-ECE1-0649-8BA6805DCE6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3672" r="5482" b="-1"/>
          <a:stretch>
            <a:fillRect/>
          </a:stretch>
        </p:blipFill>
        <p:spPr>
          <a:xfrm>
            <a:off x="1" y="10"/>
            <a:ext cx="4196496" cy="6857990"/>
          </a:xfrm>
          <a:prstGeom prst="rect">
            <a:avLst/>
          </a:prstGeom>
          <a:effectLst/>
        </p:spPr>
      </p:pic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80380BA0-A243-5816-C6DE-BBD5432C995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42003146"/>
              </p:ext>
            </p:extLst>
          </p:nvPr>
        </p:nvGraphicFramePr>
        <p:xfrm>
          <a:off x="4553734" y="1816100"/>
          <a:ext cx="6798539" cy="47434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2127843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C090BE-EF08-8A7B-75BA-B3B08676CE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Historisk utvikling</a:t>
            </a:r>
            <a:endParaRPr lang="nb-NO" sz="4000">
              <a:solidFill>
                <a:srgbClr val="FFFFFF"/>
              </a:solidFill>
            </a:endParaRPr>
          </a:p>
        </p:txBody>
      </p:sp>
      <p:graphicFrame>
        <p:nvGraphicFramePr>
          <p:cNvPr id="21" name="Content Placeholder 2">
            <a:extLst>
              <a:ext uri="{FF2B5EF4-FFF2-40B4-BE49-F238E27FC236}">
                <a16:creationId xmlns:a16="http://schemas.microsoft.com/office/drawing/2014/main" id="{19DFBBE5-B501-01A9-FCD8-A33C0CB1E1A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85551517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2067590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5E396D-18F6-8DE9-258C-76907AC259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noProof="0" dirty="0"/>
              <a:t>Hjemmelekse</a:t>
            </a:r>
          </a:p>
        </p:txBody>
      </p:sp>
      <p:graphicFrame>
        <p:nvGraphicFramePr>
          <p:cNvPr id="20" name="Content Placeholder 2">
            <a:extLst>
              <a:ext uri="{FF2B5EF4-FFF2-40B4-BE49-F238E27FC236}">
                <a16:creationId xmlns:a16="http://schemas.microsoft.com/office/drawing/2014/main" id="{AC6C87ED-6423-F0E2-88CF-EEAD4510309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71562282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0803613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2A3A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3" name="Text 1"/>
          <p:cNvSpPr/>
          <p:nvPr/>
        </p:nvSpPr>
        <p:spPr>
          <a:xfrm>
            <a:off x="822960" y="233172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 err="1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Årets</a:t>
            </a: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case: kjernekraft i Norge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22960" y="32461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CBD5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Beslutningstre: planlegge nå vs. vente og se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822960" y="3977640"/>
            <a:ext cx="502920" cy="41148"/>
          </a:xfrm>
          <a:prstGeom prst="rect">
            <a:avLst/>
          </a:prstGeom>
          <a:solidFill>
            <a:srgbClr val="C97C2C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6" name="Text 4"/>
          <p:cNvSpPr/>
          <p:nvPr/>
        </p:nvSpPr>
        <p:spPr>
          <a:xfrm>
            <a:off x="822960" y="60807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A3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til kurs i nytte-kostnadsanalyse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 måter verden kan utvikle seg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14300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teknologimodning fram mot beslutningstidspunktet avgjør om kjernekraft blir lønnsomt i Norge.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212080" cy="4023360"/>
          </a:xfrm>
          <a:prstGeom prst="roundRect">
            <a:avLst>
              <a:gd name="adj" fmla="val 1818"/>
            </a:avLst>
          </a:prstGeom>
          <a:solidFill>
            <a:srgbClr val="F2F4F6"/>
          </a:solidFill>
          <a:ln w="19050">
            <a:solidFill>
              <a:srgbClr val="0E7C7B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5" name="Shape 3"/>
          <p:cNvSpPr/>
          <p:nvPr/>
        </p:nvSpPr>
        <p:spPr>
          <a:xfrm>
            <a:off x="960120" y="228600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0E7C7B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6" name="Text 4"/>
          <p:cNvSpPr/>
          <p:nvPr/>
        </p:nvSpPr>
        <p:spPr>
          <a:xfrm>
            <a:off x="960120" y="22860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691640" y="2304288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Billig og enkelt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960120" y="3063240"/>
            <a:ext cx="457200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Modne, standardiserte design (f.eks. SMR)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Erfaring fra internasjonale prosjekter reduserer risiko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Kort, forutsigbar byggetid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Investeringskostnad nær lønnsomhetsterskel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309360" y="1920240"/>
            <a:ext cx="5212080" cy="4023360"/>
          </a:xfrm>
          <a:prstGeom prst="roundRect">
            <a:avLst>
              <a:gd name="adj" fmla="val 1818"/>
            </a:avLst>
          </a:prstGeom>
          <a:solidFill>
            <a:srgbClr val="F2F4F6"/>
          </a:solidFill>
          <a:ln w="19050">
            <a:solidFill>
              <a:srgbClr val="9AA3AC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10" name="Shape 8"/>
          <p:cNvSpPr/>
          <p:nvPr/>
        </p:nvSpPr>
        <p:spPr>
          <a:xfrm>
            <a:off x="6629400" y="228600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9AA3AC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1" name="Text 9"/>
          <p:cNvSpPr/>
          <p:nvPr/>
        </p:nvSpPr>
        <p:spPr>
          <a:xfrm>
            <a:off x="6629400" y="22860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7360920" y="2304288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Dyrt og komplisert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629400" y="3063240"/>
            <a:ext cx="457200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Fortsatt umodne leverandørkjeder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Kostnadsoverskridelser og forsinkelser (jf. Olkiluoto 3, Vogtle)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Lang, usikker byggetid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Investeringskostnad langt over lønnsomhetsterskel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nb-NO" sz="2600" b="1" noProof="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Kjernekraft i Norge – </a:t>
            </a:r>
            <a:r>
              <a:rPr lang="nb-NO" sz="2600" b="1" noProof="0" dirty="0" err="1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beslutningstre</a:t>
            </a:r>
            <a:endParaRPr lang="nb-NO" sz="2600" noProof="0" dirty="0"/>
          </a:p>
        </p:txBody>
      </p:sp>
      <p:sp>
        <p:nvSpPr>
          <p:cNvPr id="3" name="Shape 1"/>
          <p:cNvSpPr/>
          <p:nvPr/>
        </p:nvSpPr>
        <p:spPr>
          <a:xfrm>
            <a:off x="777240" y="1051560"/>
            <a:ext cx="10607040" cy="0"/>
          </a:xfrm>
          <a:prstGeom prst="line">
            <a:avLst/>
          </a:prstGeom>
          <a:noFill/>
          <a:ln w="15875">
            <a:solidFill>
              <a:srgbClr val="9AA3AC"/>
            </a:solidFill>
            <a:prstDash val="dash"/>
          </a:ln>
        </p:spPr>
        <p:txBody>
          <a:bodyPr/>
          <a:lstStyle/>
          <a:p>
            <a:endParaRPr lang="nb-NO" noProof="0" dirty="0"/>
          </a:p>
        </p:txBody>
      </p:sp>
      <p:sp>
        <p:nvSpPr>
          <p:cNvPr id="4" name="Shape 2"/>
          <p:cNvSpPr/>
          <p:nvPr/>
        </p:nvSpPr>
        <p:spPr>
          <a:xfrm>
            <a:off x="868680" y="1005840"/>
            <a:ext cx="91440" cy="91440"/>
          </a:xfrm>
          <a:prstGeom prst="ellipse">
            <a:avLst/>
          </a:prstGeom>
          <a:solidFill>
            <a:srgbClr val="44586B"/>
          </a:solidFill>
          <a:ln/>
        </p:spPr>
        <p:txBody>
          <a:bodyPr/>
          <a:lstStyle/>
          <a:p>
            <a:endParaRPr lang="nb-NO" noProof="0" dirty="0"/>
          </a:p>
        </p:txBody>
      </p:sp>
      <p:sp>
        <p:nvSpPr>
          <p:cNvPr id="5" name="Text 3"/>
          <p:cNvSpPr/>
          <p:nvPr/>
        </p:nvSpPr>
        <p:spPr>
          <a:xfrm>
            <a:off x="457200" y="11430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nb-NO" sz="1200" b="1" noProof="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nb-NO" sz="1200" noProof="0" dirty="0"/>
          </a:p>
        </p:txBody>
      </p:sp>
      <p:sp>
        <p:nvSpPr>
          <p:cNvPr id="6" name="Shape 4"/>
          <p:cNvSpPr/>
          <p:nvPr/>
        </p:nvSpPr>
        <p:spPr>
          <a:xfrm>
            <a:off x="4297680" y="1005840"/>
            <a:ext cx="91440" cy="91440"/>
          </a:xfrm>
          <a:prstGeom prst="ellipse">
            <a:avLst/>
          </a:prstGeom>
          <a:solidFill>
            <a:srgbClr val="44586B"/>
          </a:solidFill>
          <a:ln/>
        </p:spPr>
        <p:txBody>
          <a:bodyPr/>
          <a:lstStyle/>
          <a:p>
            <a:endParaRPr lang="nb-NO" noProof="0" dirty="0"/>
          </a:p>
        </p:txBody>
      </p:sp>
      <p:sp>
        <p:nvSpPr>
          <p:cNvPr id="7" name="Text 5"/>
          <p:cNvSpPr/>
          <p:nvPr/>
        </p:nvSpPr>
        <p:spPr>
          <a:xfrm>
            <a:off x="3886200" y="11430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nb-NO" sz="1200" b="1" noProof="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2035</a:t>
            </a:r>
            <a:endParaRPr lang="nb-NO" sz="1200" noProof="0" dirty="0"/>
          </a:p>
        </p:txBody>
      </p:sp>
      <p:sp>
        <p:nvSpPr>
          <p:cNvPr id="8" name="Shape 6"/>
          <p:cNvSpPr/>
          <p:nvPr/>
        </p:nvSpPr>
        <p:spPr>
          <a:xfrm>
            <a:off x="7726680" y="1005840"/>
            <a:ext cx="91440" cy="91440"/>
          </a:xfrm>
          <a:prstGeom prst="ellipse">
            <a:avLst/>
          </a:prstGeom>
          <a:solidFill>
            <a:srgbClr val="44586B"/>
          </a:solidFill>
          <a:ln/>
        </p:spPr>
        <p:txBody>
          <a:bodyPr/>
          <a:lstStyle/>
          <a:p>
            <a:endParaRPr lang="nb-NO" noProof="0" dirty="0"/>
          </a:p>
        </p:txBody>
      </p:sp>
      <p:sp>
        <p:nvSpPr>
          <p:cNvPr id="9" name="Text 7"/>
          <p:cNvSpPr/>
          <p:nvPr/>
        </p:nvSpPr>
        <p:spPr>
          <a:xfrm>
            <a:off x="7315200" y="11430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nb-NO" sz="1200" b="1" noProof="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2045</a:t>
            </a:r>
            <a:endParaRPr lang="nb-NO" sz="1200" noProof="0" dirty="0"/>
          </a:p>
        </p:txBody>
      </p:sp>
      <p:sp>
        <p:nvSpPr>
          <p:cNvPr id="10" name="Shape 8"/>
          <p:cNvSpPr/>
          <p:nvPr/>
        </p:nvSpPr>
        <p:spPr>
          <a:xfrm>
            <a:off x="11064240" y="1005840"/>
            <a:ext cx="91440" cy="91440"/>
          </a:xfrm>
          <a:prstGeom prst="ellipse">
            <a:avLst/>
          </a:prstGeom>
          <a:solidFill>
            <a:srgbClr val="44586B"/>
          </a:solidFill>
          <a:ln/>
        </p:spPr>
        <p:txBody>
          <a:bodyPr/>
          <a:lstStyle/>
          <a:p>
            <a:endParaRPr lang="nb-NO" noProof="0" dirty="0"/>
          </a:p>
        </p:txBody>
      </p:sp>
      <p:sp>
        <p:nvSpPr>
          <p:cNvPr id="11" name="Text 9"/>
          <p:cNvSpPr/>
          <p:nvPr/>
        </p:nvSpPr>
        <p:spPr>
          <a:xfrm>
            <a:off x="10652760" y="11430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nb-NO" sz="1200" b="1" noProof="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2055</a:t>
            </a:r>
            <a:endParaRPr lang="nb-NO" sz="1200" noProof="0" dirty="0"/>
          </a:p>
        </p:txBody>
      </p:sp>
      <p:sp>
        <p:nvSpPr>
          <p:cNvPr id="12" name="Text 10"/>
          <p:cNvSpPr/>
          <p:nvPr/>
        </p:nvSpPr>
        <p:spPr>
          <a:xfrm>
            <a:off x="548640" y="16916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nb-NO" sz="1500" b="1" noProof="0" dirty="0">
                <a:solidFill>
                  <a:srgbClr val="0E7C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Alternativ 1 — start planlegging nå</a:t>
            </a:r>
            <a:endParaRPr lang="nb-NO" sz="1500" noProof="0" dirty="0"/>
          </a:p>
        </p:txBody>
      </p:sp>
      <p:sp>
        <p:nvSpPr>
          <p:cNvPr id="29" name="Text 27"/>
          <p:cNvSpPr/>
          <p:nvPr/>
        </p:nvSpPr>
        <p:spPr>
          <a:xfrm>
            <a:off x="548640" y="39776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nb-NO" sz="1500" b="1" noProof="0" dirty="0">
                <a:solidFill>
                  <a:srgbClr val="C97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Alternativ 2 — vent til 2035, planlegg da</a:t>
            </a:r>
            <a:endParaRPr lang="nb-NO" sz="1500" noProof="0" dirty="0"/>
          </a:p>
        </p:txBody>
      </p:sp>
      <p:sp>
        <p:nvSpPr>
          <p:cNvPr id="30" name="Shape 28"/>
          <p:cNvSpPr/>
          <p:nvPr/>
        </p:nvSpPr>
        <p:spPr>
          <a:xfrm>
            <a:off x="868680" y="4487931"/>
            <a:ext cx="3379471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5875">
            <a:solidFill>
              <a:srgbClr val="9AA3AC"/>
            </a:solidFill>
            <a:prstDash val="dash"/>
          </a:ln>
        </p:spPr>
        <p:txBody>
          <a:bodyPr/>
          <a:lstStyle/>
          <a:p>
            <a:endParaRPr lang="nb-NO" noProof="0" dirty="0"/>
          </a:p>
        </p:txBody>
      </p:sp>
      <p:sp>
        <p:nvSpPr>
          <p:cNvPr id="31" name="Text 29"/>
          <p:cNvSpPr/>
          <p:nvPr/>
        </p:nvSpPr>
        <p:spPr>
          <a:xfrm>
            <a:off x="1093471" y="4487931"/>
            <a:ext cx="2170429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nb-NO" sz="1150" noProof="0" dirty="0">
                <a:solidFill>
                  <a:srgbClr val="9AA3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 aktivitet 2026–2035</a:t>
            </a:r>
            <a:endParaRPr lang="nb-NO" sz="1150" noProof="0" dirty="0"/>
          </a:p>
        </p:txBody>
      </p:sp>
      <p:sp>
        <p:nvSpPr>
          <p:cNvPr id="51" name="Shape 16">
            <a:extLst>
              <a:ext uri="{FF2B5EF4-FFF2-40B4-BE49-F238E27FC236}">
                <a16:creationId xmlns:a16="http://schemas.microsoft.com/office/drawing/2014/main" id="{4DEE7430-F2BB-41D9-E006-B04C01DDEA58}"/>
              </a:ext>
            </a:extLst>
          </p:cNvPr>
          <p:cNvSpPr/>
          <p:nvPr/>
        </p:nvSpPr>
        <p:spPr>
          <a:xfrm>
            <a:off x="7726680" y="4489137"/>
            <a:ext cx="3468404" cy="640080"/>
          </a:xfrm>
          <a:prstGeom prst="roundRect">
            <a:avLst>
              <a:gd name="adj" fmla="val 8571"/>
            </a:avLst>
          </a:prstGeom>
          <a:solidFill>
            <a:srgbClr val="0E7C7B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nb-NO" noProof="0" dirty="0"/>
          </a:p>
        </p:txBody>
      </p:sp>
      <p:sp>
        <p:nvSpPr>
          <p:cNvPr id="53" name="Shape 11">
            <a:extLst>
              <a:ext uri="{FF2B5EF4-FFF2-40B4-BE49-F238E27FC236}">
                <a16:creationId xmlns:a16="http://schemas.microsoft.com/office/drawing/2014/main" id="{32398D50-7886-9090-9D0F-E627B78D95B4}"/>
              </a:ext>
            </a:extLst>
          </p:cNvPr>
          <p:cNvSpPr/>
          <p:nvPr/>
        </p:nvSpPr>
        <p:spPr>
          <a:xfrm>
            <a:off x="4297680" y="4487930"/>
            <a:ext cx="3551722" cy="640080"/>
          </a:xfrm>
          <a:prstGeom prst="roundRect">
            <a:avLst>
              <a:gd name="adj" fmla="val 8571"/>
            </a:avLst>
          </a:prstGeom>
          <a:solidFill>
            <a:srgbClr val="15BBB7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nb-NO" noProof="0" dirty="0"/>
          </a:p>
        </p:txBody>
      </p:sp>
      <p:sp>
        <p:nvSpPr>
          <p:cNvPr id="55" name="Text 12">
            <a:extLst>
              <a:ext uri="{FF2B5EF4-FFF2-40B4-BE49-F238E27FC236}">
                <a16:creationId xmlns:a16="http://schemas.microsoft.com/office/drawing/2014/main" id="{D5D4CA2E-CE07-3C2D-9335-7535C2EBD941}"/>
              </a:ext>
            </a:extLst>
          </p:cNvPr>
          <p:cNvSpPr/>
          <p:nvPr/>
        </p:nvSpPr>
        <p:spPr>
          <a:xfrm>
            <a:off x="4023360" y="4487930"/>
            <a:ext cx="1554480" cy="64008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nb-NO" sz="115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Planlegging</a:t>
            </a:r>
            <a:endParaRPr lang="nb-NO" sz="1150" noProof="0" dirty="0"/>
          </a:p>
          <a:p>
            <a:pPr marL="0" indent="0" algn="ctr">
              <a:buNone/>
            </a:pPr>
            <a:r>
              <a:rPr lang="nb-NO" sz="115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starter 2035</a:t>
            </a:r>
            <a:endParaRPr lang="nb-NO" sz="1150" noProof="0" dirty="0"/>
          </a:p>
        </p:txBody>
      </p:sp>
      <p:sp>
        <p:nvSpPr>
          <p:cNvPr id="57" name="Shape 13">
            <a:extLst>
              <a:ext uri="{FF2B5EF4-FFF2-40B4-BE49-F238E27FC236}">
                <a16:creationId xmlns:a16="http://schemas.microsoft.com/office/drawing/2014/main" id="{909ED113-712F-6AF7-7FA6-CD9F6CBDC1EB}"/>
              </a:ext>
            </a:extLst>
          </p:cNvPr>
          <p:cNvSpPr/>
          <p:nvPr/>
        </p:nvSpPr>
        <p:spPr>
          <a:xfrm>
            <a:off x="7223760" y="4390476"/>
            <a:ext cx="1005840" cy="822960"/>
          </a:xfrm>
          <a:prstGeom prst="diamond">
            <a:avLst/>
          </a:prstGeom>
          <a:solidFill>
            <a:srgbClr val="F2F4F6"/>
          </a:solidFill>
          <a:ln w="15875">
            <a:solidFill>
              <a:srgbClr val="44586B"/>
            </a:solidFill>
            <a:prstDash val="solid"/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nb-NO" noProof="0" dirty="0"/>
          </a:p>
        </p:txBody>
      </p:sp>
      <p:sp>
        <p:nvSpPr>
          <p:cNvPr id="59" name="Text 14">
            <a:extLst>
              <a:ext uri="{FF2B5EF4-FFF2-40B4-BE49-F238E27FC236}">
                <a16:creationId xmlns:a16="http://schemas.microsoft.com/office/drawing/2014/main" id="{A5D4876F-4F72-DE5C-CB98-0CDE686F121F}"/>
              </a:ext>
            </a:extLst>
          </p:cNvPr>
          <p:cNvSpPr/>
          <p:nvPr/>
        </p:nvSpPr>
        <p:spPr>
          <a:xfrm>
            <a:off x="7231882" y="4353176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nb-NO" sz="1050" b="1" noProof="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2045:</a:t>
            </a:r>
            <a:endParaRPr lang="nb-NO" sz="1050" noProof="0" dirty="0"/>
          </a:p>
          <a:p>
            <a:pPr marL="0" indent="0" algn="ctr">
              <a:buNone/>
            </a:pPr>
            <a:r>
              <a:rPr lang="nb-NO" sz="1050" b="1" noProof="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eller B?</a:t>
            </a:r>
            <a:endParaRPr lang="nb-NO" sz="1050" noProof="0" dirty="0"/>
          </a:p>
        </p:txBody>
      </p:sp>
      <p:sp>
        <p:nvSpPr>
          <p:cNvPr id="61" name="Text 17">
            <a:extLst>
              <a:ext uri="{FF2B5EF4-FFF2-40B4-BE49-F238E27FC236}">
                <a16:creationId xmlns:a16="http://schemas.microsoft.com/office/drawing/2014/main" id="{BFCFFD78-56F2-65CF-623E-2E290FA6B182}"/>
              </a:ext>
            </a:extLst>
          </p:cNvPr>
          <p:cNvSpPr/>
          <p:nvPr/>
        </p:nvSpPr>
        <p:spPr>
          <a:xfrm>
            <a:off x="8789473" y="4465669"/>
            <a:ext cx="1691640" cy="64008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nb-NO" sz="115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 Bygg 2045–2055</a:t>
            </a:r>
            <a:endParaRPr lang="nb-NO" sz="1150" noProof="0" dirty="0"/>
          </a:p>
        </p:txBody>
      </p:sp>
      <p:sp>
        <p:nvSpPr>
          <p:cNvPr id="63" name="Shape 20">
            <a:extLst>
              <a:ext uri="{FF2B5EF4-FFF2-40B4-BE49-F238E27FC236}">
                <a16:creationId xmlns:a16="http://schemas.microsoft.com/office/drawing/2014/main" id="{55B7F7FF-80D7-B112-19D2-1E8CB3A6AB1A}"/>
              </a:ext>
            </a:extLst>
          </p:cNvPr>
          <p:cNvSpPr/>
          <p:nvPr/>
        </p:nvSpPr>
        <p:spPr>
          <a:xfrm>
            <a:off x="11186961" y="4484624"/>
            <a:ext cx="502921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9050">
            <a:solidFill>
              <a:srgbClr val="0E7C7B"/>
            </a:solidFill>
            <a:prstDash val="solid"/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nb-NO" noProof="0" dirty="0"/>
          </a:p>
        </p:txBody>
      </p:sp>
      <p:sp>
        <p:nvSpPr>
          <p:cNvPr id="65" name="Text 21">
            <a:extLst>
              <a:ext uri="{FF2B5EF4-FFF2-40B4-BE49-F238E27FC236}">
                <a16:creationId xmlns:a16="http://schemas.microsoft.com/office/drawing/2014/main" id="{E6D24167-1143-08AE-D0EE-C2201AC53138}"/>
              </a:ext>
            </a:extLst>
          </p:cNvPr>
          <p:cNvSpPr/>
          <p:nvPr/>
        </p:nvSpPr>
        <p:spPr>
          <a:xfrm>
            <a:off x="10721341" y="4477705"/>
            <a:ext cx="1417320" cy="64008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nb-NO" sz="1150" b="1" noProof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drift</a:t>
            </a:r>
            <a:endParaRPr lang="nb-NO" sz="1150" noProof="0" dirty="0"/>
          </a:p>
          <a:p>
            <a:pPr marL="0" indent="0" algn="ctr">
              <a:buNone/>
            </a:pPr>
            <a:r>
              <a:rPr lang="nb-NO" sz="1150" b="1" noProof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2055</a:t>
            </a:r>
            <a:endParaRPr lang="nb-NO" sz="1150" noProof="0" dirty="0"/>
          </a:p>
        </p:txBody>
      </p:sp>
      <p:sp>
        <p:nvSpPr>
          <p:cNvPr id="67" name="Shape 23">
            <a:extLst>
              <a:ext uri="{FF2B5EF4-FFF2-40B4-BE49-F238E27FC236}">
                <a16:creationId xmlns:a16="http://schemas.microsoft.com/office/drawing/2014/main" id="{10150B4D-C4FC-CDB7-B2E0-9C1B48B692F6}"/>
              </a:ext>
            </a:extLst>
          </p:cNvPr>
          <p:cNvSpPr/>
          <p:nvPr/>
        </p:nvSpPr>
        <p:spPr>
          <a:xfrm>
            <a:off x="8547234" y="5422335"/>
            <a:ext cx="169164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9AA3AC"/>
            </a:solidFill>
            <a:prstDash val="dash"/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nb-NO" noProof="0" dirty="0"/>
          </a:p>
        </p:txBody>
      </p:sp>
      <p:sp>
        <p:nvSpPr>
          <p:cNvPr id="69" name="Text 24">
            <a:extLst>
              <a:ext uri="{FF2B5EF4-FFF2-40B4-BE49-F238E27FC236}">
                <a16:creationId xmlns:a16="http://schemas.microsoft.com/office/drawing/2014/main" id="{5811AA7E-86CE-012C-2511-53B5306D9960}"/>
              </a:ext>
            </a:extLst>
          </p:cNvPr>
          <p:cNvSpPr/>
          <p:nvPr/>
        </p:nvSpPr>
        <p:spPr>
          <a:xfrm>
            <a:off x="8467225" y="5422335"/>
            <a:ext cx="1691640" cy="54864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nb-NO" sz="1050" noProof="0" dirty="0">
                <a:solidFill>
                  <a:srgbClr val="9AA3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B: Avslutt</a:t>
            </a:r>
            <a:endParaRPr lang="nb-NO" sz="1050" noProof="0" dirty="0"/>
          </a:p>
          <a:p>
            <a:pPr marL="0" indent="0" algn="ctr">
              <a:buNone/>
            </a:pPr>
            <a:r>
              <a:rPr lang="nb-NO" sz="1050" noProof="0" dirty="0">
                <a:solidFill>
                  <a:srgbClr val="9AA3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(ingen utbygging)</a:t>
            </a:r>
            <a:endParaRPr lang="nb-NO" sz="1050" noProof="0" dirty="0"/>
          </a:p>
        </p:txBody>
      </p:sp>
      <p:sp>
        <p:nvSpPr>
          <p:cNvPr id="71" name="Shape 25">
            <a:extLst>
              <a:ext uri="{FF2B5EF4-FFF2-40B4-BE49-F238E27FC236}">
                <a16:creationId xmlns:a16="http://schemas.microsoft.com/office/drawing/2014/main" id="{DE7AB3F3-DEF1-06A9-BF13-621951C81B7D}"/>
              </a:ext>
            </a:extLst>
          </p:cNvPr>
          <p:cNvSpPr/>
          <p:nvPr/>
        </p:nvSpPr>
        <p:spPr>
          <a:xfrm>
            <a:off x="7873214" y="5162302"/>
            <a:ext cx="632261" cy="433137"/>
          </a:xfrm>
          <a:prstGeom prst="line">
            <a:avLst/>
          </a:prstGeom>
          <a:noFill/>
          <a:ln w="15875">
            <a:solidFill>
              <a:srgbClr val="9AA3AC"/>
            </a:solidFill>
            <a:prstDash val="dash"/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nb-NO" noProof="0" dirty="0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8C6D6FBD-CA30-F9A3-0129-4E1987F93EC9}"/>
              </a:ext>
            </a:extLst>
          </p:cNvPr>
          <p:cNvSpPr/>
          <p:nvPr/>
        </p:nvSpPr>
        <p:spPr>
          <a:xfrm>
            <a:off x="11660704" y="4390476"/>
            <a:ext cx="99862" cy="7856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nb-NO" noProof="0" dirty="0"/>
          </a:p>
        </p:txBody>
      </p:sp>
      <p:sp>
        <p:nvSpPr>
          <p:cNvPr id="75" name="Shape 16">
            <a:extLst>
              <a:ext uri="{FF2B5EF4-FFF2-40B4-BE49-F238E27FC236}">
                <a16:creationId xmlns:a16="http://schemas.microsoft.com/office/drawing/2014/main" id="{18B7059B-1487-16A7-F98A-457404109597}"/>
              </a:ext>
            </a:extLst>
          </p:cNvPr>
          <p:cNvSpPr/>
          <p:nvPr/>
        </p:nvSpPr>
        <p:spPr>
          <a:xfrm>
            <a:off x="4297680" y="2501895"/>
            <a:ext cx="3468404" cy="640080"/>
          </a:xfrm>
          <a:prstGeom prst="roundRect">
            <a:avLst>
              <a:gd name="adj" fmla="val 8571"/>
            </a:avLst>
          </a:prstGeom>
          <a:solidFill>
            <a:srgbClr val="0E7C7B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nb-NO" noProof="0" dirty="0"/>
          </a:p>
        </p:txBody>
      </p:sp>
      <p:sp>
        <p:nvSpPr>
          <p:cNvPr id="77" name="Shape 11">
            <a:extLst>
              <a:ext uri="{FF2B5EF4-FFF2-40B4-BE49-F238E27FC236}">
                <a16:creationId xmlns:a16="http://schemas.microsoft.com/office/drawing/2014/main" id="{17B38E9C-A281-31C3-7927-7E6020387C78}"/>
              </a:ext>
            </a:extLst>
          </p:cNvPr>
          <p:cNvSpPr/>
          <p:nvPr/>
        </p:nvSpPr>
        <p:spPr>
          <a:xfrm>
            <a:off x="868680" y="2500688"/>
            <a:ext cx="3551722" cy="640080"/>
          </a:xfrm>
          <a:prstGeom prst="roundRect">
            <a:avLst>
              <a:gd name="adj" fmla="val 8571"/>
            </a:avLst>
          </a:prstGeom>
          <a:solidFill>
            <a:srgbClr val="15BBB7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nb-NO" noProof="0" dirty="0"/>
          </a:p>
        </p:txBody>
      </p:sp>
      <p:sp>
        <p:nvSpPr>
          <p:cNvPr id="79" name="Text 12">
            <a:extLst>
              <a:ext uri="{FF2B5EF4-FFF2-40B4-BE49-F238E27FC236}">
                <a16:creationId xmlns:a16="http://schemas.microsoft.com/office/drawing/2014/main" id="{C494F0E7-797A-0A01-5545-93898FD46247}"/>
              </a:ext>
            </a:extLst>
          </p:cNvPr>
          <p:cNvSpPr/>
          <p:nvPr/>
        </p:nvSpPr>
        <p:spPr>
          <a:xfrm>
            <a:off x="594360" y="2500688"/>
            <a:ext cx="1554480" cy="64008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nb-NO" sz="115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Planlegging</a:t>
            </a:r>
            <a:endParaRPr lang="nb-NO" sz="1150" noProof="0" dirty="0"/>
          </a:p>
          <a:p>
            <a:pPr marL="0" indent="0" algn="ctr">
              <a:buNone/>
            </a:pPr>
            <a:r>
              <a:rPr lang="nb-NO" sz="115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starter 2026</a:t>
            </a:r>
            <a:endParaRPr lang="nb-NO" sz="1150" noProof="0" dirty="0"/>
          </a:p>
        </p:txBody>
      </p:sp>
      <p:sp>
        <p:nvSpPr>
          <p:cNvPr id="81" name="Shape 13">
            <a:extLst>
              <a:ext uri="{FF2B5EF4-FFF2-40B4-BE49-F238E27FC236}">
                <a16:creationId xmlns:a16="http://schemas.microsoft.com/office/drawing/2014/main" id="{16E47AE9-39E5-E06C-1783-4FB18D15EE37}"/>
              </a:ext>
            </a:extLst>
          </p:cNvPr>
          <p:cNvSpPr/>
          <p:nvPr/>
        </p:nvSpPr>
        <p:spPr>
          <a:xfrm>
            <a:off x="3794760" y="2403234"/>
            <a:ext cx="1005840" cy="822960"/>
          </a:xfrm>
          <a:prstGeom prst="diamond">
            <a:avLst/>
          </a:prstGeom>
          <a:solidFill>
            <a:srgbClr val="F2F4F6"/>
          </a:solidFill>
          <a:ln w="15875">
            <a:solidFill>
              <a:srgbClr val="44586B"/>
            </a:solidFill>
            <a:prstDash val="solid"/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nb-NO" noProof="0" dirty="0"/>
          </a:p>
        </p:txBody>
      </p:sp>
      <p:sp>
        <p:nvSpPr>
          <p:cNvPr id="83" name="Text 14">
            <a:extLst>
              <a:ext uri="{FF2B5EF4-FFF2-40B4-BE49-F238E27FC236}">
                <a16:creationId xmlns:a16="http://schemas.microsoft.com/office/drawing/2014/main" id="{7A17AF2F-B8E8-7C70-FEAF-16DBE1D280F6}"/>
              </a:ext>
            </a:extLst>
          </p:cNvPr>
          <p:cNvSpPr/>
          <p:nvPr/>
        </p:nvSpPr>
        <p:spPr>
          <a:xfrm>
            <a:off x="3802882" y="2365934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nb-NO" sz="1050" b="1" noProof="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2035:</a:t>
            </a:r>
            <a:endParaRPr lang="nb-NO" sz="1050" noProof="0" dirty="0"/>
          </a:p>
          <a:p>
            <a:pPr marL="0" indent="0" algn="ctr">
              <a:buNone/>
            </a:pPr>
            <a:r>
              <a:rPr lang="nb-NO" sz="1050" b="1" noProof="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eller B?</a:t>
            </a:r>
            <a:endParaRPr lang="nb-NO" sz="1050" noProof="0" dirty="0"/>
          </a:p>
        </p:txBody>
      </p:sp>
      <p:sp>
        <p:nvSpPr>
          <p:cNvPr id="85" name="Text 17">
            <a:extLst>
              <a:ext uri="{FF2B5EF4-FFF2-40B4-BE49-F238E27FC236}">
                <a16:creationId xmlns:a16="http://schemas.microsoft.com/office/drawing/2014/main" id="{BCB58DCE-0487-3DEB-5BA0-27792D1A0D3D}"/>
              </a:ext>
            </a:extLst>
          </p:cNvPr>
          <p:cNvSpPr/>
          <p:nvPr/>
        </p:nvSpPr>
        <p:spPr>
          <a:xfrm>
            <a:off x="5360473" y="2478427"/>
            <a:ext cx="1691640" cy="64008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nb-NO" sz="115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 Bygg 2035–2045</a:t>
            </a:r>
            <a:endParaRPr lang="nb-NO" sz="1150" noProof="0" dirty="0"/>
          </a:p>
        </p:txBody>
      </p:sp>
      <p:sp>
        <p:nvSpPr>
          <p:cNvPr id="87" name="Shape 20">
            <a:extLst>
              <a:ext uri="{FF2B5EF4-FFF2-40B4-BE49-F238E27FC236}">
                <a16:creationId xmlns:a16="http://schemas.microsoft.com/office/drawing/2014/main" id="{06893797-D743-233F-D06A-DD9E1CAC2098}"/>
              </a:ext>
            </a:extLst>
          </p:cNvPr>
          <p:cNvSpPr/>
          <p:nvPr/>
        </p:nvSpPr>
        <p:spPr>
          <a:xfrm>
            <a:off x="7757961" y="2497382"/>
            <a:ext cx="4167339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9050">
            <a:solidFill>
              <a:srgbClr val="0E7C7B"/>
            </a:solidFill>
            <a:prstDash val="solid"/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nb-NO" noProof="0" dirty="0"/>
          </a:p>
        </p:txBody>
      </p:sp>
      <p:sp>
        <p:nvSpPr>
          <p:cNvPr id="89" name="Text 21">
            <a:extLst>
              <a:ext uri="{FF2B5EF4-FFF2-40B4-BE49-F238E27FC236}">
                <a16:creationId xmlns:a16="http://schemas.microsoft.com/office/drawing/2014/main" id="{24109853-8CCB-74B6-C21D-E607549F1B27}"/>
              </a:ext>
            </a:extLst>
          </p:cNvPr>
          <p:cNvSpPr/>
          <p:nvPr/>
        </p:nvSpPr>
        <p:spPr>
          <a:xfrm>
            <a:off x="7292341" y="2490463"/>
            <a:ext cx="1417320" cy="64008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nb-NO" sz="1150" b="1" noProof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drift</a:t>
            </a:r>
            <a:endParaRPr lang="nb-NO" sz="1150" noProof="0" dirty="0"/>
          </a:p>
          <a:p>
            <a:pPr marL="0" indent="0" algn="ctr">
              <a:buNone/>
            </a:pPr>
            <a:r>
              <a:rPr lang="nb-NO" sz="1150" b="1" noProof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2045</a:t>
            </a:r>
            <a:endParaRPr lang="nb-NO" sz="1150" noProof="0" dirty="0"/>
          </a:p>
        </p:txBody>
      </p:sp>
      <p:sp>
        <p:nvSpPr>
          <p:cNvPr id="91" name="Shape 23">
            <a:extLst>
              <a:ext uri="{FF2B5EF4-FFF2-40B4-BE49-F238E27FC236}">
                <a16:creationId xmlns:a16="http://schemas.microsoft.com/office/drawing/2014/main" id="{13AB140B-6647-A681-1940-41D67C35BDE1}"/>
              </a:ext>
            </a:extLst>
          </p:cNvPr>
          <p:cNvSpPr/>
          <p:nvPr/>
        </p:nvSpPr>
        <p:spPr>
          <a:xfrm>
            <a:off x="5118234" y="3435093"/>
            <a:ext cx="169164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9AA3AC"/>
            </a:solidFill>
            <a:prstDash val="dash"/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nb-NO" noProof="0" dirty="0"/>
          </a:p>
        </p:txBody>
      </p:sp>
      <p:sp>
        <p:nvSpPr>
          <p:cNvPr id="93" name="Text 24">
            <a:extLst>
              <a:ext uri="{FF2B5EF4-FFF2-40B4-BE49-F238E27FC236}">
                <a16:creationId xmlns:a16="http://schemas.microsoft.com/office/drawing/2014/main" id="{C0E07D2A-3BAF-BE4E-0472-8F4D8F2F02C0}"/>
              </a:ext>
            </a:extLst>
          </p:cNvPr>
          <p:cNvSpPr/>
          <p:nvPr/>
        </p:nvSpPr>
        <p:spPr>
          <a:xfrm>
            <a:off x="5038225" y="3435093"/>
            <a:ext cx="1691640" cy="54864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nb-NO" sz="1050" noProof="0" dirty="0">
                <a:solidFill>
                  <a:srgbClr val="9AA3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B: Avslutt</a:t>
            </a:r>
            <a:endParaRPr lang="nb-NO" sz="1050" noProof="0" dirty="0"/>
          </a:p>
          <a:p>
            <a:pPr marL="0" indent="0" algn="ctr">
              <a:buNone/>
            </a:pPr>
            <a:r>
              <a:rPr lang="nb-NO" sz="1050" noProof="0" dirty="0">
                <a:solidFill>
                  <a:srgbClr val="9AA3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(ingen utbygging)</a:t>
            </a:r>
            <a:endParaRPr lang="nb-NO" sz="1050" noProof="0" dirty="0"/>
          </a:p>
        </p:txBody>
      </p:sp>
      <p:sp>
        <p:nvSpPr>
          <p:cNvPr id="95" name="Shape 25">
            <a:extLst>
              <a:ext uri="{FF2B5EF4-FFF2-40B4-BE49-F238E27FC236}">
                <a16:creationId xmlns:a16="http://schemas.microsoft.com/office/drawing/2014/main" id="{DBBEAE5A-907C-B654-A408-CA9C2D07EACF}"/>
              </a:ext>
            </a:extLst>
          </p:cNvPr>
          <p:cNvSpPr/>
          <p:nvPr/>
        </p:nvSpPr>
        <p:spPr>
          <a:xfrm>
            <a:off x="4444214" y="3175060"/>
            <a:ext cx="632261" cy="433137"/>
          </a:xfrm>
          <a:prstGeom prst="line">
            <a:avLst/>
          </a:prstGeom>
          <a:noFill/>
          <a:ln w="15875">
            <a:solidFill>
              <a:srgbClr val="9AA3AC"/>
            </a:solidFill>
            <a:prstDash val="dash"/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nb-NO" noProof="0" dirty="0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99E10FB3-5F22-DC17-195C-4FDB2E5142F6}"/>
              </a:ext>
            </a:extLst>
          </p:cNvPr>
          <p:cNvSpPr/>
          <p:nvPr/>
        </p:nvSpPr>
        <p:spPr>
          <a:xfrm>
            <a:off x="11875369" y="2389401"/>
            <a:ext cx="99862" cy="7856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nb-NO" noProof="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nb-NO" sz="2800" b="1" noProof="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Kritiske faktorer</a:t>
            </a:r>
            <a:endParaRPr lang="nb-NO" sz="2800" noProof="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5257800" cy="2331720"/>
          </a:xfrm>
          <a:prstGeom prst="roundRect">
            <a:avLst>
              <a:gd name="adj" fmla="val 3137"/>
            </a:avLst>
          </a:prstGeom>
          <a:solidFill>
            <a:srgbClr val="F2F4F6"/>
          </a:solidFill>
          <a:ln/>
        </p:spPr>
        <p:txBody>
          <a:bodyPr/>
          <a:lstStyle/>
          <a:p>
            <a:endParaRPr lang="nb-NO" noProof="0" dirty="0"/>
          </a:p>
        </p:txBody>
      </p:sp>
      <p:sp>
        <p:nvSpPr>
          <p:cNvPr id="4" name="Shape 2"/>
          <p:cNvSpPr/>
          <p:nvPr/>
        </p:nvSpPr>
        <p:spPr>
          <a:xfrm>
            <a:off x="914400" y="164592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0E7C7B"/>
          </a:solidFill>
          <a:ln/>
        </p:spPr>
        <p:txBody>
          <a:bodyPr/>
          <a:lstStyle/>
          <a:p>
            <a:endParaRPr lang="nb-NO" noProof="0" dirty="0"/>
          </a:p>
        </p:txBody>
      </p:sp>
      <p:sp>
        <p:nvSpPr>
          <p:cNvPr id="5" name="Text 3"/>
          <p:cNvSpPr/>
          <p:nvPr/>
        </p:nvSpPr>
        <p:spPr>
          <a:xfrm>
            <a:off x="914400" y="16459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nb-NO" sz="2000" b="1" noProof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nb-NO" sz="2000" noProof="0" dirty="0"/>
          </a:p>
        </p:txBody>
      </p:sp>
      <p:sp>
        <p:nvSpPr>
          <p:cNvPr id="6" name="Text 4"/>
          <p:cNvSpPr/>
          <p:nvPr/>
        </p:nvSpPr>
        <p:spPr>
          <a:xfrm>
            <a:off x="1600200" y="1645920"/>
            <a:ext cx="40233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nb-NO" sz="1500" b="1" noProof="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Ren dominans ved stasjonær sannsynlighet</a:t>
            </a:r>
            <a:endParaRPr lang="nb-NO" sz="1500" noProof="0" dirty="0"/>
          </a:p>
        </p:txBody>
      </p:sp>
      <p:sp>
        <p:nvSpPr>
          <p:cNvPr id="7" name="Text 5"/>
          <p:cNvSpPr/>
          <p:nvPr/>
        </p:nvSpPr>
        <p:spPr>
          <a:xfrm>
            <a:off x="914400" y="2423160"/>
            <a:ext cx="47091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nb-NO" sz="1250" noProof="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 alternativene i realiteten identiske? </a:t>
            </a:r>
          </a:p>
          <a:p>
            <a:pPr marL="0" indent="0">
              <a:buNone/>
            </a:pPr>
            <a:endParaRPr lang="nb-NO" sz="1250" dirty="0">
              <a:solidFill>
                <a:srgbClr val="44586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nb-NO" sz="1250" noProof="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så fall er NV(A1)&gt;NV(A2) pga. diskontering. </a:t>
            </a:r>
            <a:endParaRPr lang="nb-NO" sz="1250" noProof="0" dirty="0"/>
          </a:p>
        </p:txBody>
      </p:sp>
      <p:sp>
        <p:nvSpPr>
          <p:cNvPr id="8" name="Shape 6"/>
          <p:cNvSpPr/>
          <p:nvPr/>
        </p:nvSpPr>
        <p:spPr>
          <a:xfrm>
            <a:off x="6263640" y="1371600"/>
            <a:ext cx="5257800" cy="2331720"/>
          </a:xfrm>
          <a:prstGeom prst="roundRect">
            <a:avLst>
              <a:gd name="adj" fmla="val 3137"/>
            </a:avLst>
          </a:prstGeom>
          <a:solidFill>
            <a:srgbClr val="F2F4F6"/>
          </a:solidFill>
          <a:ln/>
        </p:spPr>
        <p:txBody>
          <a:bodyPr/>
          <a:lstStyle/>
          <a:p>
            <a:endParaRPr lang="nb-NO" noProof="0" dirty="0"/>
          </a:p>
        </p:txBody>
      </p:sp>
      <p:sp>
        <p:nvSpPr>
          <p:cNvPr id="24" name="Shape 2">
            <a:extLst>
              <a:ext uri="{FF2B5EF4-FFF2-40B4-BE49-F238E27FC236}">
                <a16:creationId xmlns:a16="http://schemas.microsoft.com/office/drawing/2014/main" id="{5B6AC4A9-7535-D667-96CE-70063817BDD3}"/>
              </a:ext>
            </a:extLst>
          </p:cNvPr>
          <p:cNvSpPr/>
          <p:nvPr/>
        </p:nvSpPr>
        <p:spPr>
          <a:xfrm>
            <a:off x="6537960" y="167132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0E7C7B"/>
          </a:solidFill>
          <a:ln/>
        </p:spPr>
        <p:txBody>
          <a:bodyPr/>
          <a:lstStyle/>
          <a:p>
            <a:endParaRPr lang="nb-NO" noProof="0" dirty="0"/>
          </a:p>
        </p:txBody>
      </p:sp>
      <p:sp>
        <p:nvSpPr>
          <p:cNvPr id="10" name="Text 8"/>
          <p:cNvSpPr/>
          <p:nvPr/>
        </p:nvSpPr>
        <p:spPr>
          <a:xfrm>
            <a:off x="6537960" y="16459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nb-NO" sz="2000" b="1" noProof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nb-NO" sz="2000" noProof="0" dirty="0"/>
          </a:p>
        </p:txBody>
      </p:sp>
      <p:sp>
        <p:nvSpPr>
          <p:cNvPr id="11" name="Text 9"/>
          <p:cNvSpPr/>
          <p:nvPr/>
        </p:nvSpPr>
        <p:spPr>
          <a:xfrm>
            <a:off x="7223760" y="1645920"/>
            <a:ext cx="40233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nb-NO" sz="1500" b="1" dirty="0">
                <a:solidFill>
                  <a:srgbClr val="1B2A3A"/>
                </a:solidFill>
                <a:latin typeface="Georgia" pitchFamily="34" charset="0"/>
              </a:rPr>
              <a:t>Øker sannsynligheten for suksess?</a:t>
            </a:r>
          </a:p>
        </p:txBody>
      </p:sp>
      <p:sp>
        <p:nvSpPr>
          <p:cNvPr id="12" name="Text 10"/>
          <p:cNvSpPr/>
          <p:nvPr/>
        </p:nvSpPr>
        <p:spPr>
          <a:xfrm>
            <a:off x="6537960" y="2423160"/>
            <a:ext cx="47091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nb-NO" sz="1250" dirty="0">
              <a:solidFill>
                <a:srgbClr val="44586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r>
              <a:rPr lang="nb-NO" sz="1250" noProof="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så fall </a:t>
            </a:r>
            <a:r>
              <a:rPr lang="nb-NO" sz="125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 NV(A1)&lt;NV(A2) </a:t>
            </a:r>
            <a:endParaRPr lang="nb-NO" sz="1250" noProof="0" dirty="0"/>
          </a:p>
        </p:txBody>
      </p:sp>
      <p:sp>
        <p:nvSpPr>
          <p:cNvPr id="13" name="Shape 11"/>
          <p:cNvSpPr/>
          <p:nvPr/>
        </p:nvSpPr>
        <p:spPr>
          <a:xfrm>
            <a:off x="640080" y="3931920"/>
            <a:ext cx="5257800" cy="2331720"/>
          </a:xfrm>
          <a:prstGeom prst="roundRect">
            <a:avLst>
              <a:gd name="adj" fmla="val 3137"/>
            </a:avLst>
          </a:prstGeom>
          <a:solidFill>
            <a:srgbClr val="F2F4F6"/>
          </a:solidFill>
          <a:ln/>
        </p:spPr>
        <p:txBody>
          <a:bodyPr/>
          <a:lstStyle/>
          <a:p>
            <a:endParaRPr lang="nb-NO" noProof="0" dirty="0"/>
          </a:p>
        </p:txBody>
      </p:sp>
      <p:sp>
        <p:nvSpPr>
          <p:cNvPr id="14" name="Shape 12"/>
          <p:cNvSpPr/>
          <p:nvPr/>
        </p:nvSpPr>
        <p:spPr>
          <a:xfrm>
            <a:off x="914400" y="420624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0E7C7B"/>
          </a:solidFill>
          <a:ln/>
        </p:spPr>
        <p:txBody>
          <a:bodyPr/>
          <a:lstStyle/>
          <a:p>
            <a:endParaRPr lang="nb-NO" noProof="0" dirty="0"/>
          </a:p>
        </p:txBody>
      </p:sp>
      <p:sp>
        <p:nvSpPr>
          <p:cNvPr id="15" name="Text 13"/>
          <p:cNvSpPr/>
          <p:nvPr/>
        </p:nvSpPr>
        <p:spPr>
          <a:xfrm>
            <a:off x="914400" y="42062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nb-NO" sz="2000" b="1" noProof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nb-NO" sz="2000" noProof="0" dirty="0"/>
          </a:p>
        </p:txBody>
      </p:sp>
      <p:sp>
        <p:nvSpPr>
          <p:cNvPr id="16" name="Text 14"/>
          <p:cNvSpPr/>
          <p:nvPr/>
        </p:nvSpPr>
        <p:spPr>
          <a:xfrm>
            <a:off x="1600200" y="4206240"/>
            <a:ext cx="40233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nb-NO" sz="1500" b="1" noProof="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Øker strømprisen mye?</a:t>
            </a:r>
            <a:endParaRPr lang="nb-NO" sz="1500" noProof="0" dirty="0"/>
          </a:p>
        </p:txBody>
      </p:sp>
      <p:sp>
        <p:nvSpPr>
          <p:cNvPr id="17" name="Text 15"/>
          <p:cNvSpPr/>
          <p:nvPr/>
        </p:nvSpPr>
        <p:spPr>
          <a:xfrm>
            <a:off x="914400" y="4983480"/>
            <a:ext cx="47091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nb-NO" sz="1250" noProof="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 strømprisen øker mer enn diskonteringsrenten over tid, kan </a:t>
            </a:r>
            <a:r>
              <a:rPr lang="nb-NO" sz="125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NV(A1)&lt;NV(A2)</a:t>
            </a:r>
            <a:r>
              <a:rPr lang="nb-NO" sz="1250" noProof="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</a:p>
          <a:p>
            <a:endParaRPr lang="nb-NO" sz="1250" dirty="0">
              <a:solidFill>
                <a:srgbClr val="44586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r>
              <a:rPr lang="nb-NO" sz="125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 økningen i strømpris i hovedsak skjer frem til 2055 kan NV(A1)&gt;NV(A2) </a:t>
            </a:r>
            <a:endParaRPr lang="nb-NO" sz="1250" dirty="0"/>
          </a:p>
          <a:p>
            <a:endParaRPr lang="nb-NO" sz="1250" noProof="0" dirty="0"/>
          </a:p>
        </p:txBody>
      </p:sp>
      <p:sp>
        <p:nvSpPr>
          <p:cNvPr id="18" name="Shape 16"/>
          <p:cNvSpPr/>
          <p:nvPr/>
        </p:nvSpPr>
        <p:spPr>
          <a:xfrm>
            <a:off x="6263640" y="3931920"/>
            <a:ext cx="5257800" cy="2331720"/>
          </a:xfrm>
          <a:prstGeom prst="roundRect">
            <a:avLst>
              <a:gd name="adj" fmla="val 3137"/>
            </a:avLst>
          </a:prstGeom>
          <a:solidFill>
            <a:srgbClr val="F2F4F6"/>
          </a:solidFill>
          <a:ln/>
        </p:spPr>
        <p:txBody>
          <a:bodyPr/>
          <a:lstStyle/>
          <a:p>
            <a:endParaRPr lang="nb-NO" noProof="0" dirty="0"/>
          </a:p>
        </p:txBody>
      </p:sp>
      <p:sp>
        <p:nvSpPr>
          <p:cNvPr id="26" name="Shape 2">
            <a:extLst>
              <a:ext uri="{FF2B5EF4-FFF2-40B4-BE49-F238E27FC236}">
                <a16:creationId xmlns:a16="http://schemas.microsoft.com/office/drawing/2014/main" id="{253F9E33-8901-3191-FC28-C11E64AE6C65}"/>
              </a:ext>
            </a:extLst>
          </p:cNvPr>
          <p:cNvSpPr/>
          <p:nvPr/>
        </p:nvSpPr>
        <p:spPr>
          <a:xfrm>
            <a:off x="6555740" y="424561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0E7C7B"/>
          </a:solidFill>
          <a:ln/>
        </p:spPr>
        <p:txBody>
          <a:bodyPr/>
          <a:lstStyle/>
          <a:p>
            <a:endParaRPr lang="nb-NO" noProof="0" dirty="0"/>
          </a:p>
        </p:txBody>
      </p:sp>
      <p:sp>
        <p:nvSpPr>
          <p:cNvPr id="20" name="Text 18"/>
          <p:cNvSpPr/>
          <p:nvPr/>
        </p:nvSpPr>
        <p:spPr>
          <a:xfrm>
            <a:off x="6537960" y="42062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nb-NO" sz="2000" b="1" noProof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nb-NO" sz="2000" noProof="0" dirty="0"/>
          </a:p>
        </p:txBody>
      </p:sp>
      <p:sp>
        <p:nvSpPr>
          <p:cNvPr id="21" name="Text 19"/>
          <p:cNvSpPr/>
          <p:nvPr/>
        </p:nvSpPr>
        <p:spPr>
          <a:xfrm>
            <a:off x="7223760" y="4206240"/>
            <a:ext cx="40233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nb-NO" sz="1500" b="1" noProof="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Faller kostnadene?</a:t>
            </a:r>
            <a:endParaRPr lang="nb-NO" sz="1500" noProof="0" dirty="0"/>
          </a:p>
        </p:txBody>
      </p:sp>
      <p:sp>
        <p:nvSpPr>
          <p:cNvPr id="22" name="Text 20"/>
          <p:cNvSpPr/>
          <p:nvPr/>
        </p:nvSpPr>
        <p:spPr>
          <a:xfrm>
            <a:off x="6537960" y="4983480"/>
            <a:ext cx="47091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nb-NO" sz="1250" noProof="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Dersom investeringskostnadene forventes å falle fra 2045 til 2055, kan </a:t>
            </a:r>
            <a:r>
              <a:rPr lang="nb-NO" sz="125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NV(A1)&lt;NV(A2) </a:t>
            </a:r>
            <a:endParaRPr lang="nb-NO" sz="1250" noProof="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6B2C21-A230-48C0-8DF1-C46611373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847E18C-932D-4C95-AABA-FEC7C9499A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50CB11-0C61-439E-910F-5787759E72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43F8A58B-5155-44CE-A5FF-7647B47D0A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3F2ACA-E6D6-4028-82DD-F03C262D5D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5" y="1410079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1D83A64-0183-0EFC-E32B-76CEFB9ACF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478" y="1683756"/>
            <a:ext cx="3115265" cy="2396359"/>
          </a:xfrm>
        </p:spPr>
        <p:txBody>
          <a:bodyPr anchor="b">
            <a:normAutofit/>
          </a:bodyPr>
          <a:lstStyle/>
          <a:p>
            <a:pPr algn="r"/>
            <a:r>
              <a:rPr lang="nb-NO" sz="4000" noProof="0">
                <a:solidFill>
                  <a:srgbClr val="FFFFFF"/>
                </a:solidFill>
              </a:rPr>
              <a:t>Informasjon som må innhentes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4DE2AB62-0581-8A58-9B85-F075CD1876D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33473946"/>
              </p:ext>
            </p:extLst>
          </p:nvPr>
        </p:nvGraphicFramePr>
        <p:xfrm>
          <a:off x="4781490" y="383944"/>
          <a:ext cx="6666833" cy="54539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44E00ADD-A0CC-7388-F4AB-E06200F93E22}"/>
              </a:ext>
            </a:extLst>
          </p:cNvPr>
          <p:cNvSpPr txBox="1"/>
          <p:nvPr/>
        </p:nvSpPr>
        <p:spPr>
          <a:xfrm>
            <a:off x="5031981" y="6024766"/>
            <a:ext cx="616585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nb-NO" dirty="0">
                <a:hlinkClick r:id="rId7"/>
              </a:rPr>
              <a:t>https://www.regjeringen.no/no/dokumenter/nou-2026-4/id3155361/</a:t>
            </a:r>
            <a:r>
              <a:rPr lang="nb-NO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336878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5A292AEA-2528-46C0-B426-95822B6141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8B7B198-E4DF-43CD-AD8C-1998843237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2BE67753-EA0E-4819-8D22-0B6600CF7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496934" y="3984"/>
            <a:ext cx="9376632" cy="6858000"/>
          </a:xfrm>
          <a:custGeom>
            <a:avLst/>
            <a:gdLst>
              <a:gd name="connsiteX0" fmla="*/ 1691615 w 9376632"/>
              <a:gd name="connsiteY0" fmla="*/ 0 h 6858000"/>
              <a:gd name="connsiteX1" fmla="*/ 7685017 w 9376632"/>
              <a:gd name="connsiteY1" fmla="*/ 0 h 6858000"/>
              <a:gd name="connsiteX2" fmla="*/ 7840634 w 9376632"/>
              <a:gd name="connsiteY2" fmla="*/ 134799 h 6858000"/>
              <a:gd name="connsiteX3" fmla="*/ 9376632 w 9376632"/>
              <a:gd name="connsiteY3" fmla="*/ 3605175 h 6858000"/>
              <a:gd name="connsiteX4" fmla="*/ 8158692 w 9376632"/>
              <a:gd name="connsiteY4" fmla="*/ 6757493 h 6858000"/>
              <a:gd name="connsiteX5" fmla="*/ 8062868 w 9376632"/>
              <a:gd name="connsiteY5" fmla="*/ 6858000 h 6858000"/>
              <a:gd name="connsiteX6" fmla="*/ 1313765 w 9376632"/>
              <a:gd name="connsiteY6" fmla="*/ 6858000 h 6858000"/>
              <a:gd name="connsiteX7" fmla="*/ 1217940 w 9376632"/>
              <a:gd name="connsiteY7" fmla="*/ 6757493 h 6858000"/>
              <a:gd name="connsiteX8" fmla="*/ 0 w 9376632"/>
              <a:gd name="connsiteY8" fmla="*/ 3605175 h 6858000"/>
              <a:gd name="connsiteX9" fmla="*/ 1535999 w 9376632"/>
              <a:gd name="connsiteY9" fmla="*/ 134799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376632" h="6858000">
                <a:moveTo>
                  <a:pt x="1691615" y="0"/>
                </a:moveTo>
                <a:lnTo>
                  <a:pt x="7685017" y="0"/>
                </a:lnTo>
                <a:lnTo>
                  <a:pt x="7840634" y="134799"/>
                </a:lnTo>
                <a:cubicBezTo>
                  <a:pt x="8784230" y="992423"/>
                  <a:pt x="9376632" y="2229618"/>
                  <a:pt x="9376632" y="3605175"/>
                </a:cubicBezTo>
                <a:cubicBezTo>
                  <a:pt x="9376632" y="4818903"/>
                  <a:pt x="8915419" y="5924908"/>
                  <a:pt x="8158692" y="6757493"/>
                </a:cubicBezTo>
                <a:lnTo>
                  <a:pt x="8062868" y="6858000"/>
                </a:lnTo>
                <a:lnTo>
                  <a:pt x="1313765" y="6858000"/>
                </a:lnTo>
                <a:lnTo>
                  <a:pt x="1217940" y="6757493"/>
                </a:lnTo>
                <a:cubicBezTo>
                  <a:pt x="461213" y="5924908"/>
                  <a:pt x="0" y="4818903"/>
                  <a:pt x="0" y="3605175"/>
                </a:cubicBezTo>
                <a:cubicBezTo>
                  <a:pt x="0" y="2229618"/>
                  <a:pt x="592403" y="992423"/>
                  <a:pt x="1535999" y="134799"/>
                </a:cubicBezTo>
                <a:close/>
              </a:path>
            </a:pathLst>
          </a:custGeom>
          <a:gradFill flip="none" rotWithShape="1">
            <a:gsLst>
              <a:gs pos="16000">
                <a:schemeClr val="accent6">
                  <a:alpha val="20000"/>
                </a:schemeClr>
              </a:gs>
              <a:gs pos="85000">
                <a:schemeClr val="accent1">
                  <a:alpha val="40000"/>
                </a:schemeClr>
              </a:gs>
            </a:gsLst>
            <a:lin ang="12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D76D63AC-0421-45EC-B383-E79A61A78C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303402" y="3985"/>
            <a:ext cx="9772765" cy="6858000"/>
            <a:chOff x="1303402" y="36937"/>
            <a:chExt cx="9772765" cy="6858000"/>
          </a:xfrm>
          <a:solidFill>
            <a:schemeClr val="bg1">
              <a:alpha val="30000"/>
            </a:schemeClr>
          </a:solidFill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B997A32E-7032-4107-9C8B-99DB59EDD5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60551" y="36937"/>
              <a:ext cx="9313016" cy="6858000"/>
            </a:xfrm>
            <a:custGeom>
              <a:avLst/>
              <a:gdLst>
                <a:gd name="connsiteX0" fmla="*/ 6993556 w 9313016"/>
                <a:gd name="connsiteY0" fmla="*/ 0 h 6858000"/>
                <a:gd name="connsiteX1" fmla="*/ 7358516 w 9313016"/>
                <a:gd name="connsiteY1" fmla="*/ 0 h 6858000"/>
                <a:gd name="connsiteX2" fmla="*/ 7475006 w 9313016"/>
                <a:gd name="connsiteY2" fmla="*/ 82722 h 6858000"/>
                <a:gd name="connsiteX3" fmla="*/ 7816357 w 9313016"/>
                <a:gd name="connsiteY3" fmla="*/ 358482 h 6858000"/>
                <a:gd name="connsiteX4" fmla="*/ 8421752 w 9313016"/>
                <a:gd name="connsiteY4" fmla="*/ 995405 h 6858000"/>
                <a:gd name="connsiteX5" fmla="*/ 8897059 w 9313016"/>
                <a:gd name="connsiteY5" fmla="*/ 1737211 h 6858000"/>
                <a:gd name="connsiteX6" fmla="*/ 9206633 w 9313016"/>
                <a:gd name="connsiteY6" fmla="*/ 2564460 h 6858000"/>
                <a:gd name="connsiteX7" fmla="*/ 9286787 w 9313016"/>
                <a:gd name="connsiteY7" fmla="*/ 3000164 h 6858000"/>
                <a:gd name="connsiteX8" fmla="*/ 9312914 w 9313016"/>
                <a:gd name="connsiteY8" fmla="*/ 3442493 h 6858000"/>
                <a:gd name="connsiteX9" fmla="*/ 9190562 w 9313016"/>
                <a:gd name="connsiteY9" fmla="*/ 4316686 h 6858000"/>
                <a:gd name="connsiteX10" fmla="*/ 9043416 w 9313016"/>
                <a:gd name="connsiteY10" fmla="*/ 4734917 h 6858000"/>
                <a:gd name="connsiteX11" fmla="*/ 8809657 w 9313016"/>
                <a:gd name="connsiteY11" fmla="*/ 5128718 h 6858000"/>
                <a:gd name="connsiteX12" fmla="*/ 8645997 w 9313016"/>
                <a:gd name="connsiteY12" fmla="*/ 5297441 h 6858000"/>
                <a:gd name="connsiteX13" fmla="*/ 8457787 w 9313016"/>
                <a:gd name="connsiteY13" fmla="*/ 5433763 h 6858000"/>
                <a:gd name="connsiteX14" fmla="*/ 8260803 w 9313016"/>
                <a:gd name="connsiteY14" fmla="*/ 5541237 h 6858000"/>
                <a:gd name="connsiteX15" fmla="*/ 8066136 w 9313016"/>
                <a:gd name="connsiteY15" fmla="*/ 5635704 h 6858000"/>
                <a:gd name="connsiteX16" fmla="*/ 7698638 w 9313016"/>
                <a:gd name="connsiteY16" fmla="*/ 5837163 h 6858000"/>
                <a:gd name="connsiteX17" fmla="*/ 7370135 w 9313016"/>
                <a:gd name="connsiteY17" fmla="*/ 6090081 h 6858000"/>
                <a:gd name="connsiteX18" fmla="*/ 7218897 w 9313016"/>
                <a:gd name="connsiteY18" fmla="*/ 6235860 h 6858000"/>
                <a:gd name="connsiteX19" fmla="*/ 7070665 w 9313016"/>
                <a:gd name="connsiteY19" fmla="*/ 6387205 h 6858000"/>
                <a:gd name="connsiteX20" fmla="*/ 6779035 w 9313016"/>
                <a:gd name="connsiteY20" fmla="*/ 6697100 h 6858000"/>
                <a:gd name="connsiteX21" fmla="*/ 6631837 w 9313016"/>
                <a:gd name="connsiteY21" fmla="*/ 6852239 h 6858000"/>
                <a:gd name="connsiteX22" fmla="*/ 6626221 w 9313016"/>
                <a:gd name="connsiteY22" fmla="*/ 6858000 h 6858000"/>
                <a:gd name="connsiteX23" fmla="*/ 6424725 w 9313016"/>
                <a:gd name="connsiteY23" fmla="*/ 6858000 h 6858000"/>
                <a:gd name="connsiteX24" fmla="*/ 6527382 w 9313016"/>
                <a:gd name="connsiteY24" fmla="*/ 6756333 h 6858000"/>
                <a:gd name="connsiteX25" fmla="*/ 6674233 w 9313016"/>
                <a:gd name="connsiteY25" fmla="*/ 6603450 h 6858000"/>
                <a:gd name="connsiteX26" fmla="*/ 6965813 w 9313016"/>
                <a:gd name="connsiteY26" fmla="*/ 6292932 h 6858000"/>
                <a:gd name="connsiteX27" fmla="*/ 7112961 w 9313016"/>
                <a:gd name="connsiteY27" fmla="*/ 6137505 h 6858000"/>
                <a:gd name="connsiteX28" fmla="*/ 7264790 w 9313016"/>
                <a:gd name="connsiteY28" fmla="*/ 5983710 h 6858000"/>
                <a:gd name="connsiteX29" fmla="*/ 7974595 w 9313016"/>
                <a:gd name="connsiteY29" fmla="*/ 5470773 h 6858000"/>
                <a:gd name="connsiteX30" fmla="*/ 8331591 w 9313016"/>
                <a:gd name="connsiteY30" fmla="*/ 5254048 h 6858000"/>
                <a:gd name="connsiteX31" fmla="*/ 8599807 w 9313016"/>
                <a:gd name="connsiteY31" fmla="*/ 4980010 h 6858000"/>
                <a:gd name="connsiteX32" fmla="*/ 8766474 w 9313016"/>
                <a:gd name="connsiteY32" fmla="*/ 4631524 h 6858000"/>
                <a:gd name="connsiteX33" fmla="*/ 8865755 w 9313016"/>
                <a:gd name="connsiteY33" fmla="*/ 4244445 h 6858000"/>
                <a:gd name="connsiteX34" fmla="*/ 8882911 w 9313016"/>
                <a:gd name="connsiteY34" fmla="*/ 4145659 h 6858000"/>
                <a:gd name="connsiteX35" fmla="*/ 8897403 w 9313016"/>
                <a:gd name="connsiteY35" fmla="*/ 4046633 h 6858000"/>
                <a:gd name="connsiteX36" fmla="*/ 8908298 w 9313016"/>
                <a:gd name="connsiteY36" fmla="*/ 3947271 h 6858000"/>
                <a:gd name="connsiteX37" fmla="*/ 8916184 w 9313016"/>
                <a:gd name="connsiteY37" fmla="*/ 3847765 h 6858000"/>
                <a:gd name="connsiteX38" fmla="*/ 8920670 w 9313016"/>
                <a:gd name="connsiteY38" fmla="*/ 3449597 h 6858000"/>
                <a:gd name="connsiteX39" fmla="*/ 8914607 w 9313016"/>
                <a:gd name="connsiteY39" fmla="*/ 3350283 h 6858000"/>
                <a:gd name="connsiteX40" fmla="*/ 8905340 w 9313016"/>
                <a:gd name="connsiteY40" fmla="*/ 3251209 h 6858000"/>
                <a:gd name="connsiteX41" fmla="*/ 8893854 w 9313016"/>
                <a:gd name="connsiteY41" fmla="*/ 3152376 h 6858000"/>
                <a:gd name="connsiteX42" fmla="*/ 8879706 w 9313016"/>
                <a:gd name="connsiteY42" fmla="*/ 3053878 h 6858000"/>
                <a:gd name="connsiteX43" fmla="*/ 8797531 w 9313016"/>
                <a:gd name="connsiteY43" fmla="*/ 2663966 h 6858000"/>
                <a:gd name="connsiteX44" fmla="*/ 8520442 w 9313016"/>
                <a:gd name="connsiteY44" fmla="*/ 1911983 h 6858000"/>
                <a:gd name="connsiteX45" fmla="*/ 8332626 w 9313016"/>
                <a:gd name="connsiteY45" fmla="*/ 1553608 h 6858000"/>
                <a:gd name="connsiteX46" fmla="*/ 8116317 w 9313016"/>
                <a:gd name="connsiteY46" fmla="*/ 1208529 h 6858000"/>
                <a:gd name="connsiteX47" fmla="*/ 7873293 w 9313016"/>
                <a:gd name="connsiteY47" fmla="*/ 878284 h 6858000"/>
                <a:gd name="connsiteX48" fmla="*/ 7604337 w 9313016"/>
                <a:gd name="connsiteY48" fmla="*/ 565125 h 6858000"/>
                <a:gd name="connsiteX49" fmla="*/ 7311128 w 9313016"/>
                <a:gd name="connsiteY49" fmla="*/ 270591 h 6858000"/>
                <a:gd name="connsiteX50" fmla="*/ 1752019 w 9313016"/>
                <a:gd name="connsiteY50" fmla="*/ 0 h 6858000"/>
                <a:gd name="connsiteX51" fmla="*/ 2155804 w 9313016"/>
                <a:gd name="connsiteY51" fmla="*/ 0 h 6858000"/>
                <a:gd name="connsiteX52" fmla="*/ 2103975 w 9313016"/>
                <a:gd name="connsiteY52" fmla="*/ 40789 h 6858000"/>
                <a:gd name="connsiteX53" fmla="*/ 1656310 w 9313016"/>
                <a:gd name="connsiteY53" fmla="*/ 470035 h 6858000"/>
                <a:gd name="connsiteX54" fmla="*/ 806013 w 9313016"/>
                <a:gd name="connsiteY54" fmla="*/ 1841133 h 6858000"/>
                <a:gd name="connsiteX55" fmla="*/ 580685 w 9313016"/>
                <a:gd name="connsiteY55" fmla="*/ 2606364 h 6858000"/>
                <a:gd name="connsiteX56" fmla="*/ 503489 w 9313016"/>
                <a:gd name="connsiteY56" fmla="*/ 3397276 h 6858000"/>
                <a:gd name="connsiteX57" fmla="*/ 570135 w 9313016"/>
                <a:gd name="connsiteY57" fmla="*/ 4188235 h 6858000"/>
                <a:gd name="connsiteX58" fmla="*/ 783387 w 9313016"/>
                <a:gd name="connsiteY58" fmla="*/ 4953850 h 6858000"/>
                <a:gd name="connsiteX59" fmla="*/ 1628014 w 9313016"/>
                <a:gd name="connsiteY59" fmla="*/ 6308245 h 6858000"/>
                <a:gd name="connsiteX60" fmla="*/ 2235998 w 9313016"/>
                <a:gd name="connsiteY60" fmla="*/ 6844829 h 6858000"/>
                <a:gd name="connsiteX61" fmla="*/ 2255028 w 9313016"/>
                <a:gd name="connsiteY61" fmla="*/ 6858000 h 6858000"/>
                <a:gd name="connsiteX62" fmla="*/ 1578787 w 9313016"/>
                <a:gd name="connsiteY62" fmla="*/ 6858000 h 6858000"/>
                <a:gd name="connsiteX63" fmla="*/ 1465153 w 9313016"/>
                <a:gd name="connsiteY63" fmla="*/ 6759050 h 6858000"/>
                <a:gd name="connsiteX64" fmla="*/ 1303650 w 9313016"/>
                <a:gd name="connsiteY64" fmla="*/ 6604267 h 6858000"/>
                <a:gd name="connsiteX65" fmla="*/ 323708 w 9313016"/>
                <a:gd name="connsiteY65" fmla="*/ 5126365 h 6858000"/>
                <a:gd name="connsiteX66" fmla="*/ 872 w 9313016"/>
                <a:gd name="connsiteY66" fmla="*/ 3391228 h 6858000"/>
                <a:gd name="connsiteX67" fmla="*/ 105428 w 9313016"/>
                <a:gd name="connsiteY67" fmla="*/ 2511899 h 6858000"/>
                <a:gd name="connsiteX68" fmla="*/ 384933 w 9313016"/>
                <a:gd name="connsiteY68" fmla="*/ 1670971 h 6858000"/>
                <a:gd name="connsiteX69" fmla="*/ 1433593 w 9313016"/>
                <a:gd name="connsiteY69" fmla="*/ 256095 h 6858000"/>
                <a:gd name="connsiteX70" fmla="*/ 1602664 w 9313016"/>
                <a:gd name="connsiteY70" fmla="*/ 1137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9313016" h="6858000">
                  <a:moveTo>
                    <a:pt x="6993556" y="0"/>
                  </a:moveTo>
                  <a:lnTo>
                    <a:pt x="7358516" y="0"/>
                  </a:lnTo>
                  <a:lnTo>
                    <a:pt x="7475006" y="82722"/>
                  </a:lnTo>
                  <a:cubicBezTo>
                    <a:pt x="7592423" y="169778"/>
                    <a:pt x="7706366" y="261748"/>
                    <a:pt x="7816357" y="358482"/>
                  </a:cubicBezTo>
                  <a:cubicBezTo>
                    <a:pt x="8036559" y="551589"/>
                    <a:pt x="8239655" y="764905"/>
                    <a:pt x="8421752" y="995405"/>
                  </a:cubicBezTo>
                  <a:cubicBezTo>
                    <a:pt x="8604736" y="1225282"/>
                    <a:pt x="8763567" y="1474646"/>
                    <a:pt x="8897059" y="1737211"/>
                  </a:cubicBezTo>
                  <a:cubicBezTo>
                    <a:pt x="9029909" y="2000162"/>
                    <a:pt x="9134317" y="2277990"/>
                    <a:pt x="9206633" y="2564460"/>
                  </a:cubicBezTo>
                  <a:cubicBezTo>
                    <a:pt x="9242322" y="2707791"/>
                    <a:pt x="9269041" y="2853474"/>
                    <a:pt x="9286787" y="3000164"/>
                  </a:cubicBezTo>
                  <a:cubicBezTo>
                    <a:pt x="9304977" y="3146856"/>
                    <a:pt x="9314097" y="3294698"/>
                    <a:pt x="9312914" y="3442493"/>
                  </a:cubicBezTo>
                  <a:cubicBezTo>
                    <a:pt x="9309906" y="3737987"/>
                    <a:pt x="9270717" y="4033288"/>
                    <a:pt x="9190562" y="4316686"/>
                  </a:cubicBezTo>
                  <a:cubicBezTo>
                    <a:pt x="9150486" y="4458240"/>
                    <a:pt x="9103951" y="4597587"/>
                    <a:pt x="9043416" y="4734917"/>
                  </a:cubicBezTo>
                  <a:cubicBezTo>
                    <a:pt x="8982980" y="4871817"/>
                    <a:pt x="8908740" y="5007131"/>
                    <a:pt x="8809657" y="5128718"/>
                  </a:cubicBezTo>
                  <a:cubicBezTo>
                    <a:pt x="8760312" y="5189247"/>
                    <a:pt x="8706137" y="5246945"/>
                    <a:pt x="8645997" y="5297441"/>
                  </a:cubicBezTo>
                  <a:cubicBezTo>
                    <a:pt x="8586252" y="5348274"/>
                    <a:pt x="8522809" y="5393730"/>
                    <a:pt x="8457787" y="5433763"/>
                  </a:cubicBezTo>
                  <a:cubicBezTo>
                    <a:pt x="8392816" y="5474132"/>
                    <a:pt x="8326219" y="5508213"/>
                    <a:pt x="8260803" y="5541237"/>
                  </a:cubicBezTo>
                  <a:cubicBezTo>
                    <a:pt x="8195289" y="5574071"/>
                    <a:pt x="8130023" y="5604838"/>
                    <a:pt x="8066136" y="5635704"/>
                  </a:cubicBezTo>
                  <a:cubicBezTo>
                    <a:pt x="7938313" y="5697433"/>
                    <a:pt x="7815222" y="5762186"/>
                    <a:pt x="7698638" y="5837163"/>
                  </a:cubicBezTo>
                  <a:cubicBezTo>
                    <a:pt x="7582449" y="5912381"/>
                    <a:pt x="7471881" y="5996094"/>
                    <a:pt x="7370135" y="6090081"/>
                  </a:cubicBezTo>
                  <a:cubicBezTo>
                    <a:pt x="7319460" y="6136593"/>
                    <a:pt x="7268881" y="6186082"/>
                    <a:pt x="7218897" y="6235860"/>
                  </a:cubicBezTo>
                  <a:cubicBezTo>
                    <a:pt x="7168763" y="6285493"/>
                    <a:pt x="7119665" y="6336229"/>
                    <a:pt x="7070665" y="6387205"/>
                  </a:cubicBezTo>
                  <a:cubicBezTo>
                    <a:pt x="6972715" y="6489208"/>
                    <a:pt x="6876195" y="6593131"/>
                    <a:pt x="6779035" y="6697100"/>
                  </a:cubicBezTo>
                  <a:cubicBezTo>
                    <a:pt x="6730379" y="6748989"/>
                    <a:pt x="6681528" y="6800878"/>
                    <a:pt x="6631837" y="6852239"/>
                  </a:cubicBezTo>
                  <a:lnTo>
                    <a:pt x="6626221" y="6858000"/>
                  </a:lnTo>
                  <a:lnTo>
                    <a:pt x="6424725" y="6858000"/>
                  </a:lnTo>
                  <a:lnTo>
                    <a:pt x="6527382" y="6756333"/>
                  </a:lnTo>
                  <a:cubicBezTo>
                    <a:pt x="6576726" y="6705932"/>
                    <a:pt x="6625480" y="6654811"/>
                    <a:pt x="6674233" y="6603450"/>
                  </a:cubicBezTo>
                  <a:cubicBezTo>
                    <a:pt x="6771788" y="6500920"/>
                    <a:pt x="6868309" y="6396757"/>
                    <a:pt x="6965813" y="6292932"/>
                  </a:cubicBezTo>
                  <a:lnTo>
                    <a:pt x="7112961" y="6137505"/>
                  </a:lnTo>
                  <a:cubicBezTo>
                    <a:pt x="7162354" y="6085808"/>
                    <a:pt x="7211945" y="6034640"/>
                    <a:pt x="7264790" y="5983710"/>
                  </a:cubicBezTo>
                  <a:cubicBezTo>
                    <a:pt x="7472373" y="5779130"/>
                    <a:pt x="7721610" y="5610648"/>
                    <a:pt x="7974595" y="5470773"/>
                  </a:cubicBezTo>
                  <a:cubicBezTo>
                    <a:pt x="8099903" y="5399395"/>
                    <a:pt x="8224127" y="5332529"/>
                    <a:pt x="8331591" y="5254048"/>
                  </a:cubicBezTo>
                  <a:cubicBezTo>
                    <a:pt x="8439351" y="5176047"/>
                    <a:pt x="8529660" y="5085949"/>
                    <a:pt x="8599807" y="4980010"/>
                  </a:cubicBezTo>
                  <a:cubicBezTo>
                    <a:pt x="8671187" y="4875128"/>
                    <a:pt x="8723982" y="4756086"/>
                    <a:pt x="8766474" y="4631524"/>
                  </a:cubicBezTo>
                  <a:cubicBezTo>
                    <a:pt x="8808968" y="4507010"/>
                    <a:pt x="8840615" y="4375872"/>
                    <a:pt x="8865755" y="4244445"/>
                  </a:cubicBezTo>
                  <a:cubicBezTo>
                    <a:pt x="8871375" y="4211468"/>
                    <a:pt x="8878129" y="4178731"/>
                    <a:pt x="8882911" y="4145659"/>
                  </a:cubicBezTo>
                  <a:lnTo>
                    <a:pt x="8897403" y="4046633"/>
                  </a:lnTo>
                  <a:lnTo>
                    <a:pt x="8908298" y="3947271"/>
                  </a:lnTo>
                  <a:cubicBezTo>
                    <a:pt x="8912389" y="3914247"/>
                    <a:pt x="8913425" y="3880886"/>
                    <a:pt x="8916184" y="3847765"/>
                  </a:cubicBezTo>
                  <a:cubicBezTo>
                    <a:pt x="8925797" y="3715091"/>
                    <a:pt x="8925945" y="3582127"/>
                    <a:pt x="8920670" y="3449597"/>
                  </a:cubicBezTo>
                  <a:lnTo>
                    <a:pt x="8914607" y="3350283"/>
                  </a:lnTo>
                  <a:cubicBezTo>
                    <a:pt x="8911995" y="3317211"/>
                    <a:pt x="8908348" y="3284233"/>
                    <a:pt x="8905340" y="3251209"/>
                  </a:cubicBezTo>
                  <a:cubicBezTo>
                    <a:pt x="8902628" y="3218185"/>
                    <a:pt x="8897551" y="3185305"/>
                    <a:pt x="8893854" y="3152376"/>
                  </a:cubicBezTo>
                  <a:cubicBezTo>
                    <a:pt x="8890305" y="3119399"/>
                    <a:pt x="8884932" y="3086662"/>
                    <a:pt x="8879706" y="3053878"/>
                  </a:cubicBezTo>
                  <a:cubicBezTo>
                    <a:pt x="8858707" y="2922835"/>
                    <a:pt x="8831249" y="2792705"/>
                    <a:pt x="8797531" y="2663966"/>
                  </a:cubicBezTo>
                  <a:cubicBezTo>
                    <a:pt x="8728616" y="2406777"/>
                    <a:pt x="8635497" y="2155109"/>
                    <a:pt x="8520442" y="1911983"/>
                  </a:cubicBezTo>
                  <a:cubicBezTo>
                    <a:pt x="8462667" y="1790541"/>
                    <a:pt x="8400112" y="1670923"/>
                    <a:pt x="8332626" y="1553608"/>
                  </a:cubicBezTo>
                  <a:cubicBezTo>
                    <a:pt x="8265683" y="1436006"/>
                    <a:pt x="8192973" y="1321188"/>
                    <a:pt x="8116317" y="1208529"/>
                  </a:cubicBezTo>
                  <a:cubicBezTo>
                    <a:pt x="8039811" y="1095776"/>
                    <a:pt x="7958079" y="986094"/>
                    <a:pt x="7873293" y="878284"/>
                  </a:cubicBezTo>
                  <a:cubicBezTo>
                    <a:pt x="7787814" y="771002"/>
                    <a:pt x="7697999" y="666551"/>
                    <a:pt x="7604337" y="565125"/>
                  </a:cubicBezTo>
                  <a:cubicBezTo>
                    <a:pt x="7510479" y="463891"/>
                    <a:pt x="7413367" y="364818"/>
                    <a:pt x="7311128" y="270591"/>
                  </a:cubicBezTo>
                  <a:close/>
                  <a:moveTo>
                    <a:pt x="1752019" y="0"/>
                  </a:moveTo>
                  <a:lnTo>
                    <a:pt x="2155804" y="0"/>
                  </a:lnTo>
                  <a:lnTo>
                    <a:pt x="2103975" y="40789"/>
                  </a:lnTo>
                  <a:cubicBezTo>
                    <a:pt x="1943592" y="173585"/>
                    <a:pt x="1793955" y="317500"/>
                    <a:pt x="1656310" y="470035"/>
                  </a:cubicBezTo>
                  <a:cubicBezTo>
                    <a:pt x="1288172" y="876939"/>
                    <a:pt x="1002998" y="1344708"/>
                    <a:pt x="806013" y="1841133"/>
                  </a:cubicBezTo>
                  <a:cubicBezTo>
                    <a:pt x="707818" y="2089538"/>
                    <a:pt x="630868" y="2345480"/>
                    <a:pt x="580685" y="2606364"/>
                  </a:cubicBezTo>
                  <a:cubicBezTo>
                    <a:pt x="530749" y="2867250"/>
                    <a:pt x="504868" y="3132119"/>
                    <a:pt x="503489" y="3397276"/>
                  </a:cubicBezTo>
                  <a:cubicBezTo>
                    <a:pt x="501467" y="3662434"/>
                    <a:pt x="524093" y="3927351"/>
                    <a:pt x="570135" y="4188235"/>
                  </a:cubicBezTo>
                  <a:cubicBezTo>
                    <a:pt x="615734" y="4449264"/>
                    <a:pt x="688642" y="4705493"/>
                    <a:pt x="783387" y="4953850"/>
                  </a:cubicBezTo>
                  <a:cubicBezTo>
                    <a:pt x="974357" y="5449796"/>
                    <a:pt x="1259630" y="5913773"/>
                    <a:pt x="1628014" y="6308245"/>
                  </a:cubicBezTo>
                  <a:cubicBezTo>
                    <a:pt x="1812182" y="6505481"/>
                    <a:pt x="2016215" y="6685052"/>
                    <a:pt x="2235998" y="6844829"/>
                  </a:cubicBezTo>
                  <a:lnTo>
                    <a:pt x="2255028" y="6858000"/>
                  </a:lnTo>
                  <a:lnTo>
                    <a:pt x="1578787" y="6858000"/>
                  </a:lnTo>
                  <a:lnTo>
                    <a:pt x="1465153" y="6759050"/>
                  </a:lnTo>
                  <a:cubicBezTo>
                    <a:pt x="1410086" y="6708726"/>
                    <a:pt x="1356236" y="6657104"/>
                    <a:pt x="1303650" y="6604267"/>
                  </a:cubicBezTo>
                  <a:cubicBezTo>
                    <a:pt x="883506" y="6181043"/>
                    <a:pt x="548150" y="5676072"/>
                    <a:pt x="323708" y="5126365"/>
                  </a:cubicBezTo>
                  <a:cubicBezTo>
                    <a:pt x="97737" y="4577139"/>
                    <a:pt x="-10958" y="3981927"/>
                    <a:pt x="872" y="3391228"/>
                  </a:cubicBezTo>
                  <a:cubicBezTo>
                    <a:pt x="5951" y="3095783"/>
                    <a:pt x="40506" y="2800528"/>
                    <a:pt x="105428" y="2511899"/>
                  </a:cubicBezTo>
                  <a:cubicBezTo>
                    <a:pt x="170104" y="2223317"/>
                    <a:pt x="262089" y="1940399"/>
                    <a:pt x="384933" y="1670971"/>
                  </a:cubicBezTo>
                  <a:cubicBezTo>
                    <a:pt x="629092" y="1131344"/>
                    <a:pt x="991955" y="646919"/>
                    <a:pt x="1433593" y="256095"/>
                  </a:cubicBezTo>
                  <a:cubicBezTo>
                    <a:pt x="1488791" y="207206"/>
                    <a:pt x="1545179" y="159733"/>
                    <a:pt x="1602664" y="113704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943BB27F-1470-42CA-91FF-D94BC691C8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59468" y="36937"/>
              <a:ext cx="9065550" cy="6858000"/>
            </a:xfrm>
            <a:custGeom>
              <a:avLst/>
              <a:gdLst>
                <a:gd name="connsiteX0" fmla="*/ 1839951 w 9065550"/>
                <a:gd name="connsiteY0" fmla="*/ 0 h 6858000"/>
                <a:gd name="connsiteX1" fmla="*/ 6979427 w 9065550"/>
                <a:gd name="connsiteY1" fmla="*/ 0 h 6858000"/>
                <a:gd name="connsiteX2" fmla="*/ 6989586 w 9065550"/>
                <a:gd name="connsiteY2" fmla="*/ 6825 h 6858000"/>
                <a:gd name="connsiteX3" fmla="*/ 8932062 w 9065550"/>
                <a:gd name="connsiteY3" fmla="*/ 4580835 h 6858000"/>
                <a:gd name="connsiteX4" fmla="*/ 7166294 w 9065550"/>
                <a:gd name="connsiteY4" fmla="*/ 6259703 h 6858000"/>
                <a:gd name="connsiteX5" fmla="*/ 6868878 w 9065550"/>
                <a:gd name="connsiteY5" fmla="*/ 6564765 h 6858000"/>
                <a:gd name="connsiteX6" fmla="*/ 6591881 w 9065550"/>
                <a:gd name="connsiteY6" fmla="*/ 6858000 h 6858000"/>
                <a:gd name="connsiteX7" fmla="*/ 5184648 w 9065550"/>
                <a:gd name="connsiteY7" fmla="*/ 6858000 h 6858000"/>
                <a:gd name="connsiteX8" fmla="*/ 5244877 w 9065550"/>
                <a:gd name="connsiteY8" fmla="*/ 6817615 h 6858000"/>
                <a:gd name="connsiteX9" fmla="*/ 6033853 w 9065550"/>
                <a:gd name="connsiteY9" fmla="*/ 6069135 h 6858000"/>
                <a:gd name="connsiteX10" fmla="*/ 6480248 w 9065550"/>
                <a:gd name="connsiteY10" fmla="*/ 5607082 h 6858000"/>
                <a:gd name="connsiteX11" fmla="*/ 7551502 w 9065550"/>
                <a:gd name="connsiteY11" fmla="*/ 4859004 h 6858000"/>
                <a:gd name="connsiteX12" fmla="*/ 7844227 w 9065550"/>
                <a:gd name="connsiteY12" fmla="*/ 4683074 h 6858000"/>
                <a:gd name="connsiteX13" fmla="*/ 8005810 w 9065550"/>
                <a:gd name="connsiteY13" fmla="*/ 4330239 h 6858000"/>
                <a:gd name="connsiteX14" fmla="*/ 8016191 w 9065550"/>
                <a:gd name="connsiteY14" fmla="*/ 2956574 h 6858000"/>
                <a:gd name="connsiteX15" fmla="*/ 7346424 w 9065550"/>
                <a:gd name="connsiteY15" fmla="*/ 1636739 h 6858000"/>
                <a:gd name="connsiteX16" fmla="*/ 5995751 w 9065550"/>
                <a:gd name="connsiteY16" fmla="*/ 493319 h 6858000"/>
                <a:gd name="connsiteX17" fmla="*/ 4494836 w 9065550"/>
                <a:gd name="connsiteY17" fmla="*/ 75383 h 6858000"/>
                <a:gd name="connsiteX18" fmla="*/ 2002499 w 9065550"/>
                <a:gd name="connsiteY18" fmla="*/ 1094261 h 6858000"/>
                <a:gd name="connsiteX19" fmla="*/ 1241306 w 9065550"/>
                <a:gd name="connsiteY19" fmla="*/ 2206935 h 6858000"/>
                <a:gd name="connsiteX20" fmla="*/ 961736 w 9065550"/>
                <a:gd name="connsiteY20" fmla="*/ 3573719 h 6858000"/>
                <a:gd name="connsiteX21" fmla="*/ 1193878 w 9065550"/>
                <a:gd name="connsiteY21" fmla="*/ 4824208 h 6858000"/>
                <a:gd name="connsiteX22" fmla="*/ 1832096 w 9065550"/>
                <a:gd name="connsiteY22" fmla="*/ 5873050 h 6858000"/>
                <a:gd name="connsiteX23" fmla="*/ 3010752 w 9065550"/>
                <a:gd name="connsiteY23" fmla="*/ 6749475 h 6858000"/>
                <a:gd name="connsiteX24" fmla="*/ 3187037 w 9065550"/>
                <a:gd name="connsiteY24" fmla="*/ 6824756 h 6858000"/>
                <a:gd name="connsiteX25" fmla="*/ 3278211 w 9065550"/>
                <a:gd name="connsiteY25" fmla="*/ 6858000 h 6858000"/>
                <a:gd name="connsiteX26" fmla="*/ 1480830 w 9065550"/>
                <a:gd name="connsiteY26" fmla="*/ 6858000 h 6858000"/>
                <a:gd name="connsiteX27" fmla="*/ 1427607 w 9065550"/>
                <a:gd name="connsiteY27" fmla="*/ 6811515 h 6858000"/>
                <a:gd name="connsiteX28" fmla="*/ 1100739 w 9065550"/>
                <a:gd name="connsiteY28" fmla="*/ 6477651 h 6858000"/>
                <a:gd name="connsiteX29" fmla="*/ 0 w 9065550"/>
                <a:gd name="connsiteY29" fmla="*/ 3573620 h 6858000"/>
                <a:gd name="connsiteX30" fmla="*/ 1805513 w 9065550"/>
                <a:gd name="connsiteY30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065550" h="6858000">
                  <a:moveTo>
                    <a:pt x="1839951" y="0"/>
                  </a:moveTo>
                  <a:lnTo>
                    <a:pt x="6979427" y="0"/>
                  </a:lnTo>
                  <a:lnTo>
                    <a:pt x="6989586" y="6825"/>
                  </a:lnTo>
                  <a:cubicBezTo>
                    <a:pt x="8438828" y="1031353"/>
                    <a:pt x="9439169" y="2823601"/>
                    <a:pt x="8932062" y="4580835"/>
                  </a:cubicBezTo>
                  <a:cubicBezTo>
                    <a:pt x="8592517" y="5757293"/>
                    <a:pt x="7979652" y="5458140"/>
                    <a:pt x="7166294" y="6259703"/>
                  </a:cubicBezTo>
                  <a:cubicBezTo>
                    <a:pt x="7064618" y="6359905"/>
                    <a:pt x="6966014" y="6462297"/>
                    <a:pt x="6868878" y="6564765"/>
                  </a:cubicBezTo>
                  <a:lnTo>
                    <a:pt x="6591881" y="6858000"/>
                  </a:lnTo>
                  <a:lnTo>
                    <a:pt x="5184648" y="6858000"/>
                  </a:lnTo>
                  <a:lnTo>
                    <a:pt x="5244877" y="6817615"/>
                  </a:lnTo>
                  <a:cubicBezTo>
                    <a:pt x="5481027" y="6649287"/>
                    <a:pt x="5723665" y="6398593"/>
                    <a:pt x="6033853" y="6069135"/>
                  </a:cubicBezTo>
                  <a:cubicBezTo>
                    <a:pt x="6175680" y="5918484"/>
                    <a:pt x="6322395" y="5762660"/>
                    <a:pt x="6480248" y="5607082"/>
                  </a:cubicBezTo>
                  <a:cubicBezTo>
                    <a:pt x="6893276" y="5200077"/>
                    <a:pt x="7273697" y="5002920"/>
                    <a:pt x="7551502" y="4859004"/>
                  </a:cubicBezTo>
                  <a:cubicBezTo>
                    <a:pt x="7687884" y="4788339"/>
                    <a:pt x="7795540" y="4732559"/>
                    <a:pt x="7844227" y="4683074"/>
                  </a:cubicBezTo>
                  <a:cubicBezTo>
                    <a:pt x="7898759" y="4627636"/>
                    <a:pt x="7956165" y="4502313"/>
                    <a:pt x="8005810" y="4330239"/>
                  </a:cubicBezTo>
                  <a:cubicBezTo>
                    <a:pt x="8132968" y="3889611"/>
                    <a:pt x="8136446" y="3427460"/>
                    <a:pt x="8016191" y="2956574"/>
                  </a:cubicBezTo>
                  <a:cubicBezTo>
                    <a:pt x="7900876" y="2505064"/>
                    <a:pt x="7669287" y="2048671"/>
                    <a:pt x="7346424" y="1636739"/>
                  </a:cubicBezTo>
                  <a:cubicBezTo>
                    <a:pt x="6979764" y="1168830"/>
                    <a:pt x="6512706" y="773489"/>
                    <a:pt x="5995751" y="493319"/>
                  </a:cubicBezTo>
                  <a:cubicBezTo>
                    <a:pt x="5491195" y="219884"/>
                    <a:pt x="4972174" y="75383"/>
                    <a:pt x="4494836" y="75383"/>
                  </a:cubicBezTo>
                  <a:cubicBezTo>
                    <a:pt x="3554318" y="75383"/>
                    <a:pt x="2669191" y="437197"/>
                    <a:pt x="2002499" y="1094261"/>
                  </a:cubicBezTo>
                  <a:cubicBezTo>
                    <a:pt x="1676360" y="1415667"/>
                    <a:pt x="1420225" y="1790023"/>
                    <a:pt x="1241306" y="2206935"/>
                  </a:cubicBezTo>
                  <a:cubicBezTo>
                    <a:pt x="1055782" y="2639169"/>
                    <a:pt x="961736" y="3099027"/>
                    <a:pt x="961736" y="3573719"/>
                  </a:cubicBezTo>
                  <a:cubicBezTo>
                    <a:pt x="961736" y="4005124"/>
                    <a:pt x="1039805" y="4425841"/>
                    <a:pt x="1193878" y="4824208"/>
                  </a:cubicBezTo>
                  <a:cubicBezTo>
                    <a:pt x="1342457" y="5208423"/>
                    <a:pt x="1557214" y="5561306"/>
                    <a:pt x="1832096" y="5873050"/>
                  </a:cubicBezTo>
                  <a:cubicBezTo>
                    <a:pt x="2157126" y="6241599"/>
                    <a:pt x="2564661" y="6544656"/>
                    <a:pt x="3010752" y="6749475"/>
                  </a:cubicBezTo>
                  <a:cubicBezTo>
                    <a:pt x="3069003" y="6776219"/>
                    <a:pt x="3127773" y="6801314"/>
                    <a:pt x="3187037" y="6824756"/>
                  </a:cubicBezTo>
                  <a:lnTo>
                    <a:pt x="3278211" y="6858000"/>
                  </a:lnTo>
                  <a:lnTo>
                    <a:pt x="1480830" y="6858000"/>
                  </a:lnTo>
                  <a:lnTo>
                    <a:pt x="1427607" y="6811515"/>
                  </a:lnTo>
                  <a:cubicBezTo>
                    <a:pt x="1312870" y="6705919"/>
                    <a:pt x="1203751" y="6594470"/>
                    <a:pt x="1100739" y="6477651"/>
                  </a:cubicBezTo>
                  <a:cubicBezTo>
                    <a:pt x="415045" y="5700097"/>
                    <a:pt x="0" y="4684635"/>
                    <a:pt x="0" y="3573620"/>
                  </a:cubicBezTo>
                  <a:cubicBezTo>
                    <a:pt x="0" y="2121118"/>
                    <a:pt x="709459" y="831902"/>
                    <a:pt x="1805513" y="2413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E997B002-17FD-47B3-A06A-76802FE15CE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48217" y="36937"/>
              <a:ext cx="9088051" cy="6858000"/>
            </a:xfrm>
            <a:custGeom>
              <a:avLst/>
              <a:gdLst>
                <a:gd name="connsiteX0" fmla="*/ 5158786 w 9088051"/>
                <a:gd name="connsiteY0" fmla="*/ 0 h 6858000"/>
                <a:gd name="connsiteX1" fmla="*/ 6996771 w 9088051"/>
                <a:gd name="connsiteY1" fmla="*/ 0 h 6858000"/>
                <a:gd name="connsiteX2" fmla="*/ 7006955 w 9088051"/>
                <a:gd name="connsiteY2" fmla="*/ 6825 h 6858000"/>
                <a:gd name="connsiteX3" fmla="*/ 8954230 w 9088051"/>
                <a:gd name="connsiteY3" fmla="*/ 4580835 h 6858000"/>
                <a:gd name="connsiteX4" fmla="*/ 7184080 w 9088051"/>
                <a:gd name="connsiteY4" fmla="*/ 6259703 h 6858000"/>
                <a:gd name="connsiteX5" fmla="*/ 6885926 w 9088051"/>
                <a:gd name="connsiteY5" fmla="*/ 6564765 h 6858000"/>
                <a:gd name="connsiteX6" fmla="*/ 6608241 w 9088051"/>
                <a:gd name="connsiteY6" fmla="*/ 6858000 h 6858000"/>
                <a:gd name="connsiteX7" fmla="*/ 5462870 w 9088051"/>
                <a:gd name="connsiteY7" fmla="*/ 6858000 h 6858000"/>
                <a:gd name="connsiteX8" fmla="*/ 5529056 w 9088051"/>
                <a:gd name="connsiteY8" fmla="*/ 6804645 h 6858000"/>
                <a:gd name="connsiteX9" fmla="*/ 6167613 w 9088051"/>
                <a:gd name="connsiteY9" fmla="*/ 6173667 h 6858000"/>
                <a:gd name="connsiteX10" fmla="*/ 6610973 w 9088051"/>
                <a:gd name="connsiteY10" fmla="*/ 5715860 h 6858000"/>
                <a:gd name="connsiteX11" fmla="*/ 7646083 w 9088051"/>
                <a:gd name="connsiteY11" fmla="*/ 4995842 h 6858000"/>
                <a:gd name="connsiteX12" fmla="*/ 7980054 w 9088051"/>
                <a:gd name="connsiteY12" fmla="*/ 4790095 h 6858000"/>
                <a:gd name="connsiteX13" fmla="*/ 8180437 w 9088051"/>
                <a:gd name="connsiteY13" fmla="*/ 4371964 h 6858000"/>
                <a:gd name="connsiteX14" fmla="*/ 8192058 w 9088051"/>
                <a:gd name="connsiteY14" fmla="*/ 2919242 h 6858000"/>
                <a:gd name="connsiteX15" fmla="*/ 7492638 w 9088051"/>
                <a:gd name="connsiteY15" fmla="*/ 1542845 h 6858000"/>
                <a:gd name="connsiteX16" fmla="*/ 6089097 w 9088051"/>
                <a:gd name="connsiteY16" fmla="*/ 357847 h 6858000"/>
                <a:gd name="connsiteX17" fmla="*/ 5288639 w 9088051"/>
                <a:gd name="connsiteY17" fmla="*/ 31627 h 6858000"/>
                <a:gd name="connsiteX18" fmla="*/ 1844517 w 9088051"/>
                <a:gd name="connsiteY18" fmla="*/ 0 h 6858000"/>
                <a:gd name="connsiteX19" fmla="*/ 3734467 w 9088051"/>
                <a:gd name="connsiteY19" fmla="*/ 0 h 6858000"/>
                <a:gd name="connsiteX20" fmla="*/ 3603618 w 9088051"/>
                <a:gd name="connsiteY20" fmla="*/ 28853 h 6858000"/>
                <a:gd name="connsiteX21" fmla="*/ 1892878 w 9088051"/>
                <a:gd name="connsiteY21" fmla="*/ 985434 h 6858000"/>
                <a:gd name="connsiteX22" fmla="*/ 1096045 w 9088051"/>
                <a:gd name="connsiteY22" fmla="*/ 2147349 h 6858000"/>
                <a:gd name="connsiteX23" fmla="*/ 803453 w 9088051"/>
                <a:gd name="connsiteY23" fmla="*/ 3573669 h 6858000"/>
                <a:gd name="connsiteX24" fmla="*/ 1046377 w 9088051"/>
                <a:gd name="connsiteY24" fmla="*/ 4878573 h 6858000"/>
                <a:gd name="connsiteX25" fmla="*/ 1714473 w 9088051"/>
                <a:gd name="connsiteY25" fmla="*/ 5973776 h 6858000"/>
                <a:gd name="connsiteX26" fmla="*/ 2776083 w 9088051"/>
                <a:gd name="connsiteY26" fmla="*/ 6804641 h 6858000"/>
                <a:gd name="connsiteX27" fmla="*/ 2884836 w 9088051"/>
                <a:gd name="connsiteY27" fmla="*/ 6858000 h 6858000"/>
                <a:gd name="connsiteX28" fmla="*/ 1484505 w 9088051"/>
                <a:gd name="connsiteY28" fmla="*/ 6858000 h 6858000"/>
                <a:gd name="connsiteX29" fmla="*/ 1431151 w 9088051"/>
                <a:gd name="connsiteY29" fmla="*/ 6811515 h 6858000"/>
                <a:gd name="connsiteX30" fmla="*/ 1103471 w 9088051"/>
                <a:gd name="connsiteY30" fmla="*/ 6477651 h 6858000"/>
                <a:gd name="connsiteX31" fmla="*/ 0 w 9088051"/>
                <a:gd name="connsiteY31" fmla="*/ 3573620 h 6858000"/>
                <a:gd name="connsiteX32" fmla="*/ 1809994 w 9088051"/>
                <a:gd name="connsiteY32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088051" h="6858000">
                  <a:moveTo>
                    <a:pt x="5158786" y="0"/>
                  </a:moveTo>
                  <a:lnTo>
                    <a:pt x="6996771" y="0"/>
                  </a:lnTo>
                  <a:lnTo>
                    <a:pt x="7006955" y="6825"/>
                  </a:lnTo>
                  <a:cubicBezTo>
                    <a:pt x="8459794" y="1031353"/>
                    <a:pt x="9462596" y="2823601"/>
                    <a:pt x="8954230" y="4580835"/>
                  </a:cubicBezTo>
                  <a:cubicBezTo>
                    <a:pt x="8613842" y="5757293"/>
                    <a:pt x="7999457" y="5458140"/>
                    <a:pt x="7184080" y="6259703"/>
                  </a:cubicBezTo>
                  <a:cubicBezTo>
                    <a:pt x="7082152" y="6359905"/>
                    <a:pt x="6983303" y="6462297"/>
                    <a:pt x="6885926" y="6564765"/>
                  </a:cubicBezTo>
                  <a:lnTo>
                    <a:pt x="6608241" y="6858000"/>
                  </a:lnTo>
                  <a:lnTo>
                    <a:pt x="5462870" y="6858000"/>
                  </a:lnTo>
                  <a:lnTo>
                    <a:pt x="5529056" y="6804645"/>
                  </a:lnTo>
                  <a:cubicBezTo>
                    <a:pt x="5740217" y="6626505"/>
                    <a:pt x="5949382" y="6404876"/>
                    <a:pt x="6167613" y="6173667"/>
                  </a:cubicBezTo>
                  <a:cubicBezTo>
                    <a:pt x="6308782" y="6024091"/>
                    <a:pt x="6454799" y="5869390"/>
                    <a:pt x="6610973" y="5715860"/>
                  </a:cubicBezTo>
                  <a:cubicBezTo>
                    <a:pt x="7007847" y="5325741"/>
                    <a:pt x="7376733" y="5135074"/>
                    <a:pt x="7646083" y="4995842"/>
                  </a:cubicBezTo>
                  <a:cubicBezTo>
                    <a:pt x="7816858" y="4907561"/>
                    <a:pt x="7916545" y="4854514"/>
                    <a:pt x="7980054" y="4790095"/>
                  </a:cubicBezTo>
                  <a:cubicBezTo>
                    <a:pt x="8054629" y="4714405"/>
                    <a:pt x="8122031" y="4573758"/>
                    <a:pt x="8180437" y="4371964"/>
                  </a:cubicBezTo>
                  <a:cubicBezTo>
                    <a:pt x="8315441" y="3905228"/>
                    <a:pt x="8319381" y="3416431"/>
                    <a:pt x="8192058" y="2919242"/>
                  </a:cubicBezTo>
                  <a:cubicBezTo>
                    <a:pt x="8071251" y="2447381"/>
                    <a:pt x="7829388" y="1971467"/>
                    <a:pt x="7492638" y="1542845"/>
                  </a:cubicBezTo>
                  <a:cubicBezTo>
                    <a:pt x="7111829" y="1058099"/>
                    <a:pt x="6626484" y="648361"/>
                    <a:pt x="6089097" y="357847"/>
                  </a:cubicBezTo>
                  <a:cubicBezTo>
                    <a:pt x="5824244" y="214687"/>
                    <a:pt x="5554957" y="105262"/>
                    <a:pt x="5288639" y="31627"/>
                  </a:cubicBezTo>
                  <a:close/>
                  <a:moveTo>
                    <a:pt x="1844517" y="0"/>
                  </a:moveTo>
                  <a:lnTo>
                    <a:pt x="3734467" y="0"/>
                  </a:lnTo>
                  <a:lnTo>
                    <a:pt x="3603618" y="28853"/>
                  </a:lnTo>
                  <a:cubicBezTo>
                    <a:pt x="2962049" y="186733"/>
                    <a:pt x="2373277" y="513136"/>
                    <a:pt x="1892878" y="985434"/>
                  </a:cubicBezTo>
                  <a:cubicBezTo>
                    <a:pt x="1551428" y="1321091"/>
                    <a:pt x="1283341" y="1711990"/>
                    <a:pt x="1096045" y="2147349"/>
                  </a:cubicBezTo>
                  <a:cubicBezTo>
                    <a:pt x="901876" y="2598519"/>
                    <a:pt x="803453" y="3078432"/>
                    <a:pt x="803453" y="3573669"/>
                  </a:cubicBezTo>
                  <a:cubicBezTo>
                    <a:pt x="803453" y="4023717"/>
                    <a:pt x="885151" y="4462735"/>
                    <a:pt x="1046377" y="4878573"/>
                  </a:cubicBezTo>
                  <a:cubicBezTo>
                    <a:pt x="1201945" y="5279770"/>
                    <a:pt x="1426681" y="5648221"/>
                    <a:pt x="1714473" y="5973776"/>
                  </a:cubicBezTo>
                  <a:cubicBezTo>
                    <a:pt x="2012357" y="6310732"/>
                    <a:pt x="2376505" y="6595304"/>
                    <a:pt x="2776083" y="6804641"/>
                  </a:cubicBezTo>
                  <a:lnTo>
                    <a:pt x="2884836" y="6858000"/>
                  </a:lnTo>
                  <a:lnTo>
                    <a:pt x="1484505" y="6858000"/>
                  </a:lnTo>
                  <a:lnTo>
                    <a:pt x="1431151" y="6811515"/>
                  </a:lnTo>
                  <a:cubicBezTo>
                    <a:pt x="1316128" y="6705919"/>
                    <a:pt x="1206738" y="6594470"/>
                    <a:pt x="1103471" y="6477651"/>
                  </a:cubicBezTo>
                  <a:cubicBezTo>
                    <a:pt x="416075" y="5700097"/>
                    <a:pt x="0" y="4684635"/>
                    <a:pt x="0" y="3573620"/>
                  </a:cubicBezTo>
                  <a:cubicBezTo>
                    <a:pt x="0" y="2121118"/>
                    <a:pt x="711220" y="831902"/>
                    <a:pt x="1809994" y="2413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E401EA35-9D2E-43B7-860F-EBB8A6C3E08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29061" y="36937"/>
              <a:ext cx="9107210" cy="6858000"/>
            </a:xfrm>
            <a:custGeom>
              <a:avLst/>
              <a:gdLst>
                <a:gd name="connsiteX0" fmla="*/ 6184722 w 9107210"/>
                <a:gd name="connsiteY0" fmla="*/ 0 h 6858000"/>
                <a:gd name="connsiteX1" fmla="*/ 6985680 w 9107210"/>
                <a:gd name="connsiteY1" fmla="*/ 0 h 6858000"/>
                <a:gd name="connsiteX2" fmla="*/ 7324323 w 9107210"/>
                <a:gd name="connsiteY2" fmla="*/ 247136 h 6858000"/>
                <a:gd name="connsiteX3" fmla="*/ 7652712 w 9107210"/>
                <a:gd name="connsiteY3" fmla="*/ 528495 h 6858000"/>
                <a:gd name="connsiteX4" fmla="*/ 8236677 w 9107210"/>
                <a:gd name="connsiteY4" fmla="*/ 1166289 h 6858000"/>
                <a:gd name="connsiteX5" fmla="*/ 8704298 w 9107210"/>
                <a:gd name="connsiteY5" fmla="*/ 1897038 h 6858000"/>
                <a:gd name="connsiteX6" fmla="*/ 8885160 w 9107210"/>
                <a:gd name="connsiteY6" fmla="*/ 2294087 h 6858000"/>
                <a:gd name="connsiteX7" fmla="*/ 8924247 w 9107210"/>
                <a:gd name="connsiteY7" fmla="*/ 2396286 h 6858000"/>
                <a:gd name="connsiteX8" fmla="*/ 8960022 w 9107210"/>
                <a:gd name="connsiteY8" fmla="*/ 2499767 h 6858000"/>
                <a:gd name="connsiteX9" fmla="*/ 8991720 w 9107210"/>
                <a:gd name="connsiteY9" fmla="*/ 2604671 h 6858000"/>
                <a:gd name="connsiteX10" fmla="*/ 9019646 w 9107210"/>
                <a:gd name="connsiteY10" fmla="*/ 2710708 h 6858000"/>
                <a:gd name="connsiteX11" fmla="*/ 9105822 w 9107210"/>
                <a:gd name="connsiteY11" fmla="*/ 3582266 h 6858000"/>
                <a:gd name="connsiteX12" fmla="*/ 9057716 w 9107210"/>
                <a:gd name="connsiteY12" fmla="*/ 4017873 h 6858000"/>
                <a:gd name="connsiteX13" fmla="*/ 8945600 w 9107210"/>
                <a:gd name="connsiteY13" fmla="*/ 4439659 h 6858000"/>
                <a:gd name="connsiteX14" fmla="*/ 8796080 w 9107210"/>
                <a:gd name="connsiteY14" fmla="*/ 4847428 h 6858000"/>
                <a:gd name="connsiteX15" fmla="*/ 8702056 w 9107210"/>
                <a:gd name="connsiteY15" fmla="*/ 5050108 h 6858000"/>
                <a:gd name="connsiteX16" fmla="*/ 8581125 w 9107210"/>
                <a:gd name="connsiteY16" fmla="*/ 5247525 h 6858000"/>
                <a:gd name="connsiteX17" fmla="*/ 8426254 w 9107210"/>
                <a:gd name="connsiteY17" fmla="*/ 5429647 h 6858000"/>
                <a:gd name="connsiteX18" fmla="*/ 8337174 w 9107210"/>
                <a:gd name="connsiteY18" fmla="*/ 5510552 h 6858000"/>
                <a:gd name="connsiteX19" fmla="*/ 8243200 w 9107210"/>
                <a:gd name="connsiteY19" fmla="*/ 5582948 h 6858000"/>
                <a:gd name="connsiteX20" fmla="*/ 7868330 w 9107210"/>
                <a:gd name="connsiteY20" fmla="*/ 5811104 h 6858000"/>
                <a:gd name="connsiteX21" fmla="*/ 7538916 w 9107210"/>
                <a:gd name="connsiteY21" fmla="*/ 6018899 h 6858000"/>
                <a:gd name="connsiteX22" fmla="*/ 7391280 w 9107210"/>
                <a:gd name="connsiteY22" fmla="*/ 6134132 h 6858000"/>
                <a:gd name="connsiteX23" fmla="*/ 7252511 w 9107210"/>
                <a:gd name="connsiteY23" fmla="*/ 6259105 h 6858000"/>
                <a:gd name="connsiteX24" fmla="*/ 7185601 w 9107210"/>
                <a:gd name="connsiteY24" fmla="*/ 6325894 h 6858000"/>
                <a:gd name="connsiteX25" fmla="*/ 7116651 w 9107210"/>
                <a:gd name="connsiteY25" fmla="*/ 6397010 h 6858000"/>
                <a:gd name="connsiteX26" fmla="*/ 6978545 w 9107210"/>
                <a:gd name="connsiteY26" fmla="*/ 6541607 h 6858000"/>
                <a:gd name="connsiteX27" fmla="*/ 6693009 w 9107210"/>
                <a:gd name="connsiteY27" fmla="*/ 6832716 h 6858000"/>
                <a:gd name="connsiteX28" fmla="*/ 6667488 w 9107210"/>
                <a:gd name="connsiteY28" fmla="*/ 6858000 h 6858000"/>
                <a:gd name="connsiteX29" fmla="*/ 6056793 w 9107210"/>
                <a:gd name="connsiteY29" fmla="*/ 6858000 h 6858000"/>
                <a:gd name="connsiteX30" fmla="*/ 6077345 w 9107210"/>
                <a:gd name="connsiteY30" fmla="*/ 6835420 h 6858000"/>
                <a:gd name="connsiteX31" fmla="*/ 6208519 w 9107210"/>
                <a:gd name="connsiteY31" fmla="*/ 6683989 h 6858000"/>
                <a:gd name="connsiteX32" fmla="*/ 6340001 w 9107210"/>
                <a:gd name="connsiteY32" fmla="*/ 6529852 h 6858000"/>
                <a:gd name="connsiteX33" fmla="*/ 6611419 w 9107210"/>
                <a:gd name="connsiteY33" fmla="*/ 6219317 h 6858000"/>
                <a:gd name="connsiteX34" fmla="*/ 6757678 w 9107210"/>
                <a:gd name="connsiteY34" fmla="*/ 6068228 h 6858000"/>
                <a:gd name="connsiteX35" fmla="*/ 6833713 w 9107210"/>
                <a:gd name="connsiteY35" fmla="*/ 5994061 h 6858000"/>
                <a:gd name="connsiteX36" fmla="*/ 6915148 w 9107210"/>
                <a:gd name="connsiteY36" fmla="*/ 5918812 h 6858000"/>
                <a:gd name="connsiteX37" fmla="*/ 7276311 w 9107210"/>
                <a:gd name="connsiteY37" fmla="*/ 5650229 h 6858000"/>
                <a:gd name="connsiteX38" fmla="*/ 7664942 w 9107210"/>
                <a:gd name="connsiteY38" fmla="*/ 5445681 h 6858000"/>
                <a:gd name="connsiteX39" fmla="*/ 7848505 w 9107210"/>
                <a:gd name="connsiteY39" fmla="*/ 5358333 h 6858000"/>
                <a:gd name="connsiteX40" fmla="*/ 8011785 w 9107210"/>
                <a:gd name="connsiteY40" fmla="*/ 5267788 h 6858000"/>
                <a:gd name="connsiteX41" fmla="*/ 8260273 w 9107210"/>
                <a:gd name="connsiteY41" fmla="*/ 5034370 h 6858000"/>
                <a:gd name="connsiteX42" fmla="*/ 8417589 w 9107210"/>
                <a:gd name="connsiteY42" fmla="*/ 4714488 h 6858000"/>
                <a:gd name="connsiteX43" fmla="*/ 8495000 w 9107210"/>
                <a:gd name="connsiteY43" fmla="*/ 4346409 h 6858000"/>
                <a:gd name="connsiteX44" fmla="*/ 8508556 w 9107210"/>
                <a:gd name="connsiteY44" fmla="*/ 3971101 h 6858000"/>
                <a:gd name="connsiteX45" fmla="*/ 8483330 w 9107210"/>
                <a:gd name="connsiteY45" fmla="*/ 3600710 h 6858000"/>
                <a:gd name="connsiteX46" fmla="*/ 8425336 w 9107210"/>
                <a:gd name="connsiteY46" fmla="*/ 3236121 h 6858000"/>
                <a:gd name="connsiteX47" fmla="*/ 8334575 w 9107210"/>
                <a:gd name="connsiteY47" fmla="*/ 2877977 h 6858000"/>
                <a:gd name="connsiteX48" fmla="*/ 8087513 w 9107210"/>
                <a:gd name="connsiteY48" fmla="*/ 2174622 h 6858000"/>
                <a:gd name="connsiteX49" fmla="*/ 7723650 w 9107210"/>
                <a:gd name="connsiteY49" fmla="*/ 1507613 h 6858000"/>
                <a:gd name="connsiteX50" fmla="*/ 7501815 w 9107210"/>
                <a:gd name="connsiteY50" fmla="*/ 1192947 h 6858000"/>
                <a:gd name="connsiteX51" fmla="*/ 7254399 w 9107210"/>
                <a:gd name="connsiteY51" fmla="*/ 894361 h 6858000"/>
                <a:gd name="connsiteX52" fmla="*/ 6689339 w 9107210"/>
                <a:gd name="connsiteY52" fmla="*/ 354046 h 6858000"/>
                <a:gd name="connsiteX53" fmla="*/ 6206651 w 9107210"/>
                <a:gd name="connsiteY53" fmla="*/ 12626 h 6858000"/>
                <a:gd name="connsiteX54" fmla="*/ 1827105 w 9107210"/>
                <a:gd name="connsiteY54" fmla="*/ 0 h 6858000"/>
                <a:gd name="connsiteX55" fmla="*/ 2807607 w 9107210"/>
                <a:gd name="connsiteY55" fmla="*/ 0 h 6858000"/>
                <a:gd name="connsiteX56" fmla="*/ 2667958 w 9107210"/>
                <a:gd name="connsiteY56" fmla="*/ 88235 h 6858000"/>
                <a:gd name="connsiteX57" fmla="*/ 2354723 w 9107210"/>
                <a:gd name="connsiteY57" fmla="*/ 314947 h 6858000"/>
                <a:gd name="connsiteX58" fmla="*/ 2059963 w 9107210"/>
                <a:gd name="connsiteY58" fmla="*/ 561545 h 6858000"/>
                <a:gd name="connsiteX59" fmla="*/ 1780798 w 9107210"/>
                <a:gd name="connsiteY59" fmla="*/ 824425 h 6858000"/>
                <a:gd name="connsiteX60" fmla="*/ 954714 w 9107210"/>
                <a:gd name="connsiteY60" fmla="*/ 2094309 h 6858000"/>
                <a:gd name="connsiteX61" fmla="*/ 732676 w 9107210"/>
                <a:gd name="connsiteY61" fmla="*/ 2813646 h 6858000"/>
                <a:gd name="connsiteX62" fmla="*/ 673867 w 9107210"/>
                <a:gd name="connsiteY62" fmla="*/ 3183989 h 6858000"/>
                <a:gd name="connsiteX63" fmla="*/ 647621 w 9107210"/>
                <a:gd name="connsiteY63" fmla="*/ 3557281 h 6858000"/>
                <a:gd name="connsiteX64" fmla="*/ 653381 w 9107210"/>
                <a:gd name="connsiteY64" fmla="*/ 3931214 h 6858000"/>
                <a:gd name="connsiteX65" fmla="*/ 690428 w 9107210"/>
                <a:gd name="connsiteY65" fmla="*/ 4303719 h 6858000"/>
                <a:gd name="connsiteX66" fmla="*/ 871801 w 9107210"/>
                <a:gd name="connsiteY66" fmla="*/ 5033041 h 6858000"/>
                <a:gd name="connsiteX67" fmla="*/ 1197749 w 9107210"/>
                <a:gd name="connsiteY67" fmla="*/ 5718494 h 6858000"/>
                <a:gd name="connsiteX68" fmla="*/ 1411480 w 9107210"/>
                <a:gd name="connsiteY68" fmla="*/ 6036703 h 6858000"/>
                <a:gd name="connsiteX69" fmla="*/ 1530170 w 9107210"/>
                <a:gd name="connsiteY69" fmla="*/ 6188430 h 6858000"/>
                <a:gd name="connsiteX70" fmla="*/ 1657165 w 9107210"/>
                <a:gd name="connsiteY70" fmla="*/ 6335385 h 6858000"/>
                <a:gd name="connsiteX71" fmla="*/ 1931343 w 9107210"/>
                <a:gd name="connsiteY71" fmla="*/ 6612896 h 6858000"/>
                <a:gd name="connsiteX72" fmla="*/ 2220133 w 9107210"/>
                <a:gd name="connsiteY72" fmla="*/ 6858000 h 6858000"/>
                <a:gd name="connsiteX73" fmla="*/ 1539862 w 9107210"/>
                <a:gd name="connsiteY73" fmla="*/ 6858000 h 6858000"/>
                <a:gd name="connsiteX74" fmla="*/ 1307111 w 9107210"/>
                <a:gd name="connsiteY74" fmla="*/ 6648873 h 6858000"/>
                <a:gd name="connsiteX75" fmla="*/ 750258 w 9107210"/>
                <a:gd name="connsiteY75" fmla="*/ 5987570 h 6858000"/>
                <a:gd name="connsiteX76" fmla="*/ 335382 w 9107210"/>
                <a:gd name="connsiteY76" fmla="*/ 5229279 h 6858000"/>
                <a:gd name="connsiteX77" fmla="*/ 79351 w 9107210"/>
                <a:gd name="connsiteY77" fmla="*/ 4403854 h 6858000"/>
                <a:gd name="connsiteX78" fmla="*/ 16007 w 9107210"/>
                <a:gd name="connsiteY78" fmla="*/ 3975723 h 6858000"/>
                <a:gd name="connsiteX79" fmla="*/ 871 w 9107210"/>
                <a:gd name="connsiteY79" fmla="*/ 3543362 h 6858000"/>
                <a:gd name="connsiteX80" fmla="*/ 32519 w 9107210"/>
                <a:gd name="connsiteY80" fmla="*/ 3112085 h 6858000"/>
                <a:gd name="connsiteX81" fmla="*/ 108502 w 9107210"/>
                <a:gd name="connsiteY81" fmla="*/ 2686511 h 6858000"/>
                <a:gd name="connsiteX82" fmla="*/ 378239 w 9107210"/>
                <a:gd name="connsiteY82" fmla="*/ 1865955 h 6858000"/>
                <a:gd name="connsiteX83" fmla="*/ 1343701 w 9107210"/>
                <a:gd name="connsiteY83" fmla="*/ 431508 h 6858000"/>
                <a:gd name="connsiteX84" fmla="*/ 1661853 w 9107210"/>
                <a:gd name="connsiteY84" fmla="*/ 130268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</a:cxnLst>
              <a:rect l="l" t="t" r="r" b="b"/>
              <a:pathLst>
                <a:path w="9107210" h="6858000">
                  <a:moveTo>
                    <a:pt x="6184722" y="0"/>
                  </a:moveTo>
                  <a:lnTo>
                    <a:pt x="6985680" y="0"/>
                  </a:lnTo>
                  <a:lnTo>
                    <a:pt x="7324323" y="247136"/>
                  </a:lnTo>
                  <a:cubicBezTo>
                    <a:pt x="7437502" y="336500"/>
                    <a:pt x="7547171" y="430254"/>
                    <a:pt x="7652712" y="528495"/>
                  </a:cubicBezTo>
                  <a:cubicBezTo>
                    <a:pt x="7863743" y="724929"/>
                    <a:pt x="8060097" y="937593"/>
                    <a:pt x="8236677" y="1166289"/>
                  </a:cubicBezTo>
                  <a:cubicBezTo>
                    <a:pt x="8413818" y="1394594"/>
                    <a:pt x="8570168" y="1639471"/>
                    <a:pt x="8704298" y="1897038"/>
                  </a:cubicBezTo>
                  <a:cubicBezTo>
                    <a:pt x="8770803" y="2026141"/>
                    <a:pt x="8830836" y="2158786"/>
                    <a:pt x="8885160" y="2294087"/>
                  </a:cubicBezTo>
                  <a:cubicBezTo>
                    <a:pt x="8898360" y="2328071"/>
                    <a:pt x="8912169" y="2361810"/>
                    <a:pt x="8924247" y="2396286"/>
                  </a:cubicBezTo>
                  <a:lnTo>
                    <a:pt x="8960022" y="2499767"/>
                  </a:lnTo>
                  <a:lnTo>
                    <a:pt x="8991720" y="2604671"/>
                  </a:lnTo>
                  <a:cubicBezTo>
                    <a:pt x="9002116" y="2639690"/>
                    <a:pt x="9010474" y="2675346"/>
                    <a:pt x="9019646" y="2710708"/>
                  </a:cubicBezTo>
                  <a:cubicBezTo>
                    <a:pt x="9089055" y="2995079"/>
                    <a:pt x="9113620" y="3289927"/>
                    <a:pt x="9105822" y="3582266"/>
                  </a:cubicBezTo>
                  <a:cubicBezTo>
                    <a:pt x="9101796" y="3728484"/>
                    <a:pt x="9085744" y="3874458"/>
                    <a:pt x="9057716" y="4017873"/>
                  </a:cubicBezTo>
                  <a:cubicBezTo>
                    <a:pt x="9029534" y="4161336"/>
                    <a:pt x="8990497" y="4302046"/>
                    <a:pt x="8945600" y="4439659"/>
                  </a:cubicBezTo>
                  <a:cubicBezTo>
                    <a:pt x="8900857" y="4577566"/>
                    <a:pt x="8852901" y="4711784"/>
                    <a:pt x="8796080" y="4847428"/>
                  </a:cubicBezTo>
                  <a:cubicBezTo>
                    <a:pt x="8767695" y="4915152"/>
                    <a:pt x="8737016" y="4982926"/>
                    <a:pt x="8702056" y="5050108"/>
                  </a:cubicBezTo>
                  <a:cubicBezTo>
                    <a:pt x="8666485" y="5116997"/>
                    <a:pt x="8627347" y="5183687"/>
                    <a:pt x="8581125" y="5247525"/>
                  </a:cubicBezTo>
                  <a:cubicBezTo>
                    <a:pt x="8535565" y="5311660"/>
                    <a:pt x="8483534" y="5373185"/>
                    <a:pt x="8426254" y="5429647"/>
                  </a:cubicBezTo>
                  <a:cubicBezTo>
                    <a:pt x="8397512" y="5457779"/>
                    <a:pt x="8367801" y="5484879"/>
                    <a:pt x="8337174" y="5510552"/>
                  </a:cubicBezTo>
                  <a:cubicBezTo>
                    <a:pt x="8306444" y="5536077"/>
                    <a:pt x="8274899" y="5560029"/>
                    <a:pt x="8243200" y="5582948"/>
                  </a:cubicBezTo>
                  <a:cubicBezTo>
                    <a:pt x="8115543" y="5674574"/>
                    <a:pt x="7986203" y="5743233"/>
                    <a:pt x="7868330" y="5811104"/>
                  </a:cubicBezTo>
                  <a:cubicBezTo>
                    <a:pt x="7749844" y="5878385"/>
                    <a:pt x="7640685" y="5945126"/>
                    <a:pt x="7538916" y="6018899"/>
                  </a:cubicBezTo>
                  <a:cubicBezTo>
                    <a:pt x="7487749" y="6055392"/>
                    <a:pt x="7438777" y="6093950"/>
                    <a:pt x="7391280" y="6134132"/>
                  </a:cubicBezTo>
                  <a:cubicBezTo>
                    <a:pt x="7343427" y="6173921"/>
                    <a:pt x="7297511" y="6215922"/>
                    <a:pt x="7252511" y="6259105"/>
                  </a:cubicBezTo>
                  <a:cubicBezTo>
                    <a:pt x="7229784" y="6280990"/>
                    <a:pt x="7208635" y="6302433"/>
                    <a:pt x="7185601" y="6325894"/>
                  </a:cubicBezTo>
                  <a:lnTo>
                    <a:pt x="7116651" y="6397010"/>
                  </a:lnTo>
                  <a:lnTo>
                    <a:pt x="6978545" y="6541607"/>
                  </a:lnTo>
                  <a:cubicBezTo>
                    <a:pt x="6885693" y="6638397"/>
                    <a:pt x="6789885" y="6734943"/>
                    <a:pt x="6693009" y="6832716"/>
                  </a:cubicBezTo>
                  <a:lnTo>
                    <a:pt x="6667488" y="6858000"/>
                  </a:lnTo>
                  <a:lnTo>
                    <a:pt x="6056793" y="6858000"/>
                  </a:lnTo>
                  <a:lnTo>
                    <a:pt x="6077345" y="6835420"/>
                  </a:lnTo>
                  <a:cubicBezTo>
                    <a:pt x="6121427" y="6785747"/>
                    <a:pt x="6164948" y="6735090"/>
                    <a:pt x="6208519" y="6683989"/>
                  </a:cubicBezTo>
                  <a:lnTo>
                    <a:pt x="6340001" y="6529852"/>
                  </a:lnTo>
                  <a:cubicBezTo>
                    <a:pt x="6428315" y="6426667"/>
                    <a:pt x="6516733" y="6321417"/>
                    <a:pt x="6611419" y="6219317"/>
                  </a:cubicBezTo>
                  <a:cubicBezTo>
                    <a:pt x="6658864" y="6168363"/>
                    <a:pt x="6707584" y="6117950"/>
                    <a:pt x="6757678" y="6068228"/>
                  </a:cubicBezTo>
                  <a:lnTo>
                    <a:pt x="6833713" y="5994061"/>
                  </a:lnTo>
                  <a:cubicBezTo>
                    <a:pt x="6859346" y="5969422"/>
                    <a:pt x="6887579" y="5943404"/>
                    <a:pt x="6915148" y="5918812"/>
                  </a:cubicBezTo>
                  <a:cubicBezTo>
                    <a:pt x="7026295" y="5819219"/>
                    <a:pt x="7148602" y="5729117"/>
                    <a:pt x="7276311" y="5650229"/>
                  </a:cubicBezTo>
                  <a:cubicBezTo>
                    <a:pt x="7403918" y="5571046"/>
                    <a:pt x="7537794" y="5505190"/>
                    <a:pt x="7664942" y="5445681"/>
                  </a:cubicBezTo>
                  <a:cubicBezTo>
                    <a:pt x="7728491" y="5416024"/>
                    <a:pt x="7790410" y="5387449"/>
                    <a:pt x="7848505" y="5358333"/>
                  </a:cubicBezTo>
                  <a:cubicBezTo>
                    <a:pt x="7906805" y="5329315"/>
                    <a:pt x="7961843" y="5300101"/>
                    <a:pt x="8011785" y="5267788"/>
                  </a:cubicBezTo>
                  <a:cubicBezTo>
                    <a:pt x="8112281" y="5203950"/>
                    <a:pt x="8193615" y="5128111"/>
                    <a:pt x="8260273" y="5034370"/>
                  </a:cubicBezTo>
                  <a:cubicBezTo>
                    <a:pt x="8326370" y="4940776"/>
                    <a:pt x="8378657" y="4831640"/>
                    <a:pt x="8417589" y="4714488"/>
                  </a:cubicBezTo>
                  <a:cubicBezTo>
                    <a:pt x="8456372" y="4597485"/>
                    <a:pt x="8481140" y="4471332"/>
                    <a:pt x="8495000" y="4346409"/>
                  </a:cubicBezTo>
                  <a:cubicBezTo>
                    <a:pt x="8508404" y="4221044"/>
                    <a:pt x="8511359" y="4095482"/>
                    <a:pt x="8508556" y="3971101"/>
                  </a:cubicBezTo>
                  <a:cubicBezTo>
                    <a:pt x="8504530" y="3846571"/>
                    <a:pt x="8495663" y="3723222"/>
                    <a:pt x="8483330" y="3600710"/>
                  </a:cubicBezTo>
                  <a:cubicBezTo>
                    <a:pt x="8470793" y="3478148"/>
                    <a:pt x="8451888" y="3356421"/>
                    <a:pt x="8425336" y="3236121"/>
                  </a:cubicBezTo>
                  <a:cubicBezTo>
                    <a:pt x="8399091" y="3115774"/>
                    <a:pt x="8367801" y="2996655"/>
                    <a:pt x="8334575" y="2877977"/>
                  </a:cubicBezTo>
                  <a:cubicBezTo>
                    <a:pt x="8268222" y="2640772"/>
                    <a:pt x="8190100" y="2404057"/>
                    <a:pt x="8087513" y="2174622"/>
                  </a:cubicBezTo>
                  <a:cubicBezTo>
                    <a:pt x="7985081" y="1945237"/>
                    <a:pt x="7863233" y="1721900"/>
                    <a:pt x="7723650" y="1507613"/>
                  </a:cubicBezTo>
                  <a:cubicBezTo>
                    <a:pt x="7653527" y="1400692"/>
                    <a:pt x="7579684" y="1295589"/>
                    <a:pt x="7501815" y="1192947"/>
                  </a:cubicBezTo>
                  <a:cubicBezTo>
                    <a:pt x="7423844" y="1090353"/>
                    <a:pt x="7340778" y="991103"/>
                    <a:pt x="7254399" y="894361"/>
                  </a:cubicBezTo>
                  <a:cubicBezTo>
                    <a:pt x="7082047" y="700485"/>
                    <a:pt x="6893083" y="519052"/>
                    <a:pt x="6689339" y="354046"/>
                  </a:cubicBezTo>
                  <a:cubicBezTo>
                    <a:pt x="6536914" y="229775"/>
                    <a:pt x="6375602" y="115325"/>
                    <a:pt x="6206651" y="12626"/>
                  </a:cubicBezTo>
                  <a:close/>
                  <a:moveTo>
                    <a:pt x="1827105" y="0"/>
                  </a:moveTo>
                  <a:lnTo>
                    <a:pt x="2807607" y="0"/>
                  </a:lnTo>
                  <a:lnTo>
                    <a:pt x="2667958" y="88235"/>
                  </a:lnTo>
                  <a:cubicBezTo>
                    <a:pt x="2560098" y="159777"/>
                    <a:pt x="2455754" y="235690"/>
                    <a:pt x="2354723" y="314947"/>
                  </a:cubicBezTo>
                  <a:cubicBezTo>
                    <a:pt x="2253464" y="394030"/>
                    <a:pt x="2156943" y="478181"/>
                    <a:pt x="2059963" y="561545"/>
                  </a:cubicBezTo>
                  <a:cubicBezTo>
                    <a:pt x="1962831" y="644811"/>
                    <a:pt x="1868297" y="731322"/>
                    <a:pt x="1780798" y="824425"/>
                  </a:cubicBezTo>
                  <a:cubicBezTo>
                    <a:pt x="1429010" y="1195013"/>
                    <a:pt x="1148011" y="1628455"/>
                    <a:pt x="954714" y="2094309"/>
                  </a:cubicBezTo>
                  <a:cubicBezTo>
                    <a:pt x="857938" y="2327186"/>
                    <a:pt x="783229" y="2568326"/>
                    <a:pt x="732676" y="2813646"/>
                  </a:cubicBezTo>
                  <a:cubicBezTo>
                    <a:pt x="707552" y="2936307"/>
                    <a:pt x="688085" y="3059952"/>
                    <a:pt x="673867" y="3183989"/>
                  </a:cubicBezTo>
                  <a:cubicBezTo>
                    <a:pt x="660056" y="3308075"/>
                    <a:pt x="651341" y="3432605"/>
                    <a:pt x="647621" y="3557281"/>
                  </a:cubicBezTo>
                  <a:cubicBezTo>
                    <a:pt x="644411" y="3681958"/>
                    <a:pt x="645329" y="3806733"/>
                    <a:pt x="653381" y="3931214"/>
                  </a:cubicBezTo>
                  <a:cubicBezTo>
                    <a:pt x="659852" y="4055792"/>
                    <a:pt x="672949" y="4179977"/>
                    <a:pt x="690428" y="4303719"/>
                  </a:cubicBezTo>
                  <a:cubicBezTo>
                    <a:pt x="726408" y="4551057"/>
                    <a:pt x="786440" y="4795835"/>
                    <a:pt x="871801" y="5033041"/>
                  </a:cubicBezTo>
                  <a:cubicBezTo>
                    <a:pt x="957007" y="5270247"/>
                    <a:pt x="1065962" y="5500322"/>
                    <a:pt x="1197749" y="5718494"/>
                  </a:cubicBezTo>
                  <a:cubicBezTo>
                    <a:pt x="1263846" y="5827433"/>
                    <a:pt x="1334937" y="5933813"/>
                    <a:pt x="1411480" y="6036703"/>
                  </a:cubicBezTo>
                  <a:cubicBezTo>
                    <a:pt x="1449548" y="6088295"/>
                    <a:pt x="1489451" y="6138609"/>
                    <a:pt x="1530170" y="6188430"/>
                  </a:cubicBezTo>
                  <a:cubicBezTo>
                    <a:pt x="1571447" y="6238055"/>
                    <a:pt x="1613644" y="6287336"/>
                    <a:pt x="1657165" y="6335385"/>
                  </a:cubicBezTo>
                  <a:cubicBezTo>
                    <a:pt x="1744079" y="6431708"/>
                    <a:pt x="1835644" y="6524282"/>
                    <a:pt x="1931343" y="6612896"/>
                  </a:cubicBezTo>
                  <a:lnTo>
                    <a:pt x="2220133" y="6858000"/>
                  </a:lnTo>
                  <a:lnTo>
                    <a:pt x="1539862" y="6858000"/>
                  </a:lnTo>
                  <a:lnTo>
                    <a:pt x="1307111" y="6648873"/>
                  </a:lnTo>
                  <a:cubicBezTo>
                    <a:pt x="1101839" y="6448063"/>
                    <a:pt x="913180" y="6225465"/>
                    <a:pt x="750258" y="5987570"/>
                  </a:cubicBezTo>
                  <a:cubicBezTo>
                    <a:pt x="587232" y="5749281"/>
                    <a:pt x="448261" y="5494813"/>
                    <a:pt x="335382" y="5229279"/>
                  </a:cubicBezTo>
                  <a:cubicBezTo>
                    <a:pt x="222298" y="4963793"/>
                    <a:pt x="137040" y="4686652"/>
                    <a:pt x="79351" y="4403854"/>
                  </a:cubicBezTo>
                  <a:cubicBezTo>
                    <a:pt x="50150" y="4262456"/>
                    <a:pt x="29767" y="4119385"/>
                    <a:pt x="16007" y="3975723"/>
                  </a:cubicBezTo>
                  <a:cubicBezTo>
                    <a:pt x="3930" y="3831964"/>
                    <a:pt x="-2441" y="3687614"/>
                    <a:pt x="871" y="3543362"/>
                  </a:cubicBezTo>
                  <a:cubicBezTo>
                    <a:pt x="3522" y="3399160"/>
                    <a:pt x="14172" y="3255105"/>
                    <a:pt x="32519" y="3112085"/>
                  </a:cubicBezTo>
                  <a:cubicBezTo>
                    <a:pt x="50508" y="2969014"/>
                    <a:pt x="76090" y="2826925"/>
                    <a:pt x="108502" y="2686511"/>
                  </a:cubicBezTo>
                  <a:cubicBezTo>
                    <a:pt x="173019" y="2405533"/>
                    <a:pt x="263474" y="2130703"/>
                    <a:pt x="378239" y="1865955"/>
                  </a:cubicBezTo>
                  <a:cubicBezTo>
                    <a:pt x="607922" y="1336607"/>
                    <a:pt x="935706" y="848228"/>
                    <a:pt x="1343701" y="431508"/>
                  </a:cubicBezTo>
                  <a:cubicBezTo>
                    <a:pt x="1446133" y="327783"/>
                    <a:pt x="1550910" y="225926"/>
                    <a:pt x="1661853" y="130268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F8C44827-3D81-4FF9-B4A5-5650D1B20A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18434" y="36937"/>
              <a:ext cx="9747620" cy="6858000"/>
            </a:xfrm>
            <a:custGeom>
              <a:avLst/>
              <a:gdLst>
                <a:gd name="connsiteX0" fmla="*/ 7235453 w 9747620"/>
                <a:gd name="connsiteY0" fmla="*/ 0 h 6858000"/>
                <a:gd name="connsiteX1" fmla="*/ 7548130 w 9747620"/>
                <a:gd name="connsiteY1" fmla="*/ 0 h 6858000"/>
                <a:gd name="connsiteX2" fmla="*/ 7710334 w 9747620"/>
                <a:gd name="connsiteY2" fmla="*/ 111973 h 6858000"/>
                <a:gd name="connsiteX3" fmla="*/ 7889188 w 9747620"/>
                <a:gd name="connsiteY3" fmla="*/ 251542 h 6858000"/>
                <a:gd name="connsiteX4" fmla="*/ 8061828 w 9747620"/>
                <a:gd name="connsiteY4" fmla="*/ 398586 h 6858000"/>
                <a:gd name="connsiteX5" fmla="*/ 8145637 w 9747620"/>
                <a:gd name="connsiteY5" fmla="*/ 474218 h 6858000"/>
                <a:gd name="connsiteX6" fmla="*/ 8187242 w 9747620"/>
                <a:gd name="connsiteY6" fmla="*/ 512753 h 6858000"/>
                <a:gd name="connsiteX7" fmla="*/ 8228402 w 9747620"/>
                <a:gd name="connsiteY7" fmla="*/ 551575 h 6858000"/>
                <a:gd name="connsiteX8" fmla="*/ 8389211 w 9747620"/>
                <a:gd name="connsiteY8" fmla="*/ 710937 h 6858000"/>
                <a:gd name="connsiteX9" fmla="*/ 8467206 w 9747620"/>
                <a:gd name="connsiteY9" fmla="*/ 793088 h 6858000"/>
                <a:gd name="connsiteX10" fmla="*/ 8486791 w 9747620"/>
                <a:gd name="connsiteY10" fmla="*/ 814223 h 6858000"/>
                <a:gd name="connsiteX11" fmla="*/ 8505979 w 9747620"/>
                <a:gd name="connsiteY11" fmla="*/ 835409 h 6858000"/>
                <a:gd name="connsiteX12" fmla="*/ 8543509 w 9747620"/>
                <a:gd name="connsiteY12" fmla="*/ 877346 h 6858000"/>
                <a:gd name="connsiteX13" fmla="*/ 8690549 w 9747620"/>
                <a:gd name="connsiteY13" fmla="*/ 1048978 h 6858000"/>
                <a:gd name="connsiteX14" fmla="*/ 8761732 w 9747620"/>
                <a:gd name="connsiteY14" fmla="*/ 1137502 h 6858000"/>
                <a:gd name="connsiteX15" fmla="*/ 8796379 w 9747620"/>
                <a:gd name="connsiteY15" fmla="*/ 1182077 h 6858000"/>
                <a:gd name="connsiteX16" fmla="*/ 8830678 w 9747620"/>
                <a:gd name="connsiteY16" fmla="*/ 1226986 h 6858000"/>
                <a:gd name="connsiteX17" fmla="*/ 8963353 w 9747620"/>
                <a:gd name="connsiteY17" fmla="*/ 1410936 h 6858000"/>
                <a:gd name="connsiteX18" fmla="*/ 9026483 w 9747620"/>
                <a:gd name="connsiteY18" fmla="*/ 1505499 h 6858000"/>
                <a:gd name="connsiteX19" fmla="*/ 9057004 w 9747620"/>
                <a:gd name="connsiteY19" fmla="*/ 1552613 h 6858000"/>
                <a:gd name="connsiteX20" fmla="*/ 9087278 w 9747620"/>
                <a:gd name="connsiteY20" fmla="*/ 1600542 h 6858000"/>
                <a:gd name="connsiteX21" fmla="*/ 9202851 w 9747620"/>
                <a:gd name="connsiteY21" fmla="*/ 1795515 h 6858000"/>
                <a:gd name="connsiteX22" fmla="*/ 9257332 w 9747620"/>
                <a:gd name="connsiteY22" fmla="*/ 1894920 h 6858000"/>
                <a:gd name="connsiteX23" fmla="*/ 9283778 w 9747620"/>
                <a:gd name="connsiteY23" fmla="*/ 1945436 h 6858000"/>
                <a:gd name="connsiteX24" fmla="*/ 9309428 w 9747620"/>
                <a:gd name="connsiteY24" fmla="*/ 1996193 h 6858000"/>
                <a:gd name="connsiteX25" fmla="*/ 9405714 w 9747620"/>
                <a:gd name="connsiteY25" fmla="*/ 2202191 h 6858000"/>
                <a:gd name="connsiteX26" fmla="*/ 9566524 w 9747620"/>
                <a:gd name="connsiteY26" fmla="*/ 2627653 h 6858000"/>
                <a:gd name="connsiteX27" fmla="*/ 9583573 w 9747620"/>
                <a:gd name="connsiteY27" fmla="*/ 2682195 h 6858000"/>
                <a:gd name="connsiteX28" fmla="*/ 9591974 w 9747620"/>
                <a:gd name="connsiteY28" fmla="*/ 2709707 h 6858000"/>
                <a:gd name="connsiteX29" fmla="*/ 9600027 w 9747620"/>
                <a:gd name="connsiteY29" fmla="*/ 2737650 h 6858000"/>
                <a:gd name="connsiteX30" fmla="*/ 9629803 w 9747620"/>
                <a:gd name="connsiteY30" fmla="*/ 2847694 h 6858000"/>
                <a:gd name="connsiteX31" fmla="*/ 9679909 w 9747620"/>
                <a:gd name="connsiteY31" fmla="*/ 3070131 h 6858000"/>
                <a:gd name="connsiteX32" fmla="*/ 9690498 w 9747620"/>
                <a:gd name="connsiteY32" fmla="*/ 3126159 h 6858000"/>
                <a:gd name="connsiteX33" fmla="*/ 9700390 w 9747620"/>
                <a:gd name="connsiteY33" fmla="*/ 3181805 h 6858000"/>
                <a:gd name="connsiteX34" fmla="*/ 9709685 w 9747620"/>
                <a:gd name="connsiteY34" fmla="*/ 3243392 h 6858000"/>
                <a:gd name="connsiteX35" fmla="*/ 9713016 w 9747620"/>
                <a:gd name="connsiteY35" fmla="*/ 3267597 h 6858000"/>
                <a:gd name="connsiteX36" fmla="*/ 9716844 w 9747620"/>
                <a:gd name="connsiteY36" fmla="*/ 3294437 h 6858000"/>
                <a:gd name="connsiteX37" fmla="*/ 9720820 w 9747620"/>
                <a:gd name="connsiteY37" fmla="*/ 3324488 h 6858000"/>
                <a:gd name="connsiteX38" fmla="*/ 9722709 w 9747620"/>
                <a:gd name="connsiteY38" fmla="*/ 3340737 h 6858000"/>
                <a:gd name="connsiteX39" fmla="*/ 9724301 w 9747620"/>
                <a:gd name="connsiteY39" fmla="*/ 3356361 h 6858000"/>
                <a:gd name="connsiteX40" fmla="*/ 9730166 w 9747620"/>
                <a:gd name="connsiteY40" fmla="*/ 3412197 h 6858000"/>
                <a:gd name="connsiteX41" fmla="*/ 9735783 w 9747620"/>
                <a:gd name="connsiteY41" fmla="*/ 3468083 h 6858000"/>
                <a:gd name="connsiteX42" fmla="*/ 9739760 w 9747620"/>
                <a:gd name="connsiteY42" fmla="*/ 3524399 h 6858000"/>
                <a:gd name="connsiteX43" fmla="*/ 9741748 w 9747620"/>
                <a:gd name="connsiteY43" fmla="*/ 3552580 h 6858000"/>
                <a:gd name="connsiteX44" fmla="*/ 9742742 w 9747620"/>
                <a:gd name="connsiteY44" fmla="*/ 3566672 h 6858000"/>
                <a:gd name="connsiteX45" fmla="*/ 9743488 w 9747620"/>
                <a:gd name="connsiteY45" fmla="*/ 3581865 h 6858000"/>
                <a:gd name="connsiteX46" fmla="*/ 9744731 w 9747620"/>
                <a:gd name="connsiteY46" fmla="*/ 3611341 h 6858000"/>
                <a:gd name="connsiteX47" fmla="*/ 9745725 w 9747620"/>
                <a:gd name="connsiteY47" fmla="*/ 3639715 h 6858000"/>
                <a:gd name="connsiteX48" fmla="*/ 9747613 w 9747620"/>
                <a:gd name="connsiteY48" fmla="*/ 3753786 h 6858000"/>
                <a:gd name="connsiteX49" fmla="*/ 9740405 w 9747620"/>
                <a:gd name="connsiteY49" fmla="*/ 3984609 h 6858000"/>
                <a:gd name="connsiteX50" fmla="*/ 9736329 w 9747620"/>
                <a:gd name="connsiteY50" fmla="*/ 4038434 h 6858000"/>
                <a:gd name="connsiteX51" fmla="*/ 9731408 w 9747620"/>
                <a:gd name="connsiteY51" fmla="*/ 4099446 h 6858000"/>
                <a:gd name="connsiteX52" fmla="*/ 9717987 w 9747620"/>
                <a:gd name="connsiteY52" fmla="*/ 4213325 h 6858000"/>
                <a:gd name="connsiteX53" fmla="*/ 9716297 w 9747620"/>
                <a:gd name="connsiteY53" fmla="*/ 4227129 h 6858000"/>
                <a:gd name="connsiteX54" fmla="*/ 9714110 w 9747620"/>
                <a:gd name="connsiteY54" fmla="*/ 4240981 h 6858000"/>
                <a:gd name="connsiteX55" fmla="*/ 9709785 w 9747620"/>
                <a:gd name="connsiteY55" fmla="*/ 4268731 h 6858000"/>
                <a:gd name="connsiteX56" fmla="*/ 9701086 w 9747620"/>
                <a:gd name="connsiteY56" fmla="*/ 4324185 h 6858000"/>
                <a:gd name="connsiteX57" fmla="*/ 9698699 w 9747620"/>
                <a:gd name="connsiteY57" fmla="*/ 4338994 h 6858000"/>
                <a:gd name="connsiteX58" fmla="*/ 9695966 w 9747620"/>
                <a:gd name="connsiteY58" fmla="*/ 4355050 h 6858000"/>
                <a:gd name="connsiteX59" fmla="*/ 9690299 w 9747620"/>
                <a:gd name="connsiteY59" fmla="*/ 4385054 h 6858000"/>
                <a:gd name="connsiteX60" fmla="*/ 9679909 w 9747620"/>
                <a:gd name="connsiteY60" fmla="*/ 4437919 h 6858000"/>
                <a:gd name="connsiteX61" fmla="*/ 9673647 w 9747620"/>
                <a:gd name="connsiteY61" fmla="*/ 4468162 h 6858000"/>
                <a:gd name="connsiteX62" fmla="*/ 9667532 w 9747620"/>
                <a:gd name="connsiteY62" fmla="*/ 4496296 h 6858000"/>
                <a:gd name="connsiteX63" fmla="*/ 9654658 w 9747620"/>
                <a:gd name="connsiteY63" fmla="*/ 4552277 h 6858000"/>
                <a:gd name="connsiteX64" fmla="*/ 9625876 w 9747620"/>
                <a:gd name="connsiteY64" fmla="*/ 4664478 h 6858000"/>
                <a:gd name="connsiteX65" fmla="*/ 9552803 w 9747620"/>
                <a:gd name="connsiteY65" fmla="*/ 4888737 h 6858000"/>
                <a:gd name="connsiteX66" fmla="*/ 9452639 w 9747620"/>
                <a:gd name="connsiteY66" fmla="*/ 5110934 h 6858000"/>
                <a:gd name="connsiteX67" fmla="*/ 9388017 w 9747620"/>
                <a:gd name="connsiteY67" fmla="*/ 5220020 h 6858000"/>
                <a:gd name="connsiteX68" fmla="*/ 9370073 w 9747620"/>
                <a:gd name="connsiteY68" fmla="*/ 5246811 h 6858000"/>
                <a:gd name="connsiteX69" fmla="*/ 9360926 w 9747620"/>
                <a:gd name="connsiteY69" fmla="*/ 5260040 h 6858000"/>
                <a:gd name="connsiteX70" fmla="*/ 9351829 w 9747620"/>
                <a:gd name="connsiteY70" fmla="*/ 5272646 h 6858000"/>
                <a:gd name="connsiteX71" fmla="*/ 9313305 w 9747620"/>
                <a:gd name="connsiteY71" fmla="*/ 5323881 h 6858000"/>
                <a:gd name="connsiteX72" fmla="*/ 9130375 w 9747620"/>
                <a:gd name="connsiteY72" fmla="*/ 5510802 h 6858000"/>
                <a:gd name="connsiteX73" fmla="*/ 9028422 w 9747620"/>
                <a:gd name="connsiteY73" fmla="*/ 5588878 h 6858000"/>
                <a:gd name="connsiteX74" fmla="*/ 9002424 w 9747620"/>
                <a:gd name="connsiteY74" fmla="*/ 5606707 h 6858000"/>
                <a:gd name="connsiteX75" fmla="*/ 8976525 w 9747620"/>
                <a:gd name="connsiteY75" fmla="*/ 5623866 h 6858000"/>
                <a:gd name="connsiteX76" fmla="*/ 8924181 w 9747620"/>
                <a:gd name="connsiteY76" fmla="*/ 5656793 h 6858000"/>
                <a:gd name="connsiteX77" fmla="*/ 8717291 w 9747620"/>
                <a:gd name="connsiteY77" fmla="*/ 5771582 h 6858000"/>
                <a:gd name="connsiteX78" fmla="*/ 8617129 w 9747620"/>
                <a:gd name="connsiteY78" fmla="*/ 5823105 h 6858000"/>
                <a:gd name="connsiteX79" fmla="*/ 8518207 w 9747620"/>
                <a:gd name="connsiteY79" fmla="*/ 5873671 h 6858000"/>
                <a:gd name="connsiteX80" fmla="*/ 8150558 w 9747620"/>
                <a:gd name="connsiteY80" fmla="*/ 6086761 h 6858000"/>
                <a:gd name="connsiteX81" fmla="*/ 7979410 w 9747620"/>
                <a:gd name="connsiteY81" fmla="*/ 6207158 h 6858000"/>
                <a:gd name="connsiteX82" fmla="*/ 7938300 w 9747620"/>
                <a:gd name="connsiteY82" fmla="*/ 6238887 h 6858000"/>
                <a:gd name="connsiteX83" fmla="*/ 7897936 w 9747620"/>
                <a:gd name="connsiteY83" fmla="*/ 6271286 h 6858000"/>
                <a:gd name="connsiteX84" fmla="*/ 7858367 w 9747620"/>
                <a:gd name="connsiteY84" fmla="*/ 6304357 h 6858000"/>
                <a:gd name="connsiteX85" fmla="*/ 7819048 w 9747620"/>
                <a:gd name="connsiteY85" fmla="*/ 6338770 h 6858000"/>
                <a:gd name="connsiteX86" fmla="*/ 7778882 w 9747620"/>
                <a:gd name="connsiteY86" fmla="*/ 6374477 h 6858000"/>
                <a:gd name="connsiteX87" fmla="*/ 7739563 w 9747620"/>
                <a:gd name="connsiteY87" fmla="*/ 6410328 h 6858000"/>
                <a:gd name="connsiteX88" fmla="*/ 7660824 w 9747620"/>
                <a:gd name="connsiteY88" fmla="*/ 6484138 h 6858000"/>
                <a:gd name="connsiteX89" fmla="*/ 7502302 w 9747620"/>
                <a:gd name="connsiteY89" fmla="*/ 6636360 h 6858000"/>
                <a:gd name="connsiteX90" fmla="*/ 7273394 w 9747620"/>
                <a:gd name="connsiteY90" fmla="*/ 6858000 h 6858000"/>
                <a:gd name="connsiteX91" fmla="*/ 6780690 w 9747620"/>
                <a:gd name="connsiteY91" fmla="*/ 6858000 h 6858000"/>
                <a:gd name="connsiteX92" fmla="*/ 6854939 w 9747620"/>
                <a:gd name="connsiteY92" fmla="*/ 6783597 h 6858000"/>
                <a:gd name="connsiteX93" fmla="*/ 6932087 w 9747620"/>
                <a:gd name="connsiteY93" fmla="*/ 6705809 h 6858000"/>
                <a:gd name="connsiteX94" fmla="*/ 7241130 w 9747620"/>
                <a:gd name="connsiteY94" fmla="*/ 6390965 h 6858000"/>
                <a:gd name="connsiteX95" fmla="*/ 7397564 w 9747620"/>
                <a:gd name="connsiteY95" fmla="*/ 6233087 h 6858000"/>
                <a:gd name="connsiteX96" fmla="*/ 7478142 w 9747620"/>
                <a:gd name="connsiteY96" fmla="*/ 6153670 h 6858000"/>
                <a:gd name="connsiteX97" fmla="*/ 7519600 w 9747620"/>
                <a:gd name="connsiteY97" fmla="*/ 6113937 h 6858000"/>
                <a:gd name="connsiteX98" fmla="*/ 7561207 w 9747620"/>
                <a:gd name="connsiteY98" fmla="*/ 6075067 h 6858000"/>
                <a:gd name="connsiteX99" fmla="*/ 7604204 w 9747620"/>
                <a:gd name="connsiteY99" fmla="*/ 6035526 h 6858000"/>
                <a:gd name="connsiteX100" fmla="*/ 7648644 w 9747620"/>
                <a:gd name="connsiteY100" fmla="*/ 5996416 h 6858000"/>
                <a:gd name="connsiteX101" fmla="*/ 7693830 w 9747620"/>
                <a:gd name="connsiteY101" fmla="*/ 5958264 h 6858000"/>
                <a:gd name="connsiteX102" fmla="*/ 7739662 w 9747620"/>
                <a:gd name="connsiteY102" fmla="*/ 5921073 h 6858000"/>
                <a:gd name="connsiteX103" fmla="*/ 7928458 w 9747620"/>
                <a:gd name="connsiteY103" fmla="*/ 5781025 h 6858000"/>
                <a:gd name="connsiteX104" fmla="*/ 8325882 w 9747620"/>
                <a:gd name="connsiteY104" fmla="*/ 5537450 h 6858000"/>
                <a:gd name="connsiteX105" fmla="*/ 8424555 w 9747620"/>
                <a:gd name="connsiteY105" fmla="*/ 5484106 h 6858000"/>
                <a:gd name="connsiteX106" fmla="*/ 8521737 w 9747620"/>
                <a:gd name="connsiteY106" fmla="*/ 5431289 h 6858000"/>
                <a:gd name="connsiteX107" fmla="*/ 8702677 w 9747620"/>
                <a:gd name="connsiteY107" fmla="*/ 5325942 h 6858000"/>
                <a:gd name="connsiteX108" fmla="*/ 8743986 w 9747620"/>
                <a:gd name="connsiteY108" fmla="*/ 5298717 h 6858000"/>
                <a:gd name="connsiteX109" fmla="*/ 8764167 w 9747620"/>
                <a:gd name="connsiteY109" fmla="*/ 5284723 h 6858000"/>
                <a:gd name="connsiteX110" fmla="*/ 8783704 w 9747620"/>
                <a:gd name="connsiteY110" fmla="*/ 5270679 h 6858000"/>
                <a:gd name="connsiteX111" fmla="*/ 8856776 w 9747620"/>
                <a:gd name="connsiteY111" fmla="*/ 5212399 h 6858000"/>
                <a:gd name="connsiteX112" fmla="*/ 8979856 w 9747620"/>
                <a:gd name="connsiteY112" fmla="*/ 5082081 h 6858000"/>
                <a:gd name="connsiteX113" fmla="*/ 9006699 w 9747620"/>
                <a:gd name="connsiteY113" fmla="*/ 5044984 h 6858000"/>
                <a:gd name="connsiteX114" fmla="*/ 9013509 w 9747620"/>
                <a:gd name="connsiteY114" fmla="*/ 5035254 h 6858000"/>
                <a:gd name="connsiteX115" fmla="*/ 9019773 w 9747620"/>
                <a:gd name="connsiteY115" fmla="*/ 5025812 h 6858000"/>
                <a:gd name="connsiteX116" fmla="*/ 9032050 w 9747620"/>
                <a:gd name="connsiteY116" fmla="*/ 5006833 h 6858000"/>
                <a:gd name="connsiteX117" fmla="*/ 9077733 w 9747620"/>
                <a:gd name="connsiteY117" fmla="*/ 4926839 h 6858000"/>
                <a:gd name="connsiteX118" fmla="*/ 9154285 w 9747620"/>
                <a:gd name="connsiteY118" fmla="*/ 4750223 h 6858000"/>
                <a:gd name="connsiteX119" fmla="*/ 9213936 w 9747620"/>
                <a:gd name="connsiteY119" fmla="*/ 4559945 h 6858000"/>
                <a:gd name="connsiteX120" fmla="*/ 9238592 w 9747620"/>
                <a:gd name="connsiteY120" fmla="*/ 4461357 h 6858000"/>
                <a:gd name="connsiteX121" fmla="*/ 9249776 w 9747620"/>
                <a:gd name="connsiteY121" fmla="*/ 4411319 h 6858000"/>
                <a:gd name="connsiteX122" fmla="*/ 9255046 w 9747620"/>
                <a:gd name="connsiteY122" fmla="*/ 4386299 h 6858000"/>
                <a:gd name="connsiteX123" fmla="*/ 9259718 w 9747620"/>
                <a:gd name="connsiteY123" fmla="*/ 4363342 h 6858000"/>
                <a:gd name="connsiteX124" fmla="*/ 9269959 w 9747620"/>
                <a:gd name="connsiteY124" fmla="*/ 4309566 h 6858000"/>
                <a:gd name="connsiteX125" fmla="*/ 9274233 w 9747620"/>
                <a:gd name="connsiteY125" fmla="*/ 4286176 h 6858000"/>
                <a:gd name="connsiteX126" fmla="*/ 9276022 w 9747620"/>
                <a:gd name="connsiteY126" fmla="*/ 4275489 h 6858000"/>
                <a:gd name="connsiteX127" fmla="*/ 9277861 w 9747620"/>
                <a:gd name="connsiteY127" fmla="*/ 4263506 h 6858000"/>
                <a:gd name="connsiteX128" fmla="*/ 9286014 w 9747620"/>
                <a:gd name="connsiteY128" fmla="*/ 4211696 h 6858000"/>
                <a:gd name="connsiteX129" fmla="*/ 9290092 w 9747620"/>
                <a:gd name="connsiteY129" fmla="*/ 4185767 h 6858000"/>
                <a:gd name="connsiteX130" fmla="*/ 9292128 w 9747620"/>
                <a:gd name="connsiteY130" fmla="*/ 4172826 h 6858000"/>
                <a:gd name="connsiteX131" fmla="*/ 9293720 w 9747620"/>
                <a:gd name="connsiteY131" fmla="*/ 4159693 h 6858000"/>
                <a:gd name="connsiteX132" fmla="*/ 9305650 w 9747620"/>
                <a:gd name="connsiteY132" fmla="*/ 4057941 h 6858000"/>
                <a:gd name="connsiteX133" fmla="*/ 9309378 w 9747620"/>
                <a:gd name="connsiteY133" fmla="*/ 4010779 h 6858000"/>
                <a:gd name="connsiteX134" fmla="*/ 9313454 w 9747620"/>
                <a:gd name="connsiteY134" fmla="*/ 3956428 h 6858000"/>
                <a:gd name="connsiteX135" fmla="*/ 9320811 w 9747620"/>
                <a:gd name="connsiteY135" fmla="*/ 3753546 h 6858000"/>
                <a:gd name="connsiteX136" fmla="*/ 9319617 w 9747620"/>
                <a:gd name="connsiteY136" fmla="*/ 3650643 h 6858000"/>
                <a:gd name="connsiteX137" fmla="*/ 9318176 w 9747620"/>
                <a:gd name="connsiteY137" fmla="*/ 3600030 h 6858000"/>
                <a:gd name="connsiteX138" fmla="*/ 9317778 w 9747620"/>
                <a:gd name="connsiteY138" fmla="*/ 3588096 h 6858000"/>
                <a:gd name="connsiteX139" fmla="*/ 9316983 w 9747620"/>
                <a:gd name="connsiteY139" fmla="*/ 3575107 h 6858000"/>
                <a:gd name="connsiteX140" fmla="*/ 9315443 w 9747620"/>
                <a:gd name="connsiteY140" fmla="*/ 3549130 h 6858000"/>
                <a:gd name="connsiteX141" fmla="*/ 9312311 w 9747620"/>
                <a:gd name="connsiteY141" fmla="*/ 3497176 h 6858000"/>
                <a:gd name="connsiteX142" fmla="*/ 9307587 w 9747620"/>
                <a:gd name="connsiteY142" fmla="*/ 3445029 h 6858000"/>
                <a:gd name="connsiteX143" fmla="*/ 9302618 w 9747620"/>
                <a:gd name="connsiteY143" fmla="*/ 3392835 h 6858000"/>
                <a:gd name="connsiteX144" fmla="*/ 9301574 w 9747620"/>
                <a:gd name="connsiteY144" fmla="*/ 3381476 h 6858000"/>
                <a:gd name="connsiteX145" fmla="*/ 9300430 w 9747620"/>
                <a:gd name="connsiteY145" fmla="*/ 3370740 h 6858000"/>
                <a:gd name="connsiteX146" fmla="*/ 9297547 w 9747620"/>
                <a:gd name="connsiteY146" fmla="*/ 3346966 h 6858000"/>
                <a:gd name="connsiteX147" fmla="*/ 9294017 w 9747620"/>
                <a:gd name="connsiteY147" fmla="*/ 3320030 h 6858000"/>
                <a:gd name="connsiteX148" fmla="*/ 9290439 w 9747620"/>
                <a:gd name="connsiteY148" fmla="*/ 3290410 h 6858000"/>
                <a:gd name="connsiteX149" fmla="*/ 9284275 w 9747620"/>
                <a:gd name="connsiteY149" fmla="*/ 3244544 h 6858000"/>
                <a:gd name="connsiteX150" fmla="*/ 9275974 w 9747620"/>
                <a:gd name="connsiteY150" fmla="*/ 3193116 h 6858000"/>
                <a:gd name="connsiteX151" fmla="*/ 9267224 w 9747620"/>
                <a:gd name="connsiteY151" fmla="*/ 3142264 h 6858000"/>
                <a:gd name="connsiteX152" fmla="*/ 9225320 w 9747620"/>
                <a:gd name="connsiteY152" fmla="*/ 2939909 h 6858000"/>
                <a:gd name="connsiteX153" fmla="*/ 9200466 w 9747620"/>
                <a:gd name="connsiteY153" fmla="*/ 2839449 h 6858000"/>
                <a:gd name="connsiteX154" fmla="*/ 9193953 w 9747620"/>
                <a:gd name="connsiteY154" fmla="*/ 2814958 h 6858000"/>
                <a:gd name="connsiteX155" fmla="*/ 9186993 w 9747620"/>
                <a:gd name="connsiteY155" fmla="*/ 2790276 h 6858000"/>
                <a:gd name="connsiteX156" fmla="*/ 9172628 w 9747620"/>
                <a:gd name="connsiteY156" fmla="*/ 2740621 h 6858000"/>
                <a:gd name="connsiteX157" fmla="*/ 9035082 w 9747620"/>
                <a:gd name="connsiteY157" fmla="*/ 2347463 h 6858000"/>
                <a:gd name="connsiteX158" fmla="*/ 8952118 w 9747620"/>
                <a:gd name="connsiteY158" fmla="*/ 2155413 h 6858000"/>
                <a:gd name="connsiteX159" fmla="*/ 8929948 w 9747620"/>
                <a:gd name="connsiteY159" fmla="*/ 2107915 h 6858000"/>
                <a:gd name="connsiteX160" fmla="*/ 8907429 w 9747620"/>
                <a:gd name="connsiteY160" fmla="*/ 2060753 h 6858000"/>
                <a:gd name="connsiteX161" fmla="*/ 8860404 w 9747620"/>
                <a:gd name="connsiteY161" fmla="*/ 1966478 h 6858000"/>
                <a:gd name="connsiteX162" fmla="*/ 8760788 w 9747620"/>
                <a:gd name="connsiteY162" fmla="*/ 1780274 h 6858000"/>
                <a:gd name="connsiteX163" fmla="*/ 8734740 w 9747620"/>
                <a:gd name="connsiteY163" fmla="*/ 1734311 h 6858000"/>
                <a:gd name="connsiteX164" fmla="*/ 8708046 w 9747620"/>
                <a:gd name="connsiteY164" fmla="*/ 1687963 h 6858000"/>
                <a:gd name="connsiteX165" fmla="*/ 8654062 w 9747620"/>
                <a:gd name="connsiteY165" fmla="*/ 1597234 h 6858000"/>
                <a:gd name="connsiteX166" fmla="*/ 8540278 w 9747620"/>
                <a:gd name="connsiteY166" fmla="*/ 1418077 h 6858000"/>
                <a:gd name="connsiteX167" fmla="*/ 8510701 w 9747620"/>
                <a:gd name="connsiteY167" fmla="*/ 1373695 h 6858000"/>
                <a:gd name="connsiteX168" fmla="*/ 8480676 w 9747620"/>
                <a:gd name="connsiteY168" fmla="*/ 1329457 h 6858000"/>
                <a:gd name="connsiteX169" fmla="*/ 8419782 w 9747620"/>
                <a:gd name="connsiteY169" fmla="*/ 1242275 h 6858000"/>
                <a:gd name="connsiteX170" fmla="*/ 8292478 w 9747620"/>
                <a:gd name="connsiteY170" fmla="*/ 1069875 h 6858000"/>
                <a:gd name="connsiteX171" fmla="*/ 8259620 w 9747620"/>
                <a:gd name="connsiteY171" fmla="*/ 1027123 h 6858000"/>
                <a:gd name="connsiteX172" fmla="*/ 8243416 w 9747620"/>
                <a:gd name="connsiteY172" fmla="*/ 1006130 h 6858000"/>
                <a:gd name="connsiteX173" fmla="*/ 8227110 w 9747620"/>
                <a:gd name="connsiteY173" fmla="*/ 985473 h 6858000"/>
                <a:gd name="connsiteX174" fmla="*/ 8159604 w 9747620"/>
                <a:gd name="connsiteY174" fmla="*/ 902029 h 6858000"/>
                <a:gd name="connsiteX175" fmla="*/ 8020022 w 9747620"/>
                <a:gd name="connsiteY175" fmla="*/ 738209 h 6858000"/>
                <a:gd name="connsiteX176" fmla="*/ 7984182 w 9747620"/>
                <a:gd name="connsiteY176" fmla="*/ 697901 h 6858000"/>
                <a:gd name="connsiteX177" fmla="*/ 7948043 w 9747620"/>
                <a:gd name="connsiteY177" fmla="*/ 657976 h 6858000"/>
                <a:gd name="connsiteX178" fmla="*/ 7874324 w 9747620"/>
                <a:gd name="connsiteY178" fmla="*/ 578607 h 6858000"/>
                <a:gd name="connsiteX179" fmla="*/ 7723308 w 9747620"/>
                <a:gd name="connsiteY179" fmla="*/ 424085 h 6858000"/>
                <a:gd name="connsiteX180" fmla="*/ 7565532 w 9747620"/>
                <a:gd name="connsiteY180" fmla="*/ 275602 h 6858000"/>
                <a:gd name="connsiteX181" fmla="*/ 1832515 w 9747620"/>
                <a:gd name="connsiteY181" fmla="*/ 0 h 6858000"/>
                <a:gd name="connsiteX182" fmla="*/ 2158449 w 9747620"/>
                <a:gd name="connsiteY182" fmla="*/ 0 h 6858000"/>
                <a:gd name="connsiteX183" fmla="*/ 2108797 w 9747620"/>
                <a:gd name="connsiteY183" fmla="*/ 37845 h 6858000"/>
                <a:gd name="connsiteX184" fmla="*/ 1942830 w 9747620"/>
                <a:gd name="connsiteY184" fmla="*/ 177587 h 6858000"/>
                <a:gd name="connsiteX185" fmla="*/ 1633191 w 9747620"/>
                <a:gd name="connsiteY185" fmla="*/ 477909 h 6858000"/>
                <a:gd name="connsiteX186" fmla="*/ 702686 w 9747620"/>
                <a:gd name="connsiteY186" fmla="*/ 1889935 h 6858000"/>
                <a:gd name="connsiteX187" fmla="*/ 551769 w 9747620"/>
                <a:gd name="connsiteY187" fmla="*/ 2281416 h 6858000"/>
                <a:gd name="connsiteX188" fmla="*/ 438383 w 9747620"/>
                <a:gd name="connsiteY188" fmla="*/ 2682772 h 6858000"/>
                <a:gd name="connsiteX189" fmla="*/ 397124 w 9747620"/>
                <a:gd name="connsiteY189" fmla="*/ 2887044 h 6858000"/>
                <a:gd name="connsiteX190" fmla="*/ 365658 w 9747620"/>
                <a:gd name="connsiteY190" fmla="*/ 3093424 h 6858000"/>
                <a:gd name="connsiteX191" fmla="*/ 332105 w 9747620"/>
                <a:gd name="connsiteY191" fmla="*/ 3509828 h 6858000"/>
                <a:gd name="connsiteX192" fmla="*/ 383653 w 9747620"/>
                <a:gd name="connsiteY192" fmla="*/ 4346327 h 6858000"/>
                <a:gd name="connsiteX193" fmla="*/ 422327 w 9747620"/>
                <a:gd name="connsiteY193" fmla="*/ 4552900 h 6858000"/>
                <a:gd name="connsiteX194" fmla="*/ 472184 w 9747620"/>
                <a:gd name="connsiteY194" fmla="*/ 4757939 h 6858000"/>
                <a:gd name="connsiteX195" fmla="*/ 533078 w 9747620"/>
                <a:gd name="connsiteY195" fmla="*/ 4960916 h 6858000"/>
                <a:gd name="connsiteX196" fmla="*/ 604710 w 9747620"/>
                <a:gd name="connsiteY196" fmla="*/ 5160875 h 6858000"/>
                <a:gd name="connsiteX197" fmla="*/ 996766 w 9747620"/>
                <a:gd name="connsiteY197" fmla="*/ 5920640 h 6858000"/>
                <a:gd name="connsiteX198" fmla="*/ 1549183 w 9747620"/>
                <a:gd name="connsiteY198" fmla="*/ 6586417 h 6858000"/>
                <a:gd name="connsiteX199" fmla="*/ 1709890 w 9747620"/>
                <a:gd name="connsiteY199" fmla="*/ 6734063 h 6858000"/>
                <a:gd name="connsiteX200" fmla="*/ 1859761 w 9747620"/>
                <a:gd name="connsiteY200" fmla="*/ 6858000 h 6858000"/>
                <a:gd name="connsiteX201" fmla="*/ 1671798 w 9747620"/>
                <a:gd name="connsiteY201" fmla="*/ 6858000 h 6858000"/>
                <a:gd name="connsiteX202" fmla="*/ 1628044 w 9747620"/>
                <a:gd name="connsiteY202" fmla="*/ 6822717 h 6858000"/>
                <a:gd name="connsiteX203" fmla="*/ 1459756 w 9747620"/>
                <a:gd name="connsiteY203" fmla="*/ 6674223 h 6858000"/>
                <a:gd name="connsiteX204" fmla="*/ 402543 w 9747620"/>
                <a:gd name="connsiteY204" fmla="*/ 5241588 h 6858000"/>
                <a:gd name="connsiteX205" fmla="*/ 311923 w 9747620"/>
                <a:gd name="connsiteY205" fmla="*/ 5036741 h 6858000"/>
                <a:gd name="connsiteX206" fmla="*/ 232140 w 9747620"/>
                <a:gd name="connsiteY206" fmla="*/ 4827483 h 6858000"/>
                <a:gd name="connsiteX207" fmla="*/ 163392 w 9747620"/>
                <a:gd name="connsiteY207" fmla="*/ 4613913 h 6858000"/>
                <a:gd name="connsiteX208" fmla="*/ 106823 w 9747620"/>
                <a:gd name="connsiteY208" fmla="*/ 4396365 h 6858000"/>
                <a:gd name="connsiteX209" fmla="*/ 29326 w 9747620"/>
                <a:gd name="connsiteY209" fmla="*/ 3954702 h 6858000"/>
                <a:gd name="connsiteX210" fmla="*/ 8647 w 9747620"/>
                <a:gd name="connsiteY210" fmla="*/ 3730971 h 6858000"/>
                <a:gd name="connsiteX211" fmla="*/ 2880 w 9747620"/>
                <a:gd name="connsiteY211" fmla="*/ 3618674 h 6858000"/>
                <a:gd name="connsiteX212" fmla="*/ 296 w 9747620"/>
                <a:gd name="connsiteY212" fmla="*/ 3506425 h 6858000"/>
                <a:gd name="connsiteX213" fmla="*/ 20030 w 9747620"/>
                <a:gd name="connsiteY213" fmla="*/ 3056711 h 6858000"/>
                <a:gd name="connsiteX214" fmla="*/ 48664 w 9747620"/>
                <a:gd name="connsiteY214" fmla="*/ 2832980 h 6858000"/>
                <a:gd name="connsiteX215" fmla="*/ 89922 w 9747620"/>
                <a:gd name="connsiteY215" fmla="*/ 2610639 h 6858000"/>
                <a:gd name="connsiteX216" fmla="*/ 211163 w 9747620"/>
                <a:gd name="connsiteY216" fmla="*/ 2174343 h 6858000"/>
                <a:gd name="connsiteX217" fmla="*/ 379129 w 9747620"/>
                <a:gd name="connsiteY217" fmla="*/ 1754393 h 6858000"/>
                <a:gd name="connsiteX218" fmla="*/ 841424 w 9747620"/>
                <a:gd name="connsiteY218" fmla="*/ 976270 h 6858000"/>
                <a:gd name="connsiteX219" fmla="*/ 1130234 w 9747620"/>
                <a:gd name="connsiteY219" fmla="*/ 625768 h 6858000"/>
                <a:gd name="connsiteX220" fmla="*/ 1452897 w 9747620"/>
                <a:gd name="connsiteY220" fmla="*/ 305748 h 6858000"/>
                <a:gd name="connsiteX221" fmla="*/ 1805682 w 9747620"/>
                <a:gd name="connsiteY221" fmla="*/ 18752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</a:cxnLst>
              <a:rect l="l" t="t" r="r" b="b"/>
              <a:pathLst>
                <a:path w="9747620" h="6858000">
                  <a:moveTo>
                    <a:pt x="7235453" y="0"/>
                  </a:moveTo>
                  <a:lnTo>
                    <a:pt x="7548130" y="0"/>
                  </a:lnTo>
                  <a:lnTo>
                    <a:pt x="7710334" y="111973"/>
                  </a:lnTo>
                  <a:cubicBezTo>
                    <a:pt x="7770781" y="157314"/>
                    <a:pt x="7830282" y="203517"/>
                    <a:pt x="7889188" y="251542"/>
                  </a:cubicBezTo>
                  <a:cubicBezTo>
                    <a:pt x="7947894" y="299470"/>
                    <a:pt x="8005557" y="348453"/>
                    <a:pt x="8061828" y="398586"/>
                  </a:cubicBezTo>
                  <a:cubicBezTo>
                    <a:pt x="8090013" y="423605"/>
                    <a:pt x="8117948" y="448816"/>
                    <a:pt x="8145637" y="474218"/>
                  </a:cubicBezTo>
                  <a:cubicBezTo>
                    <a:pt x="8159506" y="486918"/>
                    <a:pt x="8173375" y="499764"/>
                    <a:pt x="8187242" y="512753"/>
                  </a:cubicBezTo>
                  <a:lnTo>
                    <a:pt x="8228402" y="551575"/>
                  </a:lnTo>
                  <a:cubicBezTo>
                    <a:pt x="8283082" y="603577"/>
                    <a:pt x="8336569" y="656778"/>
                    <a:pt x="8389211" y="710937"/>
                  </a:cubicBezTo>
                  <a:cubicBezTo>
                    <a:pt x="8415458" y="738065"/>
                    <a:pt x="8441455" y="765432"/>
                    <a:pt x="8467206" y="793088"/>
                  </a:cubicBezTo>
                  <a:lnTo>
                    <a:pt x="8486791" y="814223"/>
                  </a:lnTo>
                  <a:lnTo>
                    <a:pt x="8505979" y="835409"/>
                  </a:lnTo>
                  <a:lnTo>
                    <a:pt x="8543509" y="877346"/>
                  </a:lnTo>
                  <a:cubicBezTo>
                    <a:pt x="8593418" y="933423"/>
                    <a:pt x="8642579" y="990601"/>
                    <a:pt x="8690549" y="1048978"/>
                  </a:cubicBezTo>
                  <a:cubicBezTo>
                    <a:pt x="8714558" y="1078168"/>
                    <a:pt x="8738368" y="1107644"/>
                    <a:pt x="8761732" y="1137502"/>
                  </a:cubicBezTo>
                  <a:lnTo>
                    <a:pt x="8796379" y="1182077"/>
                  </a:lnTo>
                  <a:lnTo>
                    <a:pt x="8830678" y="1226986"/>
                  </a:lnTo>
                  <a:cubicBezTo>
                    <a:pt x="8876112" y="1287185"/>
                    <a:pt x="8920304" y="1348532"/>
                    <a:pt x="8963353" y="1410936"/>
                  </a:cubicBezTo>
                  <a:cubicBezTo>
                    <a:pt x="8984727" y="1442137"/>
                    <a:pt x="9005954" y="1473915"/>
                    <a:pt x="9026483" y="1505499"/>
                  </a:cubicBezTo>
                  <a:lnTo>
                    <a:pt x="9057004" y="1552613"/>
                  </a:lnTo>
                  <a:cubicBezTo>
                    <a:pt x="9067245" y="1568525"/>
                    <a:pt x="9077336" y="1584534"/>
                    <a:pt x="9087278" y="1600542"/>
                  </a:cubicBezTo>
                  <a:cubicBezTo>
                    <a:pt x="9127145" y="1664766"/>
                    <a:pt x="9165966" y="1729613"/>
                    <a:pt x="9202851" y="1795515"/>
                  </a:cubicBezTo>
                  <a:cubicBezTo>
                    <a:pt x="9221342" y="1828491"/>
                    <a:pt x="9239437" y="1861417"/>
                    <a:pt x="9257332" y="1894920"/>
                  </a:cubicBezTo>
                  <a:lnTo>
                    <a:pt x="9283778" y="1945436"/>
                  </a:lnTo>
                  <a:lnTo>
                    <a:pt x="9309428" y="1996193"/>
                  </a:lnTo>
                  <a:cubicBezTo>
                    <a:pt x="9343280" y="2064013"/>
                    <a:pt x="9375491" y="2132695"/>
                    <a:pt x="9405714" y="2202191"/>
                  </a:cubicBezTo>
                  <a:cubicBezTo>
                    <a:pt x="9466260" y="2341183"/>
                    <a:pt x="9520493" y="2483053"/>
                    <a:pt x="9566524" y="2627653"/>
                  </a:cubicBezTo>
                  <a:cubicBezTo>
                    <a:pt x="9572289" y="2645675"/>
                    <a:pt x="9578056" y="2663792"/>
                    <a:pt x="9583573" y="2682195"/>
                  </a:cubicBezTo>
                  <a:lnTo>
                    <a:pt x="9591974" y="2709707"/>
                  </a:lnTo>
                  <a:lnTo>
                    <a:pt x="9600027" y="2737650"/>
                  </a:lnTo>
                  <a:cubicBezTo>
                    <a:pt x="9610416" y="2774171"/>
                    <a:pt x="9620358" y="2810884"/>
                    <a:pt x="9629803" y="2847694"/>
                  </a:cubicBezTo>
                  <a:cubicBezTo>
                    <a:pt x="9648692" y="2921312"/>
                    <a:pt x="9665196" y="2995506"/>
                    <a:pt x="9679909" y="3070131"/>
                  </a:cubicBezTo>
                  <a:cubicBezTo>
                    <a:pt x="9683587" y="3088775"/>
                    <a:pt x="9687118" y="3107418"/>
                    <a:pt x="9690498" y="3126159"/>
                  </a:cubicBezTo>
                  <a:lnTo>
                    <a:pt x="9700390" y="3181805"/>
                  </a:lnTo>
                  <a:cubicBezTo>
                    <a:pt x="9703670" y="3201120"/>
                    <a:pt x="9706952" y="3222112"/>
                    <a:pt x="9709685" y="3243392"/>
                  </a:cubicBezTo>
                  <a:lnTo>
                    <a:pt x="9713016" y="3267597"/>
                  </a:lnTo>
                  <a:lnTo>
                    <a:pt x="9716844" y="3294437"/>
                  </a:lnTo>
                  <a:cubicBezTo>
                    <a:pt x="9718186" y="3303926"/>
                    <a:pt x="9719527" y="3313895"/>
                    <a:pt x="9720820" y="3324488"/>
                  </a:cubicBezTo>
                  <a:lnTo>
                    <a:pt x="9722709" y="3340737"/>
                  </a:lnTo>
                  <a:lnTo>
                    <a:pt x="9724301" y="3356361"/>
                  </a:lnTo>
                  <a:lnTo>
                    <a:pt x="9730166" y="3412197"/>
                  </a:lnTo>
                  <a:cubicBezTo>
                    <a:pt x="9732005" y="3430842"/>
                    <a:pt x="9734291" y="3449342"/>
                    <a:pt x="9735783" y="3468083"/>
                  </a:cubicBezTo>
                  <a:lnTo>
                    <a:pt x="9739760" y="3524399"/>
                  </a:lnTo>
                  <a:lnTo>
                    <a:pt x="9741748" y="3552580"/>
                  </a:lnTo>
                  <a:lnTo>
                    <a:pt x="9742742" y="3566672"/>
                  </a:lnTo>
                  <a:lnTo>
                    <a:pt x="9743488" y="3581865"/>
                  </a:lnTo>
                  <a:lnTo>
                    <a:pt x="9744731" y="3611341"/>
                  </a:lnTo>
                  <a:lnTo>
                    <a:pt x="9745725" y="3639715"/>
                  </a:lnTo>
                  <a:cubicBezTo>
                    <a:pt x="9746868" y="3677579"/>
                    <a:pt x="9747514" y="3715587"/>
                    <a:pt x="9747613" y="3753786"/>
                  </a:cubicBezTo>
                  <a:cubicBezTo>
                    <a:pt x="9747763" y="3830232"/>
                    <a:pt x="9745675" y="3906870"/>
                    <a:pt x="9740405" y="3984609"/>
                  </a:cubicBezTo>
                  <a:lnTo>
                    <a:pt x="9736329" y="4038434"/>
                  </a:lnTo>
                  <a:cubicBezTo>
                    <a:pt x="9735087" y="4055976"/>
                    <a:pt x="9733794" y="4076346"/>
                    <a:pt x="9731408" y="4099446"/>
                  </a:cubicBezTo>
                  <a:lnTo>
                    <a:pt x="9717987" y="4213325"/>
                  </a:lnTo>
                  <a:cubicBezTo>
                    <a:pt x="9717441" y="4217926"/>
                    <a:pt x="9716943" y="4222527"/>
                    <a:pt x="9716297" y="4227129"/>
                  </a:cubicBezTo>
                  <a:lnTo>
                    <a:pt x="9714110" y="4240981"/>
                  </a:lnTo>
                  <a:lnTo>
                    <a:pt x="9709785" y="4268731"/>
                  </a:lnTo>
                  <a:lnTo>
                    <a:pt x="9701086" y="4324185"/>
                  </a:lnTo>
                  <a:lnTo>
                    <a:pt x="9698699" y="4338994"/>
                  </a:lnTo>
                  <a:lnTo>
                    <a:pt x="9695966" y="4355050"/>
                  </a:lnTo>
                  <a:cubicBezTo>
                    <a:pt x="9694077" y="4365547"/>
                    <a:pt x="9692188" y="4375516"/>
                    <a:pt x="9690299" y="4385054"/>
                  </a:cubicBezTo>
                  <a:lnTo>
                    <a:pt x="9679909" y="4437919"/>
                  </a:lnTo>
                  <a:cubicBezTo>
                    <a:pt x="9677871" y="4448320"/>
                    <a:pt x="9675735" y="4458097"/>
                    <a:pt x="9673647" y="4468162"/>
                  </a:cubicBezTo>
                  <a:lnTo>
                    <a:pt x="9667532" y="4496296"/>
                  </a:lnTo>
                  <a:cubicBezTo>
                    <a:pt x="9663406" y="4514941"/>
                    <a:pt x="9659081" y="4533585"/>
                    <a:pt x="9654658" y="4552277"/>
                  </a:cubicBezTo>
                  <a:cubicBezTo>
                    <a:pt x="9645760" y="4589613"/>
                    <a:pt x="9636265" y="4627045"/>
                    <a:pt x="9625876" y="4664478"/>
                  </a:cubicBezTo>
                  <a:cubicBezTo>
                    <a:pt x="9605048" y="4739247"/>
                    <a:pt x="9581088" y="4814303"/>
                    <a:pt x="9552803" y="4888737"/>
                  </a:cubicBezTo>
                  <a:cubicBezTo>
                    <a:pt x="9524668" y="4962930"/>
                    <a:pt x="9492109" y="5037459"/>
                    <a:pt x="9452639" y="5110934"/>
                  </a:cubicBezTo>
                  <a:cubicBezTo>
                    <a:pt x="9432905" y="5147695"/>
                    <a:pt x="9411431" y="5184169"/>
                    <a:pt x="9388017" y="5220020"/>
                  </a:cubicBezTo>
                  <a:cubicBezTo>
                    <a:pt x="9382201" y="5228982"/>
                    <a:pt x="9376236" y="5237945"/>
                    <a:pt x="9370073" y="5246811"/>
                  </a:cubicBezTo>
                  <a:lnTo>
                    <a:pt x="9360926" y="5260040"/>
                  </a:lnTo>
                  <a:lnTo>
                    <a:pt x="9351829" y="5272646"/>
                  </a:lnTo>
                  <a:cubicBezTo>
                    <a:pt x="9339700" y="5289468"/>
                    <a:pt x="9327174" y="5306387"/>
                    <a:pt x="9313305" y="5323881"/>
                  </a:cubicBezTo>
                  <a:cubicBezTo>
                    <a:pt x="9258625" y="5393042"/>
                    <a:pt x="9196489" y="5455445"/>
                    <a:pt x="9130375" y="5510802"/>
                  </a:cubicBezTo>
                  <a:cubicBezTo>
                    <a:pt x="9097319" y="5538505"/>
                    <a:pt x="9063268" y="5564530"/>
                    <a:pt x="9028422" y="5588878"/>
                  </a:cubicBezTo>
                  <a:cubicBezTo>
                    <a:pt x="9019723" y="5595109"/>
                    <a:pt x="9011074" y="5600909"/>
                    <a:pt x="9002424" y="5606707"/>
                  </a:cubicBezTo>
                  <a:cubicBezTo>
                    <a:pt x="8993774" y="5612603"/>
                    <a:pt x="8985124" y="5618211"/>
                    <a:pt x="8976525" y="5623866"/>
                  </a:cubicBezTo>
                  <a:cubicBezTo>
                    <a:pt x="8959277" y="5635130"/>
                    <a:pt x="8941629" y="5646201"/>
                    <a:pt x="8924181" y="5656793"/>
                  </a:cubicBezTo>
                  <a:cubicBezTo>
                    <a:pt x="8854291" y="5699259"/>
                    <a:pt x="8784946" y="5736451"/>
                    <a:pt x="8717291" y="5771582"/>
                  </a:cubicBezTo>
                  <a:lnTo>
                    <a:pt x="8617129" y="5823105"/>
                  </a:lnTo>
                  <a:lnTo>
                    <a:pt x="8518207" y="5873671"/>
                  </a:lnTo>
                  <a:cubicBezTo>
                    <a:pt x="8391200" y="5939188"/>
                    <a:pt x="8267922" y="6009788"/>
                    <a:pt x="8150558" y="6086761"/>
                  </a:cubicBezTo>
                  <a:cubicBezTo>
                    <a:pt x="8091901" y="6125248"/>
                    <a:pt x="8034736" y="6165317"/>
                    <a:pt x="7979410" y="6207158"/>
                  </a:cubicBezTo>
                  <a:cubicBezTo>
                    <a:pt x="7965739" y="6217750"/>
                    <a:pt x="7951771" y="6228103"/>
                    <a:pt x="7938300" y="6238887"/>
                  </a:cubicBezTo>
                  <a:lnTo>
                    <a:pt x="7897936" y="6271286"/>
                  </a:lnTo>
                  <a:lnTo>
                    <a:pt x="7858367" y="6304357"/>
                  </a:lnTo>
                  <a:lnTo>
                    <a:pt x="7819048" y="6338770"/>
                  </a:lnTo>
                  <a:cubicBezTo>
                    <a:pt x="7804882" y="6351232"/>
                    <a:pt x="7792105" y="6362591"/>
                    <a:pt x="7778882" y="6374477"/>
                  </a:cubicBezTo>
                  <a:lnTo>
                    <a:pt x="7739563" y="6410328"/>
                  </a:lnTo>
                  <a:cubicBezTo>
                    <a:pt x="7713366" y="6434485"/>
                    <a:pt x="7687168" y="6459120"/>
                    <a:pt x="7660824" y="6484138"/>
                  </a:cubicBezTo>
                  <a:lnTo>
                    <a:pt x="7502302" y="6636360"/>
                  </a:lnTo>
                  <a:lnTo>
                    <a:pt x="7273394" y="6858000"/>
                  </a:lnTo>
                  <a:lnTo>
                    <a:pt x="6780690" y="6858000"/>
                  </a:lnTo>
                  <a:lnTo>
                    <a:pt x="6854939" y="6783597"/>
                  </a:lnTo>
                  <a:cubicBezTo>
                    <a:pt x="6880688" y="6757810"/>
                    <a:pt x="6906338" y="6732265"/>
                    <a:pt x="6932087" y="6705809"/>
                  </a:cubicBezTo>
                  <a:lnTo>
                    <a:pt x="7241130" y="6390965"/>
                  </a:lnTo>
                  <a:lnTo>
                    <a:pt x="7397564" y="6233087"/>
                  </a:lnTo>
                  <a:cubicBezTo>
                    <a:pt x="7424009" y="6206679"/>
                    <a:pt x="7450802" y="6180175"/>
                    <a:pt x="7478142" y="6153670"/>
                  </a:cubicBezTo>
                  <a:lnTo>
                    <a:pt x="7519600" y="6113937"/>
                  </a:lnTo>
                  <a:cubicBezTo>
                    <a:pt x="7533469" y="6100805"/>
                    <a:pt x="7547934" y="6087288"/>
                    <a:pt x="7561207" y="6075067"/>
                  </a:cubicBezTo>
                  <a:lnTo>
                    <a:pt x="7604204" y="6035526"/>
                  </a:lnTo>
                  <a:lnTo>
                    <a:pt x="7648644" y="5996416"/>
                  </a:lnTo>
                  <a:cubicBezTo>
                    <a:pt x="7663608" y="5983570"/>
                    <a:pt x="7678768" y="5971013"/>
                    <a:pt x="7693830" y="5958264"/>
                  </a:cubicBezTo>
                  <a:cubicBezTo>
                    <a:pt x="7708942" y="5945611"/>
                    <a:pt x="7724352" y="5933485"/>
                    <a:pt x="7739662" y="5921073"/>
                  </a:cubicBezTo>
                  <a:cubicBezTo>
                    <a:pt x="7801154" y="5872088"/>
                    <a:pt x="7864234" y="5825502"/>
                    <a:pt x="7928458" y="5781025"/>
                  </a:cubicBezTo>
                  <a:cubicBezTo>
                    <a:pt x="8057005" y="5692164"/>
                    <a:pt x="8190077" y="5611500"/>
                    <a:pt x="8325882" y="5537450"/>
                  </a:cubicBezTo>
                  <a:lnTo>
                    <a:pt x="8424555" y="5484106"/>
                  </a:lnTo>
                  <a:lnTo>
                    <a:pt x="8521737" y="5431289"/>
                  </a:lnTo>
                  <a:cubicBezTo>
                    <a:pt x="8585315" y="5396349"/>
                    <a:pt x="8646456" y="5361840"/>
                    <a:pt x="8702677" y="5325942"/>
                  </a:cubicBezTo>
                  <a:cubicBezTo>
                    <a:pt x="8716795" y="5316931"/>
                    <a:pt x="8730365" y="5308017"/>
                    <a:pt x="8743986" y="5298717"/>
                  </a:cubicBezTo>
                  <a:cubicBezTo>
                    <a:pt x="8750747" y="5294069"/>
                    <a:pt x="8757606" y="5289420"/>
                    <a:pt x="8764167" y="5284723"/>
                  </a:cubicBezTo>
                  <a:cubicBezTo>
                    <a:pt x="8770778" y="5280074"/>
                    <a:pt x="8777440" y="5275377"/>
                    <a:pt x="8783704" y="5270679"/>
                  </a:cubicBezTo>
                  <a:cubicBezTo>
                    <a:pt x="8809155" y="5251987"/>
                    <a:pt x="8833611" y="5232577"/>
                    <a:pt x="8856776" y="5212399"/>
                  </a:cubicBezTo>
                  <a:cubicBezTo>
                    <a:pt x="8903104" y="5172043"/>
                    <a:pt x="8944463" y="5128668"/>
                    <a:pt x="8979856" y="5082081"/>
                  </a:cubicBezTo>
                  <a:cubicBezTo>
                    <a:pt x="8988555" y="5070722"/>
                    <a:pt x="8997602" y="5057973"/>
                    <a:pt x="9006699" y="5044984"/>
                  </a:cubicBezTo>
                  <a:lnTo>
                    <a:pt x="9013509" y="5035254"/>
                  </a:lnTo>
                  <a:lnTo>
                    <a:pt x="9019773" y="5025812"/>
                  </a:lnTo>
                  <a:cubicBezTo>
                    <a:pt x="9023997" y="5019629"/>
                    <a:pt x="9028073" y="5013254"/>
                    <a:pt x="9032050" y="5006833"/>
                  </a:cubicBezTo>
                  <a:cubicBezTo>
                    <a:pt x="9048206" y="4981238"/>
                    <a:pt x="9063417" y="4954542"/>
                    <a:pt x="9077733" y="4926839"/>
                  </a:cubicBezTo>
                  <a:cubicBezTo>
                    <a:pt x="9106415" y="4871434"/>
                    <a:pt x="9131469" y="4812050"/>
                    <a:pt x="9154285" y="4750223"/>
                  </a:cubicBezTo>
                  <a:cubicBezTo>
                    <a:pt x="9176904" y="4688586"/>
                    <a:pt x="9196537" y="4625032"/>
                    <a:pt x="9213936" y="4559945"/>
                  </a:cubicBezTo>
                  <a:cubicBezTo>
                    <a:pt x="9222635" y="4527402"/>
                    <a:pt x="9230887" y="4494523"/>
                    <a:pt x="9238592" y="4461357"/>
                  </a:cubicBezTo>
                  <a:cubicBezTo>
                    <a:pt x="9242419" y="4444773"/>
                    <a:pt x="9246147" y="4428094"/>
                    <a:pt x="9249776" y="4411319"/>
                  </a:cubicBezTo>
                  <a:lnTo>
                    <a:pt x="9255046" y="4386299"/>
                  </a:lnTo>
                  <a:lnTo>
                    <a:pt x="9259718" y="4363342"/>
                  </a:lnTo>
                  <a:lnTo>
                    <a:pt x="9269959" y="4309566"/>
                  </a:lnTo>
                  <a:lnTo>
                    <a:pt x="9274233" y="4286176"/>
                  </a:lnTo>
                  <a:lnTo>
                    <a:pt x="9276022" y="4275489"/>
                  </a:lnTo>
                  <a:lnTo>
                    <a:pt x="9277861" y="4263506"/>
                  </a:lnTo>
                  <a:lnTo>
                    <a:pt x="9286014" y="4211696"/>
                  </a:lnTo>
                  <a:lnTo>
                    <a:pt x="9290092" y="4185767"/>
                  </a:lnTo>
                  <a:lnTo>
                    <a:pt x="9292128" y="4172826"/>
                  </a:lnTo>
                  <a:cubicBezTo>
                    <a:pt x="9292774" y="4168464"/>
                    <a:pt x="9293173" y="4164055"/>
                    <a:pt x="9293720" y="4159693"/>
                  </a:cubicBezTo>
                  <a:lnTo>
                    <a:pt x="9305650" y="4057941"/>
                  </a:lnTo>
                  <a:cubicBezTo>
                    <a:pt x="9306991" y="4045048"/>
                    <a:pt x="9308085" y="4029328"/>
                    <a:pt x="9309378" y="4010779"/>
                  </a:cubicBezTo>
                  <a:lnTo>
                    <a:pt x="9313454" y="3956428"/>
                  </a:lnTo>
                  <a:cubicBezTo>
                    <a:pt x="9318326" y="3889806"/>
                    <a:pt x="9320611" y="3821796"/>
                    <a:pt x="9320811" y="3753546"/>
                  </a:cubicBezTo>
                  <a:cubicBezTo>
                    <a:pt x="9320910" y="3719373"/>
                    <a:pt x="9320513" y="3685056"/>
                    <a:pt x="9319617" y="3650643"/>
                  </a:cubicBezTo>
                  <a:lnTo>
                    <a:pt x="9318176" y="3600030"/>
                  </a:lnTo>
                  <a:lnTo>
                    <a:pt x="9317778" y="3588096"/>
                  </a:lnTo>
                  <a:lnTo>
                    <a:pt x="9316983" y="3575107"/>
                  </a:lnTo>
                  <a:lnTo>
                    <a:pt x="9315443" y="3549130"/>
                  </a:lnTo>
                  <a:lnTo>
                    <a:pt x="9312311" y="3497176"/>
                  </a:lnTo>
                  <a:cubicBezTo>
                    <a:pt x="9311118" y="3479825"/>
                    <a:pt x="9309129" y="3462427"/>
                    <a:pt x="9307587" y="3445029"/>
                  </a:cubicBezTo>
                  <a:lnTo>
                    <a:pt x="9302618" y="3392835"/>
                  </a:lnTo>
                  <a:lnTo>
                    <a:pt x="9301574" y="3381476"/>
                  </a:lnTo>
                  <a:lnTo>
                    <a:pt x="9300430" y="3370740"/>
                  </a:lnTo>
                  <a:lnTo>
                    <a:pt x="9297547" y="3346966"/>
                  </a:lnTo>
                  <a:lnTo>
                    <a:pt x="9294017" y="3320030"/>
                  </a:lnTo>
                  <a:lnTo>
                    <a:pt x="9290439" y="3290410"/>
                  </a:lnTo>
                  <a:cubicBezTo>
                    <a:pt x="9288849" y="3275745"/>
                    <a:pt x="9286761" y="3260934"/>
                    <a:pt x="9284275" y="3244544"/>
                  </a:cubicBezTo>
                  <a:lnTo>
                    <a:pt x="9275974" y="3193116"/>
                  </a:lnTo>
                  <a:cubicBezTo>
                    <a:pt x="9273189" y="3176197"/>
                    <a:pt x="9270256" y="3159230"/>
                    <a:pt x="9267224" y="3142264"/>
                  </a:cubicBezTo>
                  <a:cubicBezTo>
                    <a:pt x="9255146" y="3074493"/>
                    <a:pt x="9240929" y="3007057"/>
                    <a:pt x="9225320" y="2939909"/>
                  </a:cubicBezTo>
                  <a:cubicBezTo>
                    <a:pt x="9217465" y="2906311"/>
                    <a:pt x="9209214" y="2872809"/>
                    <a:pt x="9200466" y="2839449"/>
                  </a:cubicBezTo>
                  <a:lnTo>
                    <a:pt x="9193953" y="2814958"/>
                  </a:lnTo>
                  <a:lnTo>
                    <a:pt x="9186993" y="2790276"/>
                  </a:lnTo>
                  <a:cubicBezTo>
                    <a:pt x="9182471" y="2773836"/>
                    <a:pt x="9177599" y="2757252"/>
                    <a:pt x="9172628" y="2740621"/>
                  </a:cubicBezTo>
                  <a:cubicBezTo>
                    <a:pt x="9133110" y="2607859"/>
                    <a:pt x="9087527" y="2476533"/>
                    <a:pt x="9035082" y="2347463"/>
                  </a:cubicBezTo>
                  <a:cubicBezTo>
                    <a:pt x="9008836" y="2282951"/>
                    <a:pt x="8981298" y="2218870"/>
                    <a:pt x="8952118" y="2155413"/>
                  </a:cubicBezTo>
                  <a:lnTo>
                    <a:pt x="8929948" y="2107915"/>
                  </a:lnTo>
                  <a:lnTo>
                    <a:pt x="8907429" y="2060753"/>
                  </a:lnTo>
                  <a:cubicBezTo>
                    <a:pt x="8892170" y="2029408"/>
                    <a:pt x="8876411" y="1997726"/>
                    <a:pt x="8860404" y="1966478"/>
                  </a:cubicBezTo>
                  <a:cubicBezTo>
                    <a:pt x="8828243" y="1903931"/>
                    <a:pt x="8795336" y="1841670"/>
                    <a:pt x="8760788" y="1780274"/>
                  </a:cubicBezTo>
                  <a:lnTo>
                    <a:pt x="8734740" y="1734311"/>
                  </a:lnTo>
                  <a:lnTo>
                    <a:pt x="8708046" y="1687963"/>
                  </a:lnTo>
                  <a:cubicBezTo>
                    <a:pt x="8690300" y="1657337"/>
                    <a:pt x="8672455" y="1627334"/>
                    <a:pt x="8654062" y="1597234"/>
                  </a:cubicBezTo>
                  <a:cubicBezTo>
                    <a:pt x="8617575" y="1536988"/>
                    <a:pt x="8579398" y="1477365"/>
                    <a:pt x="8540278" y="1418077"/>
                  </a:cubicBezTo>
                  <a:lnTo>
                    <a:pt x="8510701" y="1373695"/>
                  </a:lnTo>
                  <a:lnTo>
                    <a:pt x="8480676" y="1329457"/>
                  </a:lnTo>
                  <a:cubicBezTo>
                    <a:pt x="8460643" y="1300269"/>
                    <a:pt x="8440411" y="1271224"/>
                    <a:pt x="8419782" y="1242275"/>
                  </a:cubicBezTo>
                  <a:cubicBezTo>
                    <a:pt x="8378476" y="1184425"/>
                    <a:pt x="8335923" y="1127006"/>
                    <a:pt x="8292478" y="1069875"/>
                  </a:cubicBezTo>
                  <a:lnTo>
                    <a:pt x="8259620" y="1027123"/>
                  </a:lnTo>
                  <a:lnTo>
                    <a:pt x="8243416" y="1006130"/>
                  </a:lnTo>
                  <a:lnTo>
                    <a:pt x="8227110" y="985473"/>
                  </a:lnTo>
                  <a:cubicBezTo>
                    <a:pt x="8204890" y="957483"/>
                    <a:pt x="8182422" y="929684"/>
                    <a:pt x="8159604" y="902029"/>
                  </a:cubicBezTo>
                  <a:cubicBezTo>
                    <a:pt x="8114170" y="846671"/>
                    <a:pt x="8067494" y="792177"/>
                    <a:pt x="8020022" y="738209"/>
                  </a:cubicBezTo>
                  <a:lnTo>
                    <a:pt x="7984182" y="697901"/>
                  </a:lnTo>
                  <a:lnTo>
                    <a:pt x="7948043" y="657976"/>
                  </a:lnTo>
                  <a:cubicBezTo>
                    <a:pt x="7923636" y="631328"/>
                    <a:pt x="7899079" y="604823"/>
                    <a:pt x="7874324" y="578607"/>
                  </a:cubicBezTo>
                  <a:cubicBezTo>
                    <a:pt x="7824714" y="526221"/>
                    <a:pt x="7774608" y="474458"/>
                    <a:pt x="7723308" y="424085"/>
                  </a:cubicBezTo>
                  <a:cubicBezTo>
                    <a:pt x="7672157" y="373808"/>
                    <a:pt x="7619168" y="324153"/>
                    <a:pt x="7565532" y="275602"/>
                  </a:cubicBezTo>
                  <a:close/>
                  <a:moveTo>
                    <a:pt x="1832515" y="0"/>
                  </a:moveTo>
                  <a:lnTo>
                    <a:pt x="2158449" y="0"/>
                  </a:lnTo>
                  <a:lnTo>
                    <a:pt x="2108797" y="37845"/>
                  </a:lnTo>
                  <a:cubicBezTo>
                    <a:pt x="2052253" y="83168"/>
                    <a:pt x="1996914" y="129778"/>
                    <a:pt x="1942830" y="177587"/>
                  </a:cubicBezTo>
                  <a:cubicBezTo>
                    <a:pt x="1834563" y="273109"/>
                    <a:pt x="1731317" y="373472"/>
                    <a:pt x="1633191" y="477909"/>
                  </a:cubicBezTo>
                  <a:cubicBezTo>
                    <a:pt x="1240290" y="896038"/>
                    <a:pt x="927123" y="1375900"/>
                    <a:pt x="702686" y="1889935"/>
                  </a:cubicBezTo>
                  <a:cubicBezTo>
                    <a:pt x="646565" y="2018192"/>
                    <a:pt x="596210" y="2149182"/>
                    <a:pt x="551769" y="2281416"/>
                  </a:cubicBezTo>
                  <a:cubicBezTo>
                    <a:pt x="507429" y="2413700"/>
                    <a:pt x="469451" y="2547613"/>
                    <a:pt x="438383" y="2682772"/>
                  </a:cubicBezTo>
                  <a:cubicBezTo>
                    <a:pt x="423122" y="2750111"/>
                    <a:pt x="409203" y="2818553"/>
                    <a:pt x="397124" y="2887044"/>
                  </a:cubicBezTo>
                  <a:cubicBezTo>
                    <a:pt x="385144" y="2955581"/>
                    <a:pt x="374357" y="3024359"/>
                    <a:pt x="365658" y="3093424"/>
                  </a:cubicBezTo>
                  <a:cubicBezTo>
                    <a:pt x="347813" y="3231506"/>
                    <a:pt x="336727" y="3370260"/>
                    <a:pt x="332105" y="3509828"/>
                  </a:cubicBezTo>
                  <a:cubicBezTo>
                    <a:pt x="322311" y="3788822"/>
                    <a:pt x="339660" y="4068628"/>
                    <a:pt x="383653" y="4346327"/>
                  </a:cubicBezTo>
                  <a:cubicBezTo>
                    <a:pt x="394539" y="4415489"/>
                    <a:pt x="407464" y="4484267"/>
                    <a:pt x="422327" y="4552900"/>
                  </a:cubicBezTo>
                  <a:cubicBezTo>
                    <a:pt x="437041" y="4621534"/>
                    <a:pt x="453693" y="4689881"/>
                    <a:pt x="472184" y="4757939"/>
                  </a:cubicBezTo>
                  <a:cubicBezTo>
                    <a:pt x="490677" y="4825949"/>
                    <a:pt x="511007" y="4893673"/>
                    <a:pt x="533078" y="4960916"/>
                  </a:cubicBezTo>
                  <a:cubicBezTo>
                    <a:pt x="555249" y="5028208"/>
                    <a:pt x="578662" y="5095022"/>
                    <a:pt x="604710" y="5160875"/>
                  </a:cubicBezTo>
                  <a:cubicBezTo>
                    <a:pt x="707358" y="5425298"/>
                    <a:pt x="838443" y="5680902"/>
                    <a:pt x="996766" y="5920640"/>
                  </a:cubicBezTo>
                  <a:cubicBezTo>
                    <a:pt x="1154790" y="6160571"/>
                    <a:pt x="1340404" y="6384350"/>
                    <a:pt x="1549183" y="6586417"/>
                  </a:cubicBezTo>
                  <a:cubicBezTo>
                    <a:pt x="1601365" y="6636982"/>
                    <a:pt x="1654970" y="6686208"/>
                    <a:pt x="1709890" y="6734063"/>
                  </a:cubicBezTo>
                  <a:lnTo>
                    <a:pt x="1859761" y="6858000"/>
                  </a:lnTo>
                  <a:lnTo>
                    <a:pt x="1671798" y="6858000"/>
                  </a:lnTo>
                  <a:lnTo>
                    <a:pt x="1628044" y="6822717"/>
                  </a:lnTo>
                  <a:cubicBezTo>
                    <a:pt x="1570828" y="6774460"/>
                    <a:pt x="1514710" y="6724955"/>
                    <a:pt x="1459756" y="6674223"/>
                  </a:cubicBezTo>
                  <a:cubicBezTo>
                    <a:pt x="1019931" y="6268363"/>
                    <a:pt x="658296" y="5781216"/>
                    <a:pt x="402543" y="5241588"/>
                  </a:cubicBezTo>
                  <a:cubicBezTo>
                    <a:pt x="370231" y="5174103"/>
                    <a:pt x="340306" y="5105661"/>
                    <a:pt x="311923" y="5036741"/>
                  </a:cubicBezTo>
                  <a:cubicBezTo>
                    <a:pt x="283539" y="4967771"/>
                    <a:pt x="256895" y="4897986"/>
                    <a:pt x="232140" y="4827483"/>
                  </a:cubicBezTo>
                  <a:cubicBezTo>
                    <a:pt x="207334" y="4756981"/>
                    <a:pt x="184368" y="4685758"/>
                    <a:pt x="163392" y="4613913"/>
                  </a:cubicBezTo>
                  <a:cubicBezTo>
                    <a:pt x="142514" y="4542020"/>
                    <a:pt x="123624" y="4469360"/>
                    <a:pt x="106823" y="4396365"/>
                  </a:cubicBezTo>
                  <a:cubicBezTo>
                    <a:pt x="73120" y="4250902"/>
                    <a:pt x="47371" y="4103281"/>
                    <a:pt x="29326" y="3954702"/>
                  </a:cubicBezTo>
                  <a:cubicBezTo>
                    <a:pt x="20478" y="3880365"/>
                    <a:pt x="13320" y="3805789"/>
                    <a:pt x="8647" y="3730971"/>
                  </a:cubicBezTo>
                  <a:cubicBezTo>
                    <a:pt x="6311" y="3693587"/>
                    <a:pt x="4322" y="3656106"/>
                    <a:pt x="2880" y="3618674"/>
                  </a:cubicBezTo>
                  <a:cubicBezTo>
                    <a:pt x="1539" y="3581146"/>
                    <a:pt x="694" y="3543809"/>
                    <a:pt x="296" y="3506425"/>
                  </a:cubicBezTo>
                  <a:cubicBezTo>
                    <a:pt x="-1543" y="3356649"/>
                    <a:pt x="5217" y="3206200"/>
                    <a:pt x="20030" y="3056711"/>
                  </a:cubicBezTo>
                  <a:cubicBezTo>
                    <a:pt x="27686" y="2981942"/>
                    <a:pt x="36931" y="2907317"/>
                    <a:pt x="48664" y="2832980"/>
                  </a:cubicBezTo>
                  <a:cubicBezTo>
                    <a:pt x="60395" y="2758642"/>
                    <a:pt x="73716" y="2684784"/>
                    <a:pt x="89922" y="2610639"/>
                  </a:cubicBezTo>
                  <a:cubicBezTo>
                    <a:pt x="121736" y="2462826"/>
                    <a:pt x="162645" y="2317220"/>
                    <a:pt x="211163" y="2174343"/>
                  </a:cubicBezTo>
                  <a:cubicBezTo>
                    <a:pt x="259778" y="2031468"/>
                    <a:pt x="315601" y="1891517"/>
                    <a:pt x="379129" y="1754393"/>
                  </a:cubicBezTo>
                  <a:cubicBezTo>
                    <a:pt x="505540" y="1480433"/>
                    <a:pt x="660930" y="1219318"/>
                    <a:pt x="841424" y="976270"/>
                  </a:cubicBezTo>
                  <a:cubicBezTo>
                    <a:pt x="931498" y="854627"/>
                    <a:pt x="1028182" y="737777"/>
                    <a:pt x="1130234" y="625768"/>
                  </a:cubicBezTo>
                  <a:cubicBezTo>
                    <a:pt x="1232486" y="513855"/>
                    <a:pt x="1340157" y="407117"/>
                    <a:pt x="1452897" y="305748"/>
                  </a:cubicBezTo>
                  <a:cubicBezTo>
                    <a:pt x="1565736" y="204380"/>
                    <a:pt x="1683596" y="108665"/>
                    <a:pt x="1805682" y="187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F613D97F-F6DF-4D32-AD91-209A80E7A2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8320" y="36937"/>
              <a:ext cx="9767847" cy="6858000"/>
            </a:xfrm>
            <a:custGeom>
              <a:avLst/>
              <a:gdLst>
                <a:gd name="connsiteX0" fmla="*/ 7151367 w 9767847"/>
                <a:gd name="connsiteY0" fmla="*/ 0 h 6858000"/>
                <a:gd name="connsiteX1" fmla="*/ 7881247 w 9767847"/>
                <a:gd name="connsiteY1" fmla="*/ 0 h 6858000"/>
                <a:gd name="connsiteX2" fmla="*/ 7990553 w 9767847"/>
                <a:gd name="connsiteY2" fmla="*/ 81317 h 6858000"/>
                <a:gd name="connsiteX3" fmla="*/ 9767847 w 9767847"/>
                <a:gd name="connsiteY3" fmla="*/ 3649031 h 6858000"/>
                <a:gd name="connsiteX4" fmla="*/ 8652597 w 9767847"/>
                <a:gd name="connsiteY4" fmla="*/ 6590005 h 6858000"/>
                <a:gd name="connsiteX5" fmla="*/ 8395306 w 9767847"/>
                <a:gd name="connsiteY5" fmla="*/ 6858000 h 6858000"/>
                <a:gd name="connsiteX6" fmla="*/ 6762603 w 9767847"/>
                <a:gd name="connsiteY6" fmla="*/ 6858000 h 6858000"/>
                <a:gd name="connsiteX7" fmla="*/ 6765962 w 9767847"/>
                <a:gd name="connsiteY7" fmla="*/ 6854844 h 6858000"/>
                <a:gd name="connsiteX8" fmla="*/ 6804586 w 9767847"/>
                <a:gd name="connsiteY8" fmla="*/ 6817103 h 6858000"/>
                <a:gd name="connsiteX9" fmla="*/ 6881735 w 9767847"/>
                <a:gd name="connsiteY9" fmla="*/ 6741197 h 6858000"/>
                <a:gd name="connsiteX10" fmla="*/ 6958883 w 9767847"/>
                <a:gd name="connsiteY10" fmla="*/ 6664822 h 6858000"/>
                <a:gd name="connsiteX11" fmla="*/ 7267925 w 9767847"/>
                <a:gd name="connsiteY11" fmla="*/ 6355694 h 6858000"/>
                <a:gd name="connsiteX12" fmla="*/ 7424360 w 9767847"/>
                <a:gd name="connsiteY12" fmla="*/ 6200685 h 6858000"/>
                <a:gd name="connsiteX13" fmla="*/ 7504938 w 9767847"/>
                <a:gd name="connsiteY13" fmla="*/ 6122708 h 6858000"/>
                <a:gd name="connsiteX14" fmla="*/ 7546396 w 9767847"/>
                <a:gd name="connsiteY14" fmla="*/ 6083697 h 6858000"/>
                <a:gd name="connsiteX15" fmla="*/ 7588002 w 9767847"/>
                <a:gd name="connsiteY15" fmla="*/ 6045532 h 6858000"/>
                <a:gd name="connsiteX16" fmla="*/ 7631000 w 9767847"/>
                <a:gd name="connsiteY16" fmla="*/ 6006709 h 6858000"/>
                <a:gd name="connsiteX17" fmla="*/ 7675440 w 9767847"/>
                <a:gd name="connsiteY17" fmla="*/ 5968309 h 6858000"/>
                <a:gd name="connsiteX18" fmla="*/ 7720626 w 9767847"/>
                <a:gd name="connsiteY18" fmla="*/ 5930851 h 6858000"/>
                <a:gd name="connsiteX19" fmla="*/ 7766458 w 9767847"/>
                <a:gd name="connsiteY19" fmla="*/ 5894334 h 6858000"/>
                <a:gd name="connsiteX20" fmla="*/ 7955254 w 9767847"/>
                <a:gd name="connsiteY20" fmla="*/ 5756828 h 6858000"/>
                <a:gd name="connsiteX21" fmla="*/ 8352678 w 9767847"/>
                <a:gd name="connsiteY21" fmla="*/ 5517630 h 6858000"/>
                <a:gd name="connsiteX22" fmla="*/ 8451350 w 9767847"/>
                <a:gd name="connsiteY22" fmla="*/ 5465254 h 6858000"/>
                <a:gd name="connsiteX23" fmla="*/ 8548532 w 9767847"/>
                <a:gd name="connsiteY23" fmla="*/ 5413395 h 6858000"/>
                <a:gd name="connsiteX24" fmla="*/ 8729473 w 9767847"/>
                <a:gd name="connsiteY24" fmla="*/ 5309961 h 6858000"/>
                <a:gd name="connsiteX25" fmla="*/ 8770781 w 9767847"/>
                <a:gd name="connsiteY25" fmla="*/ 5283232 h 6858000"/>
                <a:gd name="connsiteX26" fmla="*/ 8790964 w 9767847"/>
                <a:gd name="connsiteY26" fmla="*/ 5269492 h 6858000"/>
                <a:gd name="connsiteX27" fmla="*/ 8810499 w 9767847"/>
                <a:gd name="connsiteY27" fmla="*/ 5255703 h 6858000"/>
                <a:gd name="connsiteX28" fmla="*/ 8883571 w 9767847"/>
                <a:gd name="connsiteY28" fmla="*/ 5198479 h 6858000"/>
                <a:gd name="connsiteX29" fmla="*/ 9006651 w 9767847"/>
                <a:gd name="connsiteY29" fmla="*/ 5070527 h 6858000"/>
                <a:gd name="connsiteX30" fmla="*/ 9033494 w 9767847"/>
                <a:gd name="connsiteY30" fmla="*/ 5034105 h 6858000"/>
                <a:gd name="connsiteX31" fmla="*/ 9040305 w 9767847"/>
                <a:gd name="connsiteY31" fmla="*/ 5024551 h 6858000"/>
                <a:gd name="connsiteX32" fmla="*/ 9046568 w 9767847"/>
                <a:gd name="connsiteY32" fmla="*/ 5015281 h 6858000"/>
                <a:gd name="connsiteX33" fmla="*/ 9058846 w 9767847"/>
                <a:gd name="connsiteY33" fmla="*/ 4996645 h 6858000"/>
                <a:gd name="connsiteX34" fmla="*/ 9104529 w 9767847"/>
                <a:gd name="connsiteY34" fmla="*/ 4918105 h 6858000"/>
                <a:gd name="connsiteX35" fmla="*/ 9181081 w 9767847"/>
                <a:gd name="connsiteY35" fmla="*/ 4744694 h 6858000"/>
                <a:gd name="connsiteX36" fmla="*/ 9240731 w 9767847"/>
                <a:gd name="connsiteY36" fmla="*/ 4557872 h 6858000"/>
                <a:gd name="connsiteX37" fmla="*/ 9265388 w 9767847"/>
                <a:gd name="connsiteY37" fmla="*/ 4461073 h 6858000"/>
                <a:gd name="connsiteX38" fmla="*/ 9276571 w 9767847"/>
                <a:gd name="connsiteY38" fmla="*/ 4411943 h 6858000"/>
                <a:gd name="connsiteX39" fmla="*/ 9281841 w 9767847"/>
                <a:gd name="connsiteY39" fmla="*/ 4387379 h 6858000"/>
                <a:gd name="connsiteX40" fmla="*/ 9286513 w 9767847"/>
                <a:gd name="connsiteY40" fmla="*/ 4364838 h 6858000"/>
                <a:gd name="connsiteX41" fmla="*/ 9296754 w 9767847"/>
                <a:gd name="connsiteY41" fmla="*/ 4312038 h 6858000"/>
                <a:gd name="connsiteX42" fmla="*/ 9301029 w 9767847"/>
                <a:gd name="connsiteY42" fmla="*/ 4289074 h 6858000"/>
                <a:gd name="connsiteX43" fmla="*/ 9302818 w 9767847"/>
                <a:gd name="connsiteY43" fmla="*/ 4278581 h 6858000"/>
                <a:gd name="connsiteX44" fmla="*/ 9304658 w 9767847"/>
                <a:gd name="connsiteY44" fmla="*/ 4266816 h 6858000"/>
                <a:gd name="connsiteX45" fmla="*/ 9312810 w 9767847"/>
                <a:gd name="connsiteY45" fmla="*/ 4215945 h 6858000"/>
                <a:gd name="connsiteX46" fmla="*/ 9316887 w 9767847"/>
                <a:gd name="connsiteY46" fmla="*/ 4190486 h 6858000"/>
                <a:gd name="connsiteX47" fmla="*/ 9318923 w 9767847"/>
                <a:gd name="connsiteY47" fmla="*/ 4177780 h 6858000"/>
                <a:gd name="connsiteX48" fmla="*/ 9320515 w 9767847"/>
                <a:gd name="connsiteY48" fmla="*/ 4164886 h 6858000"/>
                <a:gd name="connsiteX49" fmla="*/ 9332445 w 9767847"/>
                <a:gd name="connsiteY49" fmla="*/ 4064981 h 6858000"/>
                <a:gd name="connsiteX50" fmla="*/ 9336173 w 9767847"/>
                <a:gd name="connsiteY50" fmla="*/ 4018676 h 6858000"/>
                <a:gd name="connsiteX51" fmla="*/ 9340199 w 9767847"/>
                <a:gd name="connsiteY51" fmla="*/ 3965171 h 6858000"/>
                <a:gd name="connsiteX52" fmla="*/ 9347557 w 9767847"/>
                <a:gd name="connsiteY52" fmla="*/ 3765972 h 6858000"/>
                <a:gd name="connsiteX53" fmla="*/ 9346364 w 9767847"/>
                <a:gd name="connsiteY53" fmla="*/ 3664938 h 6858000"/>
                <a:gd name="connsiteX54" fmla="*/ 9344921 w 9767847"/>
                <a:gd name="connsiteY54" fmla="*/ 3615243 h 6858000"/>
                <a:gd name="connsiteX55" fmla="*/ 9344524 w 9767847"/>
                <a:gd name="connsiteY55" fmla="*/ 3603526 h 6858000"/>
                <a:gd name="connsiteX56" fmla="*/ 9343728 w 9767847"/>
                <a:gd name="connsiteY56" fmla="*/ 3590774 h 6858000"/>
                <a:gd name="connsiteX57" fmla="*/ 9342188 w 9767847"/>
                <a:gd name="connsiteY57" fmla="*/ 3565268 h 6858000"/>
                <a:gd name="connsiteX58" fmla="*/ 9339056 w 9767847"/>
                <a:gd name="connsiteY58" fmla="*/ 3514256 h 6858000"/>
                <a:gd name="connsiteX59" fmla="*/ 9334334 w 9767847"/>
                <a:gd name="connsiteY59" fmla="*/ 3463057 h 6858000"/>
                <a:gd name="connsiteX60" fmla="*/ 9329363 w 9767847"/>
                <a:gd name="connsiteY60" fmla="*/ 3411810 h 6858000"/>
                <a:gd name="connsiteX61" fmla="*/ 9328319 w 9767847"/>
                <a:gd name="connsiteY61" fmla="*/ 3400657 h 6858000"/>
                <a:gd name="connsiteX62" fmla="*/ 9327177 w 9767847"/>
                <a:gd name="connsiteY62" fmla="*/ 3390116 h 6858000"/>
                <a:gd name="connsiteX63" fmla="*/ 9324293 w 9767847"/>
                <a:gd name="connsiteY63" fmla="*/ 3366774 h 6858000"/>
                <a:gd name="connsiteX64" fmla="*/ 9320763 w 9767847"/>
                <a:gd name="connsiteY64" fmla="*/ 3340329 h 6858000"/>
                <a:gd name="connsiteX65" fmla="*/ 9317184 w 9767847"/>
                <a:gd name="connsiteY65" fmla="*/ 3311245 h 6858000"/>
                <a:gd name="connsiteX66" fmla="*/ 9311021 w 9767847"/>
                <a:gd name="connsiteY66" fmla="*/ 3266211 h 6858000"/>
                <a:gd name="connsiteX67" fmla="*/ 9302719 w 9767847"/>
                <a:gd name="connsiteY67" fmla="*/ 3215717 h 6858000"/>
                <a:gd name="connsiteX68" fmla="*/ 9293970 w 9767847"/>
                <a:gd name="connsiteY68" fmla="*/ 3165789 h 6858000"/>
                <a:gd name="connsiteX69" fmla="*/ 9252065 w 9767847"/>
                <a:gd name="connsiteY69" fmla="*/ 2967107 h 6858000"/>
                <a:gd name="connsiteX70" fmla="*/ 9227211 w 9767847"/>
                <a:gd name="connsiteY70" fmla="*/ 2868473 h 6858000"/>
                <a:gd name="connsiteX71" fmla="*/ 9220699 w 9767847"/>
                <a:gd name="connsiteY71" fmla="*/ 2844426 h 6858000"/>
                <a:gd name="connsiteX72" fmla="*/ 9213740 w 9767847"/>
                <a:gd name="connsiteY72" fmla="*/ 2820191 h 6858000"/>
                <a:gd name="connsiteX73" fmla="*/ 9199374 w 9767847"/>
                <a:gd name="connsiteY73" fmla="*/ 2771438 h 6858000"/>
                <a:gd name="connsiteX74" fmla="*/ 9061829 w 9767847"/>
                <a:gd name="connsiteY74" fmla="*/ 2385418 h 6858000"/>
                <a:gd name="connsiteX75" fmla="*/ 8978865 w 9767847"/>
                <a:gd name="connsiteY75" fmla="*/ 2196855 h 6858000"/>
                <a:gd name="connsiteX76" fmla="*/ 8956694 w 9767847"/>
                <a:gd name="connsiteY76" fmla="*/ 2150219 h 6858000"/>
                <a:gd name="connsiteX77" fmla="*/ 8934176 w 9767847"/>
                <a:gd name="connsiteY77" fmla="*/ 2103914 h 6858000"/>
                <a:gd name="connsiteX78" fmla="*/ 8887151 w 9767847"/>
                <a:gd name="connsiteY78" fmla="*/ 2011350 h 6858000"/>
                <a:gd name="connsiteX79" fmla="*/ 8787533 w 9767847"/>
                <a:gd name="connsiteY79" fmla="*/ 1828527 h 6858000"/>
                <a:gd name="connsiteX80" fmla="*/ 8761485 w 9767847"/>
                <a:gd name="connsiteY80" fmla="*/ 1783398 h 6858000"/>
                <a:gd name="connsiteX81" fmla="*/ 8734791 w 9767847"/>
                <a:gd name="connsiteY81" fmla="*/ 1737893 h 6858000"/>
                <a:gd name="connsiteX82" fmla="*/ 8680808 w 9767847"/>
                <a:gd name="connsiteY82" fmla="*/ 1648812 h 6858000"/>
                <a:gd name="connsiteX83" fmla="*/ 8567024 w 9767847"/>
                <a:gd name="connsiteY83" fmla="*/ 1472906 h 6858000"/>
                <a:gd name="connsiteX84" fmla="*/ 8537446 w 9767847"/>
                <a:gd name="connsiteY84" fmla="*/ 1429330 h 6858000"/>
                <a:gd name="connsiteX85" fmla="*/ 8507423 w 9767847"/>
                <a:gd name="connsiteY85" fmla="*/ 1385896 h 6858000"/>
                <a:gd name="connsiteX86" fmla="*/ 8446529 w 9767847"/>
                <a:gd name="connsiteY86" fmla="*/ 1300295 h 6858000"/>
                <a:gd name="connsiteX87" fmla="*/ 8319224 w 9767847"/>
                <a:gd name="connsiteY87" fmla="*/ 1131026 h 6858000"/>
                <a:gd name="connsiteX88" fmla="*/ 8286366 w 9767847"/>
                <a:gd name="connsiteY88" fmla="*/ 1089050 h 6858000"/>
                <a:gd name="connsiteX89" fmla="*/ 8270161 w 9767847"/>
                <a:gd name="connsiteY89" fmla="*/ 1068439 h 6858000"/>
                <a:gd name="connsiteX90" fmla="*/ 8253856 w 9767847"/>
                <a:gd name="connsiteY90" fmla="*/ 1048156 h 6858000"/>
                <a:gd name="connsiteX91" fmla="*/ 8186352 w 9767847"/>
                <a:gd name="connsiteY91" fmla="*/ 966275 h 6858000"/>
                <a:gd name="connsiteX92" fmla="*/ 8046768 w 9767847"/>
                <a:gd name="connsiteY92" fmla="*/ 805429 h 6858000"/>
                <a:gd name="connsiteX93" fmla="*/ 8010927 w 9767847"/>
                <a:gd name="connsiteY93" fmla="*/ 765853 h 6858000"/>
                <a:gd name="connsiteX94" fmla="*/ 7974788 w 9767847"/>
                <a:gd name="connsiteY94" fmla="*/ 726653 h 6858000"/>
                <a:gd name="connsiteX95" fmla="*/ 7901070 w 9767847"/>
                <a:gd name="connsiteY95" fmla="*/ 648724 h 6858000"/>
                <a:gd name="connsiteX96" fmla="*/ 7750054 w 9767847"/>
                <a:gd name="connsiteY96" fmla="*/ 497008 h 6858000"/>
                <a:gd name="connsiteX97" fmla="*/ 7592277 w 9767847"/>
                <a:gd name="connsiteY97" fmla="*/ 351221 h 6858000"/>
                <a:gd name="connsiteX98" fmla="*/ 7257734 w 9767847"/>
                <a:gd name="connsiteY98" fmla="*/ 76964 h 6858000"/>
                <a:gd name="connsiteX99" fmla="*/ 1886601 w 9767847"/>
                <a:gd name="connsiteY99" fmla="*/ 0 h 6858000"/>
                <a:gd name="connsiteX100" fmla="*/ 2292926 w 9767847"/>
                <a:gd name="connsiteY100" fmla="*/ 0 h 6858000"/>
                <a:gd name="connsiteX101" fmla="*/ 2135542 w 9767847"/>
                <a:gd name="connsiteY101" fmla="*/ 117781 h 6858000"/>
                <a:gd name="connsiteX102" fmla="*/ 1969576 w 9767847"/>
                <a:gd name="connsiteY102" fmla="*/ 254986 h 6858000"/>
                <a:gd name="connsiteX103" fmla="*/ 1659938 w 9767847"/>
                <a:gd name="connsiteY103" fmla="*/ 549855 h 6858000"/>
                <a:gd name="connsiteX104" fmla="*/ 729383 w 9767847"/>
                <a:gd name="connsiteY104" fmla="*/ 1936480 h 6858000"/>
                <a:gd name="connsiteX105" fmla="*/ 578465 w 9767847"/>
                <a:gd name="connsiteY105" fmla="*/ 2320807 h 6858000"/>
                <a:gd name="connsiteX106" fmla="*/ 465080 w 9767847"/>
                <a:gd name="connsiteY106" fmla="*/ 2714875 h 6858000"/>
                <a:gd name="connsiteX107" fmla="*/ 423820 w 9767847"/>
                <a:gd name="connsiteY107" fmla="*/ 2915436 h 6858000"/>
                <a:gd name="connsiteX108" fmla="*/ 392355 w 9767847"/>
                <a:gd name="connsiteY108" fmla="*/ 3118071 h 6858000"/>
                <a:gd name="connsiteX109" fmla="*/ 358801 w 9767847"/>
                <a:gd name="connsiteY109" fmla="*/ 3526915 h 6858000"/>
                <a:gd name="connsiteX110" fmla="*/ 410350 w 9767847"/>
                <a:gd name="connsiteY110" fmla="*/ 4348226 h 6858000"/>
                <a:gd name="connsiteX111" fmla="*/ 449022 w 9767847"/>
                <a:gd name="connsiteY111" fmla="*/ 4551049 h 6858000"/>
                <a:gd name="connsiteX112" fmla="*/ 498882 w 9767847"/>
                <a:gd name="connsiteY112" fmla="*/ 4752365 h 6858000"/>
                <a:gd name="connsiteX113" fmla="*/ 559775 w 9767847"/>
                <a:gd name="connsiteY113" fmla="*/ 4951657 h 6858000"/>
                <a:gd name="connsiteX114" fmla="*/ 631406 w 9767847"/>
                <a:gd name="connsiteY114" fmla="*/ 5147986 h 6858000"/>
                <a:gd name="connsiteX115" fmla="*/ 1023461 w 9767847"/>
                <a:gd name="connsiteY115" fmla="*/ 5893957 h 6858000"/>
                <a:gd name="connsiteX116" fmla="*/ 1575880 w 9767847"/>
                <a:gd name="connsiteY116" fmla="*/ 6547646 h 6858000"/>
                <a:gd name="connsiteX117" fmla="*/ 1905228 w 9767847"/>
                <a:gd name="connsiteY117" fmla="*/ 6829468 h 6858000"/>
                <a:gd name="connsiteX118" fmla="*/ 1944230 w 9767847"/>
                <a:gd name="connsiteY118" fmla="*/ 6858000 h 6858000"/>
                <a:gd name="connsiteX119" fmla="*/ 1372541 w 9767847"/>
                <a:gd name="connsiteY119" fmla="*/ 6858000 h 6858000"/>
                <a:gd name="connsiteX120" fmla="*/ 1115251 w 9767847"/>
                <a:gd name="connsiteY120" fmla="*/ 6590005 h 6858000"/>
                <a:gd name="connsiteX121" fmla="*/ 0 w 9767847"/>
                <a:gd name="connsiteY121" fmla="*/ 3649031 h 6858000"/>
                <a:gd name="connsiteX122" fmla="*/ 1777294 w 9767847"/>
                <a:gd name="connsiteY122" fmla="*/ 8131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</a:cxnLst>
              <a:rect l="l" t="t" r="r" b="b"/>
              <a:pathLst>
                <a:path w="9767847" h="6858000">
                  <a:moveTo>
                    <a:pt x="7151367" y="0"/>
                  </a:moveTo>
                  <a:lnTo>
                    <a:pt x="7881247" y="0"/>
                  </a:lnTo>
                  <a:lnTo>
                    <a:pt x="7990553" y="81317"/>
                  </a:lnTo>
                  <a:cubicBezTo>
                    <a:pt x="9075991" y="929334"/>
                    <a:pt x="9767847" y="2212695"/>
                    <a:pt x="9767847" y="3649031"/>
                  </a:cubicBezTo>
                  <a:cubicBezTo>
                    <a:pt x="9767847" y="4766182"/>
                    <a:pt x="9349317" y="5790792"/>
                    <a:pt x="8652597" y="6590005"/>
                  </a:cubicBezTo>
                  <a:lnTo>
                    <a:pt x="8395306" y="6858000"/>
                  </a:lnTo>
                  <a:lnTo>
                    <a:pt x="6762603" y="6858000"/>
                  </a:lnTo>
                  <a:lnTo>
                    <a:pt x="6765962" y="6854844"/>
                  </a:lnTo>
                  <a:cubicBezTo>
                    <a:pt x="6779036" y="6842703"/>
                    <a:pt x="6791663" y="6829621"/>
                    <a:pt x="6804586" y="6817103"/>
                  </a:cubicBezTo>
                  <a:lnTo>
                    <a:pt x="6881735" y="6741197"/>
                  </a:lnTo>
                  <a:cubicBezTo>
                    <a:pt x="6907435" y="6715881"/>
                    <a:pt x="6933134" y="6690798"/>
                    <a:pt x="6958883" y="6664822"/>
                  </a:cubicBezTo>
                  <a:lnTo>
                    <a:pt x="7267925" y="6355694"/>
                  </a:lnTo>
                  <a:lnTo>
                    <a:pt x="7424360" y="6200685"/>
                  </a:lnTo>
                  <a:cubicBezTo>
                    <a:pt x="7450754" y="6174802"/>
                    <a:pt x="7477598" y="6148731"/>
                    <a:pt x="7504938" y="6122708"/>
                  </a:cubicBezTo>
                  <a:lnTo>
                    <a:pt x="7546396" y="6083697"/>
                  </a:lnTo>
                  <a:cubicBezTo>
                    <a:pt x="7560264" y="6070803"/>
                    <a:pt x="7574780" y="6057532"/>
                    <a:pt x="7588002" y="6045532"/>
                  </a:cubicBezTo>
                  <a:lnTo>
                    <a:pt x="7631000" y="6006709"/>
                  </a:lnTo>
                  <a:lnTo>
                    <a:pt x="7675440" y="5968309"/>
                  </a:lnTo>
                  <a:cubicBezTo>
                    <a:pt x="7690404" y="5955698"/>
                    <a:pt x="7705564" y="5943321"/>
                    <a:pt x="7720626" y="5930851"/>
                  </a:cubicBezTo>
                  <a:cubicBezTo>
                    <a:pt x="7735738" y="5918427"/>
                    <a:pt x="7751197" y="5906521"/>
                    <a:pt x="7766458" y="5894334"/>
                  </a:cubicBezTo>
                  <a:cubicBezTo>
                    <a:pt x="7827949" y="5846192"/>
                    <a:pt x="7890979" y="5800499"/>
                    <a:pt x="7955254" y="5756828"/>
                  </a:cubicBezTo>
                  <a:cubicBezTo>
                    <a:pt x="8083800" y="5669534"/>
                    <a:pt x="8216872" y="5590336"/>
                    <a:pt x="8352678" y="5517630"/>
                  </a:cubicBezTo>
                  <a:lnTo>
                    <a:pt x="8451350" y="5465254"/>
                  </a:lnTo>
                  <a:lnTo>
                    <a:pt x="8548532" y="5413395"/>
                  </a:lnTo>
                  <a:cubicBezTo>
                    <a:pt x="8612110" y="5379090"/>
                    <a:pt x="8673251" y="5345208"/>
                    <a:pt x="8729473" y="5309961"/>
                  </a:cubicBezTo>
                  <a:cubicBezTo>
                    <a:pt x="8743591" y="5301115"/>
                    <a:pt x="8757161" y="5292361"/>
                    <a:pt x="8770781" y="5283232"/>
                  </a:cubicBezTo>
                  <a:cubicBezTo>
                    <a:pt x="8777591" y="5278667"/>
                    <a:pt x="8784451" y="5274103"/>
                    <a:pt x="8790964" y="5269492"/>
                  </a:cubicBezTo>
                  <a:cubicBezTo>
                    <a:pt x="8797574" y="5264879"/>
                    <a:pt x="8804235" y="5260314"/>
                    <a:pt x="8810499" y="5255703"/>
                  </a:cubicBezTo>
                  <a:cubicBezTo>
                    <a:pt x="8835999" y="5237303"/>
                    <a:pt x="8860407" y="5218291"/>
                    <a:pt x="8883571" y="5198479"/>
                  </a:cubicBezTo>
                  <a:cubicBezTo>
                    <a:pt x="8929900" y="5158856"/>
                    <a:pt x="8971258" y="5116315"/>
                    <a:pt x="9006651" y="5070527"/>
                  </a:cubicBezTo>
                  <a:cubicBezTo>
                    <a:pt x="9015351" y="5059328"/>
                    <a:pt x="9024398" y="5046857"/>
                    <a:pt x="9033494" y="5034105"/>
                  </a:cubicBezTo>
                  <a:lnTo>
                    <a:pt x="9040305" y="5024551"/>
                  </a:lnTo>
                  <a:lnTo>
                    <a:pt x="9046568" y="5015281"/>
                  </a:lnTo>
                  <a:cubicBezTo>
                    <a:pt x="9050743" y="5009163"/>
                    <a:pt x="9054819" y="5002952"/>
                    <a:pt x="9058846" y="4996645"/>
                  </a:cubicBezTo>
                  <a:cubicBezTo>
                    <a:pt x="9075002" y="4971517"/>
                    <a:pt x="9090212" y="4945305"/>
                    <a:pt x="9104529" y="4918105"/>
                  </a:cubicBezTo>
                  <a:cubicBezTo>
                    <a:pt x="9133211" y="4863752"/>
                    <a:pt x="9158313" y="4805447"/>
                    <a:pt x="9181081" y="4744694"/>
                  </a:cubicBezTo>
                  <a:cubicBezTo>
                    <a:pt x="9203748" y="4684178"/>
                    <a:pt x="9223383" y="4621778"/>
                    <a:pt x="9240731" y="4557872"/>
                  </a:cubicBezTo>
                  <a:cubicBezTo>
                    <a:pt x="9249481" y="4525966"/>
                    <a:pt x="9257682" y="4493684"/>
                    <a:pt x="9265388" y="4461073"/>
                  </a:cubicBezTo>
                  <a:cubicBezTo>
                    <a:pt x="9269215" y="4444744"/>
                    <a:pt x="9272943" y="4428367"/>
                    <a:pt x="9276571" y="4411943"/>
                  </a:cubicBezTo>
                  <a:lnTo>
                    <a:pt x="9281841" y="4387379"/>
                  </a:lnTo>
                  <a:lnTo>
                    <a:pt x="9286513" y="4364838"/>
                  </a:lnTo>
                  <a:lnTo>
                    <a:pt x="9296754" y="4312038"/>
                  </a:lnTo>
                  <a:lnTo>
                    <a:pt x="9301029" y="4289074"/>
                  </a:lnTo>
                  <a:lnTo>
                    <a:pt x="9302818" y="4278581"/>
                  </a:lnTo>
                  <a:lnTo>
                    <a:pt x="9304658" y="4266816"/>
                  </a:lnTo>
                  <a:lnTo>
                    <a:pt x="9312810" y="4215945"/>
                  </a:lnTo>
                  <a:lnTo>
                    <a:pt x="9316887" y="4190486"/>
                  </a:lnTo>
                  <a:lnTo>
                    <a:pt x="9318923" y="4177780"/>
                  </a:lnTo>
                  <a:cubicBezTo>
                    <a:pt x="9319570" y="4173546"/>
                    <a:pt x="9319969" y="4169169"/>
                    <a:pt x="9320515" y="4164886"/>
                  </a:cubicBezTo>
                  <a:lnTo>
                    <a:pt x="9332445" y="4064981"/>
                  </a:lnTo>
                  <a:cubicBezTo>
                    <a:pt x="9333836" y="4052370"/>
                    <a:pt x="9334880" y="4036888"/>
                    <a:pt x="9336173" y="4018676"/>
                  </a:cubicBezTo>
                  <a:lnTo>
                    <a:pt x="9340199" y="3965171"/>
                  </a:lnTo>
                  <a:cubicBezTo>
                    <a:pt x="9345071" y="3899806"/>
                    <a:pt x="9347358" y="3832983"/>
                    <a:pt x="9347557" y="3765972"/>
                  </a:cubicBezTo>
                  <a:cubicBezTo>
                    <a:pt x="9347656" y="3732420"/>
                    <a:pt x="9347209" y="3698773"/>
                    <a:pt x="9346364" y="3664938"/>
                  </a:cubicBezTo>
                  <a:lnTo>
                    <a:pt x="9344921" y="3615243"/>
                  </a:lnTo>
                  <a:lnTo>
                    <a:pt x="9344524" y="3603526"/>
                  </a:lnTo>
                  <a:lnTo>
                    <a:pt x="9343728" y="3590774"/>
                  </a:lnTo>
                  <a:lnTo>
                    <a:pt x="9342188" y="3565268"/>
                  </a:lnTo>
                  <a:lnTo>
                    <a:pt x="9339056" y="3514256"/>
                  </a:lnTo>
                  <a:cubicBezTo>
                    <a:pt x="9337914" y="3497221"/>
                    <a:pt x="9335874" y="3480138"/>
                    <a:pt x="9334334" y="3463057"/>
                  </a:cubicBezTo>
                  <a:lnTo>
                    <a:pt x="9329363" y="3411810"/>
                  </a:lnTo>
                  <a:lnTo>
                    <a:pt x="9328319" y="3400657"/>
                  </a:lnTo>
                  <a:lnTo>
                    <a:pt x="9327177" y="3390116"/>
                  </a:lnTo>
                  <a:lnTo>
                    <a:pt x="9324293" y="3366774"/>
                  </a:lnTo>
                  <a:lnTo>
                    <a:pt x="9320763" y="3340329"/>
                  </a:lnTo>
                  <a:lnTo>
                    <a:pt x="9317184" y="3311245"/>
                  </a:lnTo>
                  <a:cubicBezTo>
                    <a:pt x="9315594" y="3296893"/>
                    <a:pt x="9313506" y="3282306"/>
                    <a:pt x="9311021" y="3266211"/>
                  </a:cubicBezTo>
                  <a:lnTo>
                    <a:pt x="9302719" y="3215717"/>
                  </a:lnTo>
                  <a:cubicBezTo>
                    <a:pt x="9299936" y="3199059"/>
                    <a:pt x="9297003" y="3182400"/>
                    <a:pt x="9293970" y="3165789"/>
                  </a:cubicBezTo>
                  <a:cubicBezTo>
                    <a:pt x="9281891" y="3099295"/>
                    <a:pt x="9267674" y="3033084"/>
                    <a:pt x="9252065" y="2967107"/>
                  </a:cubicBezTo>
                  <a:cubicBezTo>
                    <a:pt x="9244261" y="2934167"/>
                    <a:pt x="9235959" y="2901273"/>
                    <a:pt x="9227211" y="2868473"/>
                  </a:cubicBezTo>
                  <a:lnTo>
                    <a:pt x="9220699" y="2844426"/>
                  </a:lnTo>
                  <a:lnTo>
                    <a:pt x="9213740" y="2820191"/>
                  </a:lnTo>
                  <a:cubicBezTo>
                    <a:pt x="9209216" y="2804049"/>
                    <a:pt x="9204345" y="2787768"/>
                    <a:pt x="9199374" y="2771438"/>
                  </a:cubicBezTo>
                  <a:cubicBezTo>
                    <a:pt x="9159855" y="2641086"/>
                    <a:pt x="9114272" y="2512099"/>
                    <a:pt x="9061829" y="2385418"/>
                  </a:cubicBezTo>
                  <a:cubicBezTo>
                    <a:pt x="9035582" y="2322077"/>
                    <a:pt x="9008043" y="2259160"/>
                    <a:pt x="8978865" y="2196855"/>
                  </a:cubicBezTo>
                  <a:lnTo>
                    <a:pt x="8956694" y="2150219"/>
                  </a:lnTo>
                  <a:lnTo>
                    <a:pt x="8934176" y="2103914"/>
                  </a:lnTo>
                  <a:cubicBezTo>
                    <a:pt x="8918915" y="2073091"/>
                    <a:pt x="8903157" y="2042032"/>
                    <a:pt x="8887151" y="2011350"/>
                  </a:cubicBezTo>
                  <a:cubicBezTo>
                    <a:pt x="8854988" y="1949891"/>
                    <a:pt x="8822082" y="1888810"/>
                    <a:pt x="8787533" y="1828527"/>
                  </a:cubicBezTo>
                  <a:lnTo>
                    <a:pt x="8761485" y="1783398"/>
                  </a:lnTo>
                  <a:lnTo>
                    <a:pt x="8734791" y="1737893"/>
                  </a:lnTo>
                  <a:cubicBezTo>
                    <a:pt x="8717047" y="1707823"/>
                    <a:pt x="8699200" y="1678363"/>
                    <a:pt x="8680808" y="1648812"/>
                  </a:cubicBezTo>
                  <a:cubicBezTo>
                    <a:pt x="8644322" y="1589658"/>
                    <a:pt x="8606194" y="1531118"/>
                    <a:pt x="8567024" y="1472906"/>
                  </a:cubicBezTo>
                  <a:lnTo>
                    <a:pt x="8537446" y="1429330"/>
                  </a:lnTo>
                  <a:lnTo>
                    <a:pt x="8507423" y="1385896"/>
                  </a:lnTo>
                  <a:cubicBezTo>
                    <a:pt x="8487390" y="1357284"/>
                    <a:pt x="8467158" y="1328719"/>
                    <a:pt x="8446529" y="1300295"/>
                  </a:cubicBezTo>
                  <a:cubicBezTo>
                    <a:pt x="8405271" y="1243496"/>
                    <a:pt x="8362718" y="1187120"/>
                    <a:pt x="8319224" y="1131026"/>
                  </a:cubicBezTo>
                  <a:lnTo>
                    <a:pt x="8286366" y="1089050"/>
                  </a:lnTo>
                  <a:lnTo>
                    <a:pt x="8270161" y="1068439"/>
                  </a:lnTo>
                  <a:lnTo>
                    <a:pt x="8253856" y="1048156"/>
                  </a:lnTo>
                  <a:cubicBezTo>
                    <a:pt x="8231636" y="1020675"/>
                    <a:pt x="8209117" y="993381"/>
                    <a:pt x="8186352" y="966275"/>
                  </a:cubicBezTo>
                  <a:cubicBezTo>
                    <a:pt x="8140917" y="911922"/>
                    <a:pt x="8094240" y="858417"/>
                    <a:pt x="8046768" y="805429"/>
                  </a:cubicBezTo>
                  <a:lnTo>
                    <a:pt x="8010927" y="765853"/>
                  </a:lnTo>
                  <a:lnTo>
                    <a:pt x="7974788" y="726653"/>
                  </a:lnTo>
                  <a:cubicBezTo>
                    <a:pt x="7950382" y="700489"/>
                    <a:pt x="7925824" y="674465"/>
                    <a:pt x="7901070" y="648724"/>
                  </a:cubicBezTo>
                  <a:cubicBezTo>
                    <a:pt x="7851510" y="597289"/>
                    <a:pt x="7801404" y="546514"/>
                    <a:pt x="7750054" y="497008"/>
                  </a:cubicBezTo>
                  <a:cubicBezTo>
                    <a:pt x="7698902" y="447644"/>
                    <a:pt x="7645913" y="398938"/>
                    <a:pt x="7592277" y="351221"/>
                  </a:cubicBezTo>
                  <a:cubicBezTo>
                    <a:pt x="7484856" y="255786"/>
                    <a:pt x="7373308" y="164304"/>
                    <a:pt x="7257734" y="76964"/>
                  </a:cubicBezTo>
                  <a:close/>
                  <a:moveTo>
                    <a:pt x="1886601" y="0"/>
                  </a:moveTo>
                  <a:lnTo>
                    <a:pt x="2292926" y="0"/>
                  </a:lnTo>
                  <a:lnTo>
                    <a:pt x="2135542" y="117781"/>
                  </a:lnTo>
                  <a:cubicBezTo>
                    <a:pt x="2078998" y="162280"/>
                    <a:pt x="2023659" y="208045"/>
                    <a:pt x="1969576" y="254986"/>
                  </a:cubicBezTo>
                  <a:cubicBezTo>
                    <a:pt x="1861309" y="348820"/>
                    <a:pt x="1758064" y="447314"/>
                    <a:pt x="1659938" y="549855"/>
                  </a:cubicBezTo>
                  <a:cubicBezTo>
                    <a:pt x="1266987" y="960346"/>
                    <a:pt x="953820" y="1431495"/>
                    <a:pt x="729383" y="1936480"/>
                  </a:cubicBezTo>
                  <a:cubicBezTo>
                    <a:pt x="673260" y="2062362"/>
                    <a:pt x="622855" y="2190972"/>
                    <a:pt x="578465" y="2320807"/>
                  </a:cubicBezTo>
                  <a:cubicBezTo>
                    <a:pt x="534125" y="2450687"/>
                    <a:pt x="496147" y="2582216"/>
                    <a:pt x="465080" y="2714875"/>
                  </a:cubicBezTo>
                  <a:cubicBezTo>
                    <a:pt x="449769" y="2780991"/>
                    <a:pt x="435850" y="2848191"/>
                    <a:pt x="423820" y="2915436"/>
                  </a:cubicBezTo>
                  <a:cubicBezTo>
                    <a:pt x="411840" y="2982731"/>
                    <a:pt x="401054" y="3050260"/>
                    <a:pt x="392355" y="3118071"/>
                  </a:cubicBezTo>
                  <a:cubicBezTo>
                    <a:pt x="374509" y="3253646"/>
                    <a:pt x="363424" y="3389880"/>
                    <a:pt x="358801" y="3526915"/>
                  </a:cubicBezTo>
                  <a:cubicBezTo>
                    <a:pt x="349009" y="3800843"/>
                    <a:pt x="366357" y="4075570"/>
                    <a:pt x="410350" y="4348226"/>
                  </a:cubicBezTo>
                  <a:cubicBezTo>
                    <a:pt x="421286" y="4416132"/>
                    <a:pt x="434209" y="4483660"/>
                    <a:pt x="449022" y="4551049"/>
                  </a:cubicBezTo>
                  <a:cubicBezTo>
                    <a:pt x="463737" y="4618436"/>
                    <a:pt x="480389" y="4685588"/>
                    <a:pt x="498882" y="4752365"/>
                  </a:cubicBezTo>
                  <a:cubicBezTo>
                    <a:pt x="517373" y="4819141"/>
                    <a:pt x="537704" y="4885635"/>
                    <a:pt x="559775" y="4951657"/>
                  </a:cubicBezTo>
                  <a:cubicBezTo>
                    <a:pt x="581946" y="5017775"/>
                    <a:pt x="605358" y="5083375"/>
                    <a:pt x="631406" y="5147986"/>
                  </a:cubicBezTo>
                  <a:cubicBezTo>
                    <a:pt x="734055" y="5407608"/>
                    <a:pt x="865188" y="5658570"/>
                    <a:pt x="1023461" y="5893957"/>
                  </a:cubicBezTo>
                  <a:cubicBezTo>
                    <a:pt x="1181487" y="6129578"/>
                    <a:pt x="1367051" y="6349247"/>
                    <a:pt x="1575880" y="6547646"/>
                  </a:cubicBezTo>
                  <a:cubicBezTo>
                    <a:pt x="1680269" y="6646916"/>
                    <a:pt x="1790338" y="6740939"/>
                    <a:pt x="1905228" y="6829468"/>
                  </a:cubicBezTo>
                  <a:lnTo>
                    <a:pt x="1944230" y="6858000"/>
                  </a:lnTo>
                  <a:lnTo>
                    <a:pt x="1372541" y="6858000"/>
                  </a:lnTo>
                  <a:lnTo>
                    <a:pt x="1115251" y="6590005"/>
                  </a:lnTo>
                  <a:cubicBezTo>
                    <a:pt x="418530" y="5790792"/>
                    <a:pt x="0" y="4766182"/>
                    <a:pt x="0" y="3649031"/>
                  </a:cubicBezTo>
                  <a:cubicBezTo>
                    <a:pt x="0" y="2212695"/>
                    <a:pt x="691856" y="929334"/>
                    <a:pt x="1777294" y="81317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82B0ED5C-927D-4C5F-8F27-1B403820B9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3402" y="36937"/>
              <a:ext cx="9767847" cy="6858000"/>
            </a:xfrm>
            <a:custGeom>
              <a:avLst/>
              <a:gdLst>
                <a:gd name="connsiteX0" fmla="*/ 7145704 w 9767847"/>
                <a:gd name="connsiteY0" fmla="*/ 0 h 6858000"/>
                <a:gd name="connsiteX1" fmla="*/ 7875738 w 9767847"/>
                <a:gd name="connsiteY1" fmla="*/ 0 h 6858000"/>
                <a:gd name="connsiteX2" fmla="*/ 7990553 w 9767847"/>
                <a:gd name="connsiteY2" fmla="*/ 85415 h 6858000"/>
                <a:gd name="connsiteX3" fmla="*/ 9767847 w 9767847"/>
                <a:gd name="connsiteY3" fmla="*/ 3653129 h 6858000"/>
                <a:gd name="connsiteX4" fmla="*/ 8652597 w 9767847"/>
                <a:gd name="connsiteY4" fmla="*/ 6594103 h 6858000"/>
                <a:gd name="connsiteX5" fmla="*/ 8399240 w 9767847"/>
                <a:gd name="connsiteY5" fmla="*/ 6858000 h 6858000"/>
                <a:gd name="connsiteX6" fmla="*/ 6766926 w 9767847"/>
                <a:gd name="connsiteY6" fmla="*/ 6858000 h 6858000"/>
                <a:gd name="connsiteX7" fmla="*/ 6804586 w 9767847"/>
                <a:gd name="connsiteY7" fmla="*/ 6821201 h 6858000"/>
                <a:gd name="connsiteX8" fmla="*/ 6881735 w 9767847"/>
                <a:gd name="connsiteY8" fmla="*/ 6745295 h 6858000"/>
                <a:gd name="connsiteX9" fmla="*/ 6958883 w 9767847"/>
                <a:gd name="connsiteY9" fmla="*/ 6668920 h 6858000"/>
                <a:gd name="connsiteX10" fmla="*/ 7267925 w 9767847"/>
                <a:gd name="connsiteY10" fmla="*/ 6359792 h 6858000"/>
                <a:gd name="connsiteX11" fmla="*/ 7424360 w 9767847"/>
                <a:gd name="connsiteY11" fmla="*/ 6204783 h 6858000"/>
                <a:gd name="connsiteX12" fmla="*/ 7504938 w 9767847"/>
                <a:gd name="connsiteY12" fmla="*/ 6126806 h 6858000"/>
                <a:gd name="connsiteX13" fmla="*/ 7546396 w 9767847"/>
                <a:gd name="connsiteY13" fmla="*/ 6087795 h 6858000"/>
                <a:gd name="connsiteX14" fmla="*/ 7588002 w 9767847"/>
                <a:gd name="connsiteY14" fmla="*/ 6049630 h 6858000"/>
                <a:gd name="connsiteX15" fmla="*/ 7631000 w 9767847"/>
                <a:gd name="connsiteY15" fmla="*/ 6010807 h 6858000"/>
                <a:gd name="connsiteX16" fmla="*/ 7675440 w 9767847"/>
                <a:gd name="connsiteY16" fmla="*/ 5972407 h 6858000"/>
                <a:gd name="connsiteX17" fmla="*/ 7720626 w 9767847"/>
                <a:gd name="connsiteY17" fmla="*/ 5934949 h 6858000"/>
                <a:gd name="connsiteX18" fmla="*/ 7766458 w 9767847"/>
                <a:gd name="connsiteY18" fmla="*/ 5898432 h 6858000"/>
                <a:gd name="connsiteX19" fmla="*/ 7955254 w 9767847"/>
                <a:gd name="connsiteY19" fmla="*/ 5760926 h 6858000"/>
                <a:gd name="connsiteX20" fmla="*/ 8352678 w 9767847"/>
                <a:gd name="connsiteY20" fmla="*/ 5521728 h 6858000"/>
                <a:gd name="connsiteX21" fmla="*/ 8451350 w 9767847"/>
                <a:gd name="connsiteY21" fmla="*/ 5469352 h 6858000"/>
                <a:gd name="connsiteX22" fmla="*/ 8548532 w 9767847"/>
                <a:gd name="connsiteY22" fmla="*/ 5417493 h 6858000"/>
                <a:gd name="connsiteX23" fmla="*/ 8729473 w 9767847"/>
                <a:gd name="connsiteY23" fmla="*/ 5314059 h 6858000"/>
                <a:gd name="connsiteX24" fmla="*/ 8770781 w 9767847"/>
                <a:gd name="connsiteY24" fmla="*/ 5287330 h 6858000"/>
                <a:gd name="connsiteX25" fmla="*/ 8790964 w 9767847"/>
                <a:gd name="connsiteY25" fmla="*/ 5273590 h 6858000"/>
                <a:gd name="connsiteX26" fmla="*/ 8810499 w 9767847"/>
                <a:gd name="connsiteY26" fmla="*/ 5259801 h 6858000"/>
                <a:gd name="connsiteX27" fmla="*/ 8883571 w 9767847"/>
                <a:gd name="connsiteY27" fmla="*/ 5202577 h 6858000"/>
                <a:gd name="connsiteX28" fmla="*/ 9006651 w 9767847"/>
                <a:gd name="connsiteY28" fmla="*/ 5074625 h 6858000"/>
                <a:gd name="connsiteX29" fmla="*/ 9033494 w 9767847"/>
                <a:gd name="connsiteY29" fmla="*/ 5038203 h 6858000"/>
                <a:gd name="connsiteX30" fmla="*/ 9040305 w 9767847"/>
                <a:gd name="connsiteY30" fmla="*/ 5028649 h 6858000"/>
                <a:gd name="connsiteX31" fmla="*/ 9046568 w 9767847"/>
                <a:gd name="connsiteY31" fmla="*/ 5019379 h 6858000"/>
                <a:gd name="connsiteX32" fmla="*/ 9058846 w 9767847"/>
                <a:gd name="connsiteY32" fmla="*/ 5000743 h 6858000"/>
                <a:gd name="connsiteX33" fmla="*/ 9104529 w 9767847"/>
                <a:gd name="connsiteY33" fmla="*/ 4922203 h 6858000"/>
                <a:gd name="connsiteX34" fmla="*/ 9181081 w 9767847"/>
                <a:gd name="connsiteY34" fmla="*/ 4748792 h 6858000"/>
                <a:gd name="connsiteX35" fmla="*/ 9240731 w 9767847"/>
                <a:gd name="connsiteY35" fmla="*/ 4561970 h 6858000"/>
                <a:gd name="connsiteX36" fmla="*/ 9265388 w 9767847"/>
                <a:gd name="connsiteY36" fmla="*/ 4465171 h 6858000"/>
                <a:gd name="connsiteX37" fmla="*/ 9276571 w 9767847"/>
                <a:gd name="connsiteY37" fmla="*/ 4416041 h 6858000"/>
                <a:gd name="connsiteX38" fmla="*/ 9281841 w 9767847"/>
                <a:gd name="connsiteY38" fmla="*/ 4391477 h 6858000"/>
                <a:gd name="connsiteX39" fmla="*/ 9286513 w 9767847"/>
                <a:gd name="connsiteY39" fmla="*/ 4368936 h 6858000"/>
                <a:gd name="connsiteX40" fmla="*/ 9296754 w 9767847"/>
                <a:gd name="connsiteY40" fmla="*/ 4316136 h 6858000"/>
                <a:gd name="connsiteX41" fmla="*/ 9301029 w 9767847"/>
                <a:gd name="connsiteY41" fmla="*/ 4293172 h 6858000"/>
                <a:gd name="connsiteX42" fmla="*/ 9302818 w 9767847"/>
                <a:gd name="connsiteY42" fmla="*/ 4282679 h 6858000"/>
                <a:gd name="connsiteX43" fmla="*/ 9304658 w 9767847"/>
                <a:gd name="connsiteY43" fmla="*/ 4270914 h 6858000"/>
                <a:gd name="connsiteX44" fmla="*/ 9312810 w 9767847"/>
                <a:gd name="connsiteY44" fmla="*/ 4220043 h 6858000"/>
                <a:gd name="connsiteX45" fmla="*/ 9316887 w 9767847"/>
                <a:gd name="connsiteY45" fmla="*/ 4194584 h 6858000"/>
                <a:gd name="connsiteX46" fmla="*/ 9318923 w 9767847"/>
                <a:gd name="connsiteY46" fmla="*/ 4181878 h 6858000"/>
                <a:gd name="connsiteX47" fmla="*/ 9320515 w 9767847"/>
                <a:gd name="connsiteY47" fmla="*/ 4168984 h 6858000"/>
                <a:gd name="connsiteX48" fmla="*/ 9332445 w 9767847"/>
                <a:gd name="connsiteY48" fmla="*/ 4069079 h 6858000"/>
                <a:gd name="connsiteX49" fmla="*/ 9336173 w 9767847"/>
                <a:gd name="connsiteY49" fmla="*/ 4022774 h 6858000"/>
                <a:gd name="connsiteX50" fmla="*/ 9340199 w 9767847"/>
                <a:gd name="connsiteY50" fmla="*/ 3969269 h 6858000"/>
                <a:gd name="connsiteX51" fmla="*/ 9347557 w 9767847"/>
                <a:gd name="connsiteY51" fmla="*/ 3770070 h 6858000"/>
                <a:gd name="connsiteX52" fmla="*/ 9346364 w 9767847"/>
                <a:gd name="connsiteY52" fmla="*/ 3669036 h 6858000"/>
                <a:gd name="connsiteX53" fmla="*/ 9344921 w 9767847"/>
                <a:gd name="connsiteY53" fmla="*/ 3619341 h 6858000"/>
                <a:gd name="connsiteX54" fmla="*/ 9344524 w 9767847"/>
                <a:gd name="connsiteY54" fmla="*/ 3607624 h 6858000"/>
                <a:gd name="connsiteX55" fmla="*/ 9343728 w 9767847"/>
                <a:gd name="connsiteY55" fmla="*/ 3594872 h 6858000"/>
                <a:gd name="connsiteX56" fmla="*/ 9342188 w 9767847"/>
                <a:gd name="connsiteY56" fmla="*/ 3569366 h 6858000"/>
                <a:gd name="connsiteX57" fmla="*/ 9339056 w 9767847"/>
                <a:gd name="connsiteY57" fmla="*/ 3518354 h 6858000"/>
                <a:gd name="connsiteX58" fmla="*/ 9334334 w 9767847"/>
                <a:gd name="connsiteY58" fmla="*/ 3467155 h 6858000"/>
                <a:gd name="connsiteX59" fmla="*/ 9329363 w 9767847"/>
                <a:gd name="connsiteY59" fmla="*/ 3415908 h 6858000"/>
                <a:gd name="connsiteX60" fmla="*/ 9328319 w 9767847"/>
                <a:gd name="connsiteY60" fmla="*/ 3404755 h 6858000"/>
                <a:gd name="connsiteX61" fmla="*/ 9327177 w 9767847"/>
                <a:gd name="connsiteY61" fmla="*/ 3394214 h 6858000"/>
                <a:gd name="connsiteX62" fmla="*/ 9324293 w 9767847"/>
                <a:gd name="connsiteY62" fmla="*/ 3370872 h 6858000"/>
                <a:gd name="connsiteX63" fmla="*/ 9320763 w 9767847"/>
                <a:gd name="connsiteY63" fmla="*/ 3344427 h 6858000"/>
                <a:gd name="connsiteX64" fmla="*/ 9317184 w 9767847"/>
                <a:gd name="connsiteY64" fmla="*/ 3315343 h 6858000"/>
                <a:gd name="connsiteX65" fmla="*/ 9311021 w 9767847"/>
                <a:gd name="connsiteY65" fmla="*/ 3270309 h 6858000"/>
                <a:gd name="connsiteX66" fmla="*/ 9302719 w 9767847"/>
                <a:gd name="connsiteY66" fmla="*/ 3219815 h 6858000"/>
                <a:gd name="connsiteX67" fmla="*/ 9293970 w 9767847"/>
                <a:gd name="connsiteY67" fmla="*/ 3169887 h 6858000"/>
                <a:gd name="connsiteX68" fmla="*/ 9252065 w 9767847"/>
                <a:gd name="connsiteY68" fmla="*/ 2971205 h 6858000"/>
                <a:gd name="connsiteX69" fmla="*/ 9227211 w 9767847"/>
                <a:gd name="connsiteY69" fmla="*/ 2872571 h 6858000"/>
                <a:gd name="connsiteX70" fmla="*/ 9220699 w 9767847"/>
                <a:gd name="connsiteY70" fmla="*/ 2848524 h 6858000"/>
                <a:gd name="connsiteX71" fmla="*/ 9213740 w 9767847"/>
                <a:gd name="connsiteY71" fmla="*/ 2824289 h 6858000"/>
                <a:gd name="connsiteX72" fmla="*/ 9199374 w 9767847"/>
                <a:gd name="connsiteY72" fmla="*/ 2775536 h 6858000"/>
                <a:gd name="connsiteX73" fmla="*/ 9061829 w 9767847"/>
                <a:gd name="connsiteY73" fmla="*/ 2389515 h 6858000"/>
                <a:gd name="connsiteX74" fmla="*/ 8978865 w 9767847"/>
                <a:gd name="connsiteY74" fmla="*/ 2200953 h 6858000"/>
                <a:gd name="connsiteX75" fmla="*/ 8956694 w 9767847"/>
                <a:gd name="connsiteY75" fmla="*/ 2154317 h 6858000"/>
                <a:gd name="connsiteX76" fmla="*/ 8934176 w 9767847"/>
                <a:gd name="connsiteY76" fmla="*/ 2108012 h 6858000"/>
                <a:gd name="connsiteX77" fmla="*/ 8887151 w 9767847"/>
                <a:gd name="connsiteY77" fmla="*/ 2015448 h 6858000"/>
                <a:gd name="connsiteX78" fmla="*/ 8787533 w 9767847"/>
                <a:gd name="connsiteY78" fmla="*/ 1832625 h 6858000"/>
                <a:gd name="connsiteX79" fmla="*/ 8761485 w 9767847"/>
                <a:gd name="connsiteY79" fmla="*/ 1787496 h 6858000"/>
                <a:gd name="connsiteX80" fmla="*/ 8734791 w 9767847"/>
                <a:gd name="connsiteY80" fmla="*/ 1741991 h 6858000"/>
                <a:gd name="connsiteX81" fmla="*/ 8680808 w 9767847"/>
                <a:gd name="connsiteY81" fmla="*/ 1652910 h 6858000"/>
                <a:gd name="connsiteX82" fmla="*/ 8567024 w 9767847"/>
                <a:gd name="connsiteY82" fmla="*/ 1477004 h 6858000"/>
                <a:gd name="connsiteX83" fmla="*/ 8537446 w 9767847"/>
                <a:gd name="connsiteY83" fmla="*/ 1433428 h 6858000"/>
                <a:gd name="connsiteX84" fmla="*/ 8507423 w 9767847"/>
                <a:gd name="connsiteY84" fmla="*/ 1389994 h 6858000"/>
                <a:gd name="connsiteX85" fmla="*/ 8446529 w 9767847"/>
                <a:gd name="connsiteY85" fmla="*/ 1304393 h 6858000"/>
                <a:gd name="connsiteX86" fmla="*/ 8319224 w 9767847"/>
                <a:gd name="connsiteY86" fmla="*/ 1135124 h 6858000"/>
                <a:gd name="connsiteX87" fmla="*/ 8286366 w 9767847"/>
                <a:gd name="connsiteY87" fmla="*/ 1093148 h 6858000"/>
                <a:gd name="connsiteX88" fmla="*/ 8270161 w 9767847"/>
                <a:gd name="connsiteY88" fmla="*/ 1072538 h 6858000"/>
                <a:gd name="connsiteX89" fmla="*/ 8253856 w 9767847"/>
                <a:gd name="connsiteY89" fmla="*/ 1052254 h 6858000"/>
                <a:gd name="connsiteX90" fmla="*/ 8186352 w 9767847"/>
                <a:gd name="connsiteY90" fmla="*/ 970373 h 6858000"/>
                <a:gd name="connsiteX91" fmla="*/ 8046768 w 9767847"/>
                <a:gd name="connsiteY91" fmla="*/ 809527 h 6858000"/>
                <a:gd name="connsiteX92" fmla="*/ 8010927 w 9767847"/>
                <a:gd name="connsiteY92" fmla="*/ 769951 h 6858000"/>
                <a:gd name="connsiteX93" fmla="*/ 7974788 w 9767847"/>
                <a:gd name="connsiteY93" fmla="*/ 730751 h 6858000"/>
                <a:gd name="connsiteX94" fmla="*/ 7901070 w 9767847"/>
                <a:gd name="connsiteY94" fmla="*/ 652823 h 6858000"/>
                <a:gd name="connsiteX95" fmla="*/ 7750054 w 9767847"/>
                <a:gd name="connsiteY95" fmla="*/ 501106 h 6858000"/>
                <a:gd name="connsiteX96" fmla="*/ 7592277 w 9767847"/>
                <a:gd name="connsiteY96" fmla="*/ 355319 h 6858000"/>
                <a:gd name="connsiteX97" fmla="*/ 7257734 w 9767847"/>
                <a:gd name="connsiteY97" fmla="*/ 81062 h 6858000"/>
                <a:gd name="connsiteX98" fmla="*/ 1892109 w 9767847"/>
                <a:gd name="connsiteY98" fmla="*/ 0 h 6858000"/>
                <a:gd name="connsiteX99" fmla="*/ 2298402 w 9767847"/>
                <a:gd name="connsiteY99" fmla="*/ 0 h 6858000"/>
                <a:gd name="connsiteX100" fmla="*/ 2135542 w 9767847"/>
                <a:gd name="connsiteY100" fmla="*/ 121879 h 6858000"/>
                <a:gd name="connsiteX101" fmla="*/ 1969576 w 9767847"/>
                <a:gd name="connsiteY101" fmla="*/ 259084 h 6858000"/>
                <a:gd name="connsiteX102" fmla="*/ 1659938 w 9767847"/>
                <a:gd name="connsiteY102" fmla="*/ 553953 h 6858000"/>
                <a:gd name="connsiteX103" fmla="*/ 729383 w 9767847"/>
                <a:gd name="connsiteY103" fmla="*/ 1940578 h 6858000"/>
                <a:gd name="connsiteX104" fmla="*/ 578465 w 9767847"/>
                <a:gd name="connsiteY104" fmla="*/ 2324905 h 6858000"/>
                <a:gd name="connsiteX105" fmla="*/ 465080 w 9767847"/>
                <a:gd name="connsiteY105" fmla="*/ 2718973 h 6858000"/>
                <a:gd name="connsiteX106" fmla="*/ 423820 w 9767847"/>
                <a:gd name="connsiteY106" fmla="*/ 2919535 h 6858000"/>
                <a:gd name="connsiteX107" fmla="*/ 392355 w 9767847"/>
                <a:gd name="connsiteY107" fmla="*/ 3122169 h 6858000"/>
                <a:gd name="connsiteX108" fmla="*/ 358801 w 9767847"/>
                <a:gd name="connsiteY108" fmla="*/ 3531013 h 6858000"/>
                <a:gd name="connsiteX109" fmla="*/ 410350 w 9767847"/>
                <a:gd name="connsiteY109" fmla="*/ 4352324 h 6858000"/>
                <a:gd name="connsiteX110" fmla="*/ 449022 w 9767847"/>
                <a:gd name="connsiteY110" fmla="*/ 4555147 h 6858000"/>
                <a:gd name="connsiteX111" fmla="*/ 498882 w 9767847"/>
                <a:gd name="connsiteY111" fmla="*/ 4756463 h 6858000"/>
                <a:gd name="connsiteX112" fmla="*/ 559775 w 9767847"/>
                <a:gd name="connsiteY112" fmla="*/ 4955755 h 6858000"/>
                <a:gd name="connsiteX113" fmla="*/ 631406 w 9767847"/>
                <a:gd name="connsiteY113" fmla="*/ 5152084 h 6858000"/>
                <a:gd name="connsiteX114" fmla="*/ 1023461 w 9767847"/>
                <a:gd name="connsiteY114" fmla="*/ 5898055 h 6858000"/>
                <a:gd name="connsiteX115" fmla="*/ 1575880 w 9767847"/>
                <a:gd name="connsiteY115" fmla="*/ 6551744 h 6858000"/>
                <a:gd name="connsiteX116" fmla="*/ 1905228 w 9767847"/>
                <a:gd name="connsiteY116" fmla="*/ 6833566 h 6858000"/>
                <a:gd name="connsiteX117" fmla="*/ 1938629 w 9767847"/>
                <a:gd name="connsiteY117" fmla="*/ 6858000 h 6858000"/>
                <a:gd name="connsiteX118" fmla="*/ 1368607 w 9767847"/>
                <a:gd name="connsiteY118" fmla="*/ 6858000 h 6858000"/>
                <a:gd name="connsiteX119" fmla="*/ 1115251 w 9767847"/>
                <a:gd name="connsiteY119" fmla="*/ 6594103 h 6858000"/>
                <a:gd name="connsiteX120" fmla="*/ 0 w 9767847"/>
                <a:gd name="connsiteY120" fmla="*/ 3653129 h 6858000"/>
                <a:gd name="connsiteX121" fmla="*/ 1777294 w 9767847"/>
                <a:gd name="connsiteY121" fmla="*/ 85415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</a:cxnLst>
              <a:rect l="l" t="t" r="r" b="b"/>
              <a:pathLst>
                <a:path w="9767847" h="6858000">
                  <a:moveTo>
                    <a:pt x="7145704" y="0"/>
                  </a:moveTo>
                  <a:lnTo>
                    <a:pt x="7875738" y="0"/>
                  </a:lnTo>
                  <a:lnTo>
                    <a:pt x="7990553" y="85415"/>
                  </a:lnTo>
                  <a:cubicBezTo>
                    <a:pt x="9075991" y="933432"/>
                    <a:pt x="9767847" y="2216793"/>
                    <a:pt x="9767847" y="3653129"/>
                  </a:cubicBezTo>
                  <a:cubicBezTo>
                    <a:pt x="9767847" y="4770280"/>
                    <a:pt x="9349317" y="5794890"/>
                    <a:pt x="8652597" y="6594103"/>
                  </a:cubicBezTo>
                  <a:lnTo>
                    <a:pt x="8399240" y="6858000"/>
                  </a:lnTo>
                  <a:lnTo>
                    <a:pt x="6766926" y="6858000"/>
                  </a:lnTo>
                  <a:lnTo>
                    <a:pt x="6804586" y="6821201"/>
                  </a:lnTo>
                  <a:lnTo>
                    <a:pt x="6881735" y="6745295"/>
                  </a:lnTo>
                  <a:cubicBezTo>
                    <a:pt x="6907435" y="6719979"/>
                    <a:pt x="6933134" y="6694896"/>
                    <a:pt x="6958883" y="6668920"/>
                  </a:cubicBezTo>
                  <a:lnTo>
                    <a:pt x="7267925" y="6359792"/>
                  </a:lnTo>
                  <a:lnTo>
                    <a:pt x="7424360" y="6204783"/>
                  </a:lnTo>
                  <a:cubicBezTo>
                    <a:pt x="7450754" y="6178900"/>
                    <a:pt x="7477598" y="6152829"/>
                    <a:pt x="7504938" y="6126806"/>
                  </a:cubicBezTo>
                  <a:lnTo>
                    <a:pt x="7546396" y="6087795"/>
                  </a:lnTo>
                  <a:cubicBezTo>
                    <a:pt x="7560264" y="6074901"/>
                    <a:pt x="7574780" y="6061630"/>
                    <a:pt x="7588002" y="6049630"/>
                  </a:cubicBezTo>
                  <a:lnTo>
                    <a:pt x="7631000" y="6010807"/>
                  </a:lnTo>
                  <a:lnTo>
                    <a:pt x="7675440" y="5972407"/>
                  </a:lnTo>
                  <a:cubicBezTo>
                    <a:pt x="7690404" y="5959796"/>
                    <a:pt x="7705564" y="5947419"/>
                    <a:pt x="7720626" y="5934949"/>
                  </a:cubicBezTo>
                  <a:cubicBezTo>
                    <a:pt x="7735738" y="5922525"/>
                    <a:pt x="7751197" y="5910619"/>
                    <a:pt x="7766458" y="5898432"/>
                  </a:cubicBezTo>
                  <a:cubicBezTo>
                    <a:pt x="7827949" y="5850290"/>
                    <a:pt x="7890979" y="5804597"/>
                    <a:pt x="7955254" y="5760926"/>
                  </a:cubicBezTo>
                  <a:cubicBezTo>
                    <a:pt x="8083800" y="5673632"/>
                    <a:pt x="8216872" y="5594434"/>
                    <a:pt x="8352678" y="5521728"/>
                  </a:cubicBezTo>
                  <a:lnTo>
                    <a:pt x="8451350" y="5469352"/>
                  </a:lnTo>
                  <a:lnTo>
                    <a:pt x="8548532" y="5417493"/>
                  </a:lnTo>
                  <a:cubicBezTo>
                    <a:pt x="8612110" y="5383188"/>
                    <a:pt x="8673251" y="5349306"/>
                    <a:pt x="8729473" y="5314059"/>
                  </a:cubicBezTo>
                  <a:cubicBezTo>
                    <a:pt x="8743591" y="5305213"/>
                    <a:pt x="8757161" y="5296459"/>
                    <a:pt x="8770781" y="5287330"/>
                  </a:cubicBezTo>
                  <a:cubicBezTo>
                    <a:pt x="8777591" y="5282765"/>
                    <a:pt x="8784451" y="5278201"/>
                    <a:pt x="8790964" y="5273590"/>
                  </a:cubicBezTo>
                  <a:cubicBezTo>
                    <a:pt x="8797574" y="5268977"/>
                    <a:pt x="8804235" y="5264412"/>
                    <a:pt x="8810499" y="5259801"/>
                  </a:cubicBezTo>
                  <a:cubicBezTo>
                    <a:pt x="8835999" y="5241401"/>
                    <a:pt x="8860407" y="5222389"/>
                    <a:pt x="8883571" y="5202577"/>
                  </a:cubicBezTo>
                  <a:cubicBezTo>
                    <a:pt x="8929900" y="5162954"/>
                    <a:pt x="8971258" y="5120413"/>
                    <a:pt x="9006651" y="5074625"/>
                  </a:cubicBezTo>
                  <a:cubicBezTo>
                    <a:pt x="9015351" y="5063426"/>
                    <a:pt x="9024398" y="5050955"/>
                    <a:pt x="9033494" y="5038203"/>
                  </a:cubicBezTo>
                  <a:lnTo>
                    <a:pt x="9040305" y="5028649"/>
                  </a:lnTo>
                  <a:lnTo>
                    <a:pt x="9046568" y="5019379"/>
                  </a:lnTo>
                  <a:cubicBezTo>
                    <a:pt x="9050743" y="5013261"/>
                    <a:pt x="9054819" y="5007050"/>
                    <a:pt x="9058846" y="5000743"/>
                  </a:cubicBezTo>
                  <a:cubicBezTo>
                    <a:pt x="9075002" y="4975615"/>
                    <a:pt x="9090212" y="4949403"/>
                    <a:pt x="9104529" y="4922203"/>
                  </a:cubicBezTo>
                  <a:cubicBezTo>
                    <a:pt x="9133211" y="4867850"/>
                    <a:pt x="9158313" y="4809545"/>
                    <a:pt x="9181081" y="4748792"/>
                  </a:cubicBezTo>
                  <a:cubicBezTo>
                    <a:pt x="9203748" y="4688276"/>
                    <a:pt x="9223383" y="4625876"/>
                    <a:pt x="9240731" y="4561970"/>
                  </a:cubicBezTo>
                  <a:cubicBezTo>
                    <a:pt x="9249481" y="4530064"/>
                    <a:pt x="9257682" y="4497782"/>
                    <a:pt x="9265388" y="4465171"/>
                  </a:cubicBezTo>
                  <a:cubicBezTo>
                    <a:pt x="9269215" y="4448842"/>
                    <a:pt x="9272943" y="4432465"/>
                    <a:pt x="9276571" y="4416041"/>
                  </a:cubicBezTo>
                  <a:lnTo>
                    <a:pt x="9281841" y="4391477"/>
                  </a:lnTo>
                  <a:lnTo>
                    <a:pt x="9286513" y="4368936"/>
                  </a:lnTo>
                  <a:lnTo>
                    <a:pt x="9296754" y="4316136"/>
                  </a:lnTo>
                  <a:lnTo>
                    <a:pt x="9301029" y="4293172"/>
                  </a:lnTo>
                  <a:lnTo>
                    <a:pt x="9302818" y="4282679"/>
                  </a:lnTo>
                  <a:lnTo>
                    <a:pt x="9304658" y="4270914"/>
                  </a:lnTo>
                  <a:lnTo>
                    <a:pt x="9312810" y="4220043"/>
                  </a:lnTo>
                  <a:lnTo>
                    <a:pt x="9316887" y="4194584"/>
                  </a:lnTo>
                  <a:lnTo>
                    <a:pt x="9318923" y="4181878"/>
                  </a:lnTo>
                  <a:cubicBezTo>
                    <a:pt x="9319570" y="4177644"/>
                    <a:pt x="9319969" y="4173267"/>
                    <a:pt x="9320515" y="4168984"/>
                  </a:cubicBezTo>
                  <a:lnTo>
                    <a:pt x="9332445" y="4069079"/>
                  </a:lnTo>
                  <a:cubicBezTo>
                    <a:pt x="9333836" y="4056468"/>
                    <a:pt x="9334880" y="4040986"/>
                    <a:pt x="9336173" y="4022774"/>
                  </a:cubicBezTo>
                  <a:lnTo>
                    <a:pt x="9340199" y="3969269"/>
                  </a:lnTo>
                  <a:cubicBezTo>
                    <a:pt x="9345071" y="3903904"/>
                    <a:pt x="9347358" y="3837081"/>
                    <a:pt x="9347557" y="3770070"/>
                  </a:cubicBezTo>
                  <a:cubicBezTo>
                    <a:pt x="9347656" y="3736518"/>
                    <a:pt x="9347209" y="3702871"/>
                    <a:pt x="9346364" y="3669036"/>
                  </a:cubicBezTo>
                  <a:lnTo>
                    <a:pt x="9344921" y="3619341"/>
                  </a:lnTo>
                  <a:lnTo>
                    <a:pt x="9344524" y="3607624"/>
                  </a:lnTo>
                  <a:lnTo>
                    <a:pt x="9343728" y="3594872"/>
                  </a:lnTo>
                  <a:lnTo>
                    <a:pt x="9342188" y="3569366"/>
                  </a:lnTo>
                  <a:lnTo>
                    <a:pt x="9339056" y="3518354"/>
                  </a:lnTo>
                  <a:cubicBezTo>
                    <a:pt x="9337914" y="3501319"/>
                    <a:pt x="9335874" y="3484236"/>
                    <a:pt x="9334334" y="3467155"/>
                  </a:cubicBezTo>
                  <a:lnTo>
                    <a:pt x="9329363" y="3415908"/>
                  </a:lnTo>
                  <a:lnTo>
                    <a:pt x="9328319" y="3404755"/>
                  </a:lnTo>
                  <a:lnTo>
                    <a:pt x="9327177" y="3394214"/>
                  </a:lnTo>
                  <a:lnTo>
                    <a:pt x="9324293" y="3370872"/>
                  </a:lnTo>
                  <a:lnTo>
                    <a:pt x="9320763" y="3344427"/>
                  </a:lnTo>
                  <a:lnTo>
                    <a:pt x="9317184" y="3315343"/>
                  </a:lnTo>
                  <a:cubicBezTo>
                    <a:pt x="9315594" y="3300991"/>
                    <a:pt x="9313506" y="3286404"/>
                    <a:pt x="9311021" y="3270309"/>
                  </a:cubicBezTo>
                  <a:lnTo>
                    <a:pt x="9302719" y="3219815"/>
                  </a:lnTo>
                  <a:cubicBezTo>
                    <a:pt x="9299936" y="3203157"/>
                    <a:pt x="9297003" y="3186498"/>
                    <a:pt x="9293970" y="3169887"/>
                  </a:cubicBezTo>
                  <a:cubicBezTo>
                    <a:pt x="9281891" y="3103393"/>
                    <a:pt x="9267674" y="3037182"/>
                    <a:pt x="9252065" y="2971205"/>
                  </a:cubicBezTo>
                  <a:cubicBezTo>
                    <a:pt x="9244261" y="2938265"/>
                    <a:pt x="9235959" y="2905371"/>
                    <a:pt x="9227211" y="2872571"/>
                  </a:cubicBezTo>
                  <a:lnTo>
                    <a:pt x="9220699" y="2848524"/>
                  </a:lnTo>
                  <a:lnTo>
                    <a:pt x="9213740" y="2824289"/>
                  </a:lnTo>
                  <a:cubicBezTo>
                    <a:pt x="9209216" y="2808147"/>
                    <a:pt x="9204345" y="2791866"/>
                    <a:pt x="9199374" y="2775536"/>
                  </a:cubicBezTo>
                  <a:cubicBezTo>
                    <a:pt x="9159855" y="2645184"/>
                    <a:pt x="9114272" y="2516197"/>
                    <a:pt x="9061829" y="2389515"/>
                  </a:cubicBezTo>
                  <a:cubicBezTo>
                    <a:pt x="9035582" y="2326175"/>
                    <a:pt x="9008043" y="2263258"/>
                    <a:pt x="8978865" y="2200953"/>
                  </a:cubicBezTo>
                  <a:lnTo>
                    <a:pt x="8956694" y="2154317"/>
                  </a:lnTo>
                  <a:lnTo>
                    <a:pt x="8934176" y="2108012"/>
                  </a:lnTo>
                  <a:cubicBezTo>
                    <a:pt x="8918915" y="2077189"/>
                    <a:pt x="8903157" y="2046130"/>
                    <a:pt x="8887151" y="2015448"/>
                  </a:cubicBezTo>
                  <a:cubicBezTo>
                    <a:pt x="8854988" y="1953989"/>
                    <a:pt x="8822082" y="1892908"/>
                    <a:pt x="8787533" y="1832625"/>
                  </a:cubicBezTo>
                  <a:lnTo>
                    <a:pt x="8761485" y="1787496"/>
                  </a:lnTo>
                  <a:lnTo>
                    <a:pt x="8734791" y="1741991"/>
                  </a:lnTo>
                  <a:cubicBezTo>
                    <a:pt x="8717047" y="1711921"/>
                    <a:pt x="8699200" y="1682461"/>
                    <a:pt x="8680808" y="1652910"/>
                  </a:cubicBezTo>
                  <a:cubicBezTo>
                    <a:pt x="8644322" y="1593756"/>
                    <a:pt x="8606194" y="1535216"/>
                    <a:pt x="8567024" y="1477004"/>
                  </a:cubicBezTo>
                  <a:lnTo>
                    <a:pt x="8537446" y="1433428"/>
                  </a:lnTo>
                  <a:lnTo>
                    <a:pt x="8507423" y="1389994"/>
                  </a:lnTo>
                  <a:cubicBezTo>
                    <a:pt x="8487390" y="1361382"/>
                    <a:pt x="8467158" y="1332817"/>
                    <a:pt x="8446529" y="1304393"/>
                  </a:cubicBezTo>
                  <a:cubicBezTo>
                    <a:pt x="8405271" y="1247595"/>
                    <a:pt x="8362718" y="1191218"/>
                    <a:pt x="8319224" y="1135124"/>
                  </a:cubicBezTo>
                  <a:lnTo>
                    <a:pt x="8286366" y="1093148"/>
                  </a:lnTo>
                  <a:lnTo>
                    <a:pt x="8270161" y="1072538"/>
                  </a:lnTo>
                  <a:lnTo>
                    <a:pt x="8253856" y="1052254"/>
                  </a:lnTo>
                  <a:cubicBezTo>
                    <a:pt x="8231636" y="1024773"/>
                    <a:pt x="8209117" y="997479"/>
                    <a:pt x="8186352" y="970373"/>
                  </a:cubicBezTo>
                  <a:cubicBezTo>
                    <a:pt x="8140917" y="916020"/>
                    <a:pt x="8094240" y="862515"/>
                    <a:pt x="8046768" y="809527"/>
                  </a:cubicBezTo>
                  <a:lnTo>
                    <a:pt x="8010927" y="769951"/>
                  </a:lnTo>
                  <a:lnTo>
                    <a:pt x="7974788" y="730751"/>
                  </a:lnTo>
                  <a:cubicBezTo>
                    <a:pt x="7950382" y="704587"/>
                    <a:pt x="7925824" y="678563"/>
                    <a:pt x="7901070" y="652823"/>
                  </a:cubicBezTo>
                  <a:cubicBezTo>
                    <a:pt x="7851510" y="601387"/>
                    <a:pt x="7801404" y="550612"/>
                    <a:pt x="7750054" y="501106"/>
                  </a:cubicBezTo>
                  <a:cubicBezTo>
                    <a:pt x="7698902" y="451742"/>
                    <a:pt x="7645913" y="403036"/>
                    <a:pt x="7592277" y="355319"/>
                  </a:cubicBezTo>
                  <a:cubicBezTo>
                    <a:pt x="7484856" y="259884"/>
                    <a:pt x="7373308" y="168402"/>
                    <a:pt x="7257734" y="81062"/>
                  </a:cubicBezTo>
                  <a:close/>
                  <a:moveTo>
                    <a:pt x="1892109" y="0"/>
                  </a:moveTo>
                  <a:lnTo>
                    <a:pt x="2298402" y="0"/>
                  </a:lnTo>
                  <a:lnTo>
                    <a:pt x="2135542" y="121879"/>
                  </a:lnTo>
                  <a:cubicBezTo>
                    <a:pt x="2078998" y="166378"/>
                    <a:pt x="2023659" y="212143"/>
                    <a:pt x="1969576" y="259084"/>
                  </a:cubicBezTo>
                  <a:cubicBezTo>
                    <a:pt x="1861309" y="352918"/>
                    <a:pt x="1758064" y="451412"/>
                    <a:pt x="1659938" y="553953"/>
                  </a:cubicBezTo>
                  <a:cubicBezTo>
                    <a:pt x="1266987" y="964444"/>
                    <a:pt x="953820" y="1435593"/>
                    <a:pt x="729383" y="1940578"/>
                  </a:cubicBezTo>
                  <a:cubicBezTo>
                    <a:pt x="673260" y="2066459"/>
                    <a:pt x="622855" y="2195070"/>
                    <a:pt x="578465" y="2324905"/>
                  </a:cubicBezTo>
                  <a:cubicBezTo>
                    <a:pt x="534125" y="2454785"/>
                    <a:pt x="496147" y="2586314"/>
                    <a:pt x="465080" y="2718973"/>
                  </a:cubicBezTo>
                  <a:cubicBezTo>
                    <a:pt x="449769" y="2785089"/>
                    <a:pt x="435850" y="2852289"/>
                    <a:pt x="423820" y="2919535"/>
                  </a:cubicBezTo>
                  <a:cubicBezTo>
                    <a:pt x="411840" y="2986829"/>
                    <a:pt x="401054" y="3054358"/>
                    <a:pt x="392355" y="3122169"/>
                  </a:cubicBezTo>
                  <a:cubicBezTo>
                    <a:pt x="374509" y="3257744"/>
                    <a:pt x="363424" y="3393978"/>
                    <a:pt x="358801" y="3531013"/>
                  </a:cubicBezTo>
                  <a:cubicBezTo>
                    <a:pt x="349009" y="3804941"/>
                    <a:pt x="366357" y="4079668"/>
                    <a:pt x="410350" y="4352324"/>
                  </a:cubicBezTo>
                  <a:cubicBezTo>
                    <a:pt x="421286" y="4420230"/>
                    <a:pt x="434209" y="4487758"/>
                    <a:pt x="449022" y="4555147"/>
                  </a:cubicBezTo>
                  <a:cubicBezTo>
                    <a:pt x="463737" y="4622534"/>
                    <a:pt x="480389" y="4689686"/>
                    <a:pt x="498882" y="4756463"/>
                  </a:cubicBezTo>
                  <a:cubicBezTo>
                    <a:pt x="517373" y="4823239"/>
                    <a:pt x="537704" y="4889733"/>
                    <a:pt x="559775" y="4955755"/>
                  </a:cubicBezTo>
                  <a:cubicBezTo>
                    <a:pt x="581946" y="5021873"/>
                    <a:pt x="605358" y="5087473"/>
                    <a:pt x="631406" y="5152084"/>
                  </a:cubicBezTo>
                  <a:cubicBezTo>
                    <a:pt x="734055" y="5411706"/>
                    <a:pt x="865188" y="5662668"/>
                    <a:pt x="1023461" y="5898055"/>
                  </a:cubicBezTo>
                  <a:cubicBezTo>
                    <a:pt x="1181487" y="6133676"/>
                    <a:pt x="1367051" y="6353345"/>
                    <a:pt x="1575880" y="6551744"/>
                  </a:cubicBezTo>
                  <a:cubicBezTo>
                    <a:pt x="1680269" y="6651014"/>
                    <a:pt x="1790338" y="6745037"/>
                    <a:pt x="1905228" y="6833566"/>
                  </a:cubicBezTo>
                  <a:lnTo>
                    <a:pt x="1938629" y="6858000"/>
                  </a:lnTo>
                  <a:lnTo>
                    <a:pt x="1368607" y="6858000"/>
                  </a:lnTo>
                  <a:lnTo>
                    <a:pt x="1115251" y="6594103"/>
                  </a:lnTo>
                  <a:cubicBezTo>
                    <a:pt x="418530" y="5794890"/>
                    <a:pt x="0" y="4770280"/>
                    <a:pt x="0" y="3653129"/>
                  </a:cubicBezTo>
                  <a:cubicBezTo>
                    <a:pt x="0" y="2216793"/>
                    <a:pt x="691856" y="933432"/>
                    <a:pt x="1777294" y="85415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solidFill>
                  <a:schemeClr val="lt1"/>
                </a:solidFill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BF71739-FA80-70D4-A436-9384B25EF3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502731" y="1542402"/>
            <a:ext cx="5186842" cy="2387918"/>
          </a:xfrm>
        </p:spPr>
        <p:txBody>
          <a:bodyPr anchor="b">
            <a:normAutofit/>
          </a:bodyPr>
          <a:lstStyle/>
          <a:p>
            <a:r>
              <a:rPr lang="en-US" sz="4400" dirty="0">
                <a:solidFill>
                  <a:schemeClr val="tx2"/>
                </a:solidFill>
              </a:rPr>
              <a:t>Mer om </a:t>
            </a:r>
            <a:r>
              <a:rPr lang="en-US" sz="4400" dirty="0" err="1">
                <a:solidFill>
                  <a:schemeClr val="tx2"/>
                </a:solidFill>
              </a:rPr>
              <a:t>samfunnsøkonomiske</a:t>
            </a:r>
            <a:r>
              <a:rPr lang="en-US" sz="4400" dirty="0">
                <a:solidFill>
                  <a:schemeClr val="tx2"/>
                </a:solidFill>
              </a:rPr>
              <a:t> </a:t>
            </a:r>
            <a:r>
              <a:rPr lang="en-US" sz="4400" dirty="0" err="1">
                <a:solidFill>
                  <a:schemeClr val="tx2"/>
                </a:solidFill>
              </a:rPr>
              <a:t>analyser</a:t>
            </a:r>
            <a:endParaRPr lang="nb-NO" sz="4400" dirty="0">
              <a:solidFill>
                <a:schemeClr val="tx2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2643135-4290-0CAD-4DF9-81435996F4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02135" y="4001587"/>
            <a:ext cx="5188034" cy="682079"/>
          </a:xfrm>
        </p:spPr>
        <p:txBody>
          <a:bodyPr>
            <a:normAutofit/>
          </a:bodyPr>
          <a:lstStyle/>
          <a:p>
            <a:endParaRPr lang="nb-NO">
              <a:solidFill>
                <a:schemeClr val="tx2"/>
              </a:solidFill>
            </a:endParaRP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87F87F1B-42BA-4AC7-A4E2-41544DDB2C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305" y="-4155"/>
            <a:ext cx="2514948" cy="2174333"/>
            <a:chOff x="-305" y="-4155"/>
            <a:chExt cx="2514948" cy="2174333"/>
          </a:xfrm>
        </p:grpSpPr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68B53067-4E48-4E71-A6A9-A8CAABAFBF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06D1A0D3-4BB8-41D9-9CE7-2884C83F44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81E20F06-3B09-4B89-A36B-AB8BFBCCA5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DAE6C3D7-7D5B-4926-877D-45F117BB6B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967346A5-7569-4F15-AB5D-BE3DADF192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>
            <a:off x="9685727" y="4683666"/>
            <a:ext cx="2514948" cy="2174333"/>
            <a:chOff x="-305" y="-4155"/>
            <a:chExt cx="2514948" cy="2174333"/>
          </a:xfrm>
        </p:grpSpPr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E1951533-A568-4765-AB1F-F71D9AFDEA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A7214F52-4F3F-4C96-A62E-F1401D6C04F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023146A1-291C-4FA0-AB5B-EB04D42398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62977932-2B03-4899-8306-5002CEE68E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9061046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noProof="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noProof="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noProof="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19B9669-98C1-34B6-1EBA-CA8E297691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nb-NO" sz="4000" noProof="0" dirty="0">
                <a:solidFill>
                  <a:srgbClr val="FFFFFF"/>
                </a:solidFill>
              </a:rPr>
              <a:t>Vanlige utfordringer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133A02CF-9761-79C5-7971-D0D510B8C5D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59225804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17528400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B95B9BA8-1D69-4796-85F5-B6D0BD5235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F892E19-92E7-4BB2-8C3F-DBDFE8D9D3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-1"/>
            <a:ext cx="4581527" cy="6858002"/>
            <a:chOff x="-2" y="-1"/>
            <a:chExt cx="4581527" cy="6858002"/>
          </a:xfrm>
          <a:effectLst>
            <a:outerShdw blurRad="381000" dist="50800" algn="ctr" rotWithShape="0">
              <a:srgbClr val="000000">
                <a:alpha val="10000"/>
              </a:srgbClr>
            </a:outerShdw>
          </a:effectLst>
        </p:grpSpPr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62E6AA4D-EC17-45B5-B621-DF0FD91FD4B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2" y="-1"/>
              <a:ext cx="4572002" cy="6858002"/>
            </a:xfrm>
            <a:custGeom>
              <a:avLst/>
              <a:gdLst>
                <a:gd name="connsiteX0" fmla="*/ 4214994 w 4572002"/>
                <a:gd name="connsiteY0" fmla="*/ 6564620 h 6858002"/>
                <a:gd name="connsiteX1" fmla="*/ 4214994 w 4572002"/>
                <a:gd name="connsiteY1" fmla="*/ 6564621 h 6858002"/>
                <a:gd name="connsiteX2" fmla="*/ 4237474 w 4572002"/>
                <a:gd name="connsiteY2" fmla="*/ 6588626 h 6858002"/>
                <a:gd name="connsiteX3" fmla="*/ 4254096 w 4572002"/>
                <a:gd name="connsiteY3" fmla="*/ 6625225 h 6858002"/>
                <a:gd name="connsiteX4" fmla="*/ 4247001 w 4572002"/>
                <a:gd name="connsiteY4" fmla="*/ 6662540 h 6858002"/>
                <a:gd name="connsiteX5" fmla="*/ 4247000 w 4572002"/>
                <a:gd name="connsiteY5" fmla="*/ 6662541 h 6858002"/>
                <a:gd name="connsiteX6" fmla="*/ 4246999 w 4572002"/>
                <a:gd name="connsiteY6" fmla="*/ 6662544 h 6858002"/>
                <a:gd name="connsiteX7" fmla="*/ 4235550 w 4572002"/>
                <a:gd name="connsiteY7" fmla="*/ 6683027 h 6858002"/>
                <a:gd name="connsiteX8" fmla="*/ 4232403 w 4572002"/>
                <a:gd name="connsiteY8" fmla="*/ 6702976 h 6858002"/>
                <a:gd name="connsiteX9" fmla="*/ 4232403 w 4572002"/>
                <a:gd name="connsiteY9" fmla="*/ 6702977 h 6858002"/>
                <a:gd name="connsiteX10" fmla="*/ 4246238 w 4572002"/>
                <a:gd name="connsiteY10" fmla="*/ 6742553 h 6858002"/>
                <a:gd name="connsiteX11" fmla="*/ 4246239 w 4572002"/>
                <a:gd name="connsiteY11" fmla="*/ 6742555 h 6858002"/>
                <a:gd name="connsiteX12" fmla="*/ 4265716 w 4572002"/>
                <a:gd name="connsiteY12" fmla="*/ 6812062 h 6858002"/>
                <a:gd name="connsiteX13" fmla="*/ 4265717 w 4572002"/>
                <a:gd name="connsiteY13" fmla="*/ 6812064 h 6858002"/>
                <a:gd name="connsiteX14" fmla="*/ 4265717 w 4572002"/>
                <a:gd name="connsiteY14" fmla="*/ 6812063 h 6858002"/>
                <a:gd name="connsiteX15" fmla="*/ 4265716 w 4572002"/>
                <a:gd name="connsiteY15" fmla="*/ 6812062 h 6858002"/>
                <a:gd name="connsiteX16" fmla="*/ 4260942 w 4572002"/>
                <a:gd name="connsiteY16" fmla="*/ 6776800 h 6858002"/>
                <a:gd name="connsiteX17" fmla="*/ 4246239 w 4572002"/>
                <a:gd name="connsiteY17" fmla="*/ 6742555 h 6858002"/>
                <a:gd name="connsiteX18" fmla="*/ 4246238 w 4572002"/>
                <a:gd name="connsiteY18" fmla="*/ 6742552 h 6858002"/>
                <a:gd name="connsiteX19" fmla="*/ 4232403 w 4572002"/>
                <a:gd name="connsiteY19" fmla="*/ 6702976 h 6858002"/>
                <a:gd name="connsiteX20" fmla="*/ 4246999 w 4572002"/>
                <a:gd name="connsiteY20" fmla="*/ 6662544 h 6858002"/>
                <a:gd name="connsiteX21" fmla="*/ 4247000 w 4572002"/>
                <a:gd name="connsiteY21" fmla="*/ 6662542 h 6858002"/>
                <a:gd name="connsiteX22" fmla="*/ 4247001 w 4572002"/>
                <a:gd name="connsiteY22" fmla="*/ 6662540 h 6858002"/>
                <a:gd name="connsiteX23" fmla="*/ 4254084 w 4572002"/>
                <a:gd name="connsiteY23" fmla="*/ 6645552 h 6858002"/>
                <a:gd name="connsiteX24" fmla="*/ 4254096 w 4572002"/>
                <a:gd name="connsiteY24" fmla="*/ 6625225 h 6858002"/>
                <a:gd name="connsiteX25" fmla="*/ 4254096 w 4572002"/>
                <a:gd name="connsiteY25" fmla="*/ 6625224 h 6858002"/>
                <a:gd name="connsiteX26" fmla="*/ 4237474 w 4572002"/>
                <a:gd name="connsiteY26" fmla="*/ 6588625 h 6858002"/>
                <a:gd name="connsiteX27" fmla="*/ 4295315 w 4572002"/>
                <a:gd name="connsiteY27" fmla="*/ 6438981 h 6858002"/>
                <a:gd name="connsiteX28" fmla="*/ 4275385 w 4572002"/>
                <a:gd name="connsiteY28" fmla="*/ 6463840 h 6858002"/>
                <a:gd name="connsiteX29" fmla="*/ 4275382 w 4572002"/>
                <a:gd name="connsiteY29" fmla="*/ 6463849 h 6858002"/>
                <a:gd name="connsiteX30" fmla="*/ 4261587 w 4572002"/>
                <a:gd name="connsiteY30" fmla="*/ 6513012 h 6858002"/>
                <a:gd name="connsiteX31" fmla="*/ 4242781 w 4572002"/>
                <a:gd name="connsiteY31" fmla="*/ 6546194 h 6858002"/>
                <a:gd name="connsiteX32" fmla="*/ 4242781 w 4572002"/>
                <a:gd name="connsiteY32" fmla="*/ 6546195 h 6858002"/>
                <a:gd name="connsiteX33" fmla="*/ 4259120 w 4572002"/>
                <a:gd name="connsiteY33" fmla="*/ 6521804 h 6858002"/>
                <a:gd name="connsiteX34" fmla="*/ 4261587 w 4572002"/>
                <a:gd name="connsiteY34" fmla="*/ 6513012 h 6858002"/>
                <a:gd name="connsiteX35" fmla="*/ 4264398 w 4572002"/>
                <a:gd name="connsiteY35" fmla="*/ 6508052 h 6858002"/>
                <a:gd name="connsiteX36" fmla="*/ 4275382 w 4572002"/>
                <a:gd name="connsiteY36" fmla="*/ 6463849 h 6858002"/>
                <a:gd name="connsiteX37" fmla="*/ 4275385 w 4572002"/>
                <a:gd name="connsiteY37" fmla="*/ 6463841 h 6858002"/>
                <a:gd name="connsiteX38" fmla="*/ 4295315 w 4572002"/>
                <a:gd name="connsiteY38" fmla="*/ 6438981 h 6858002"/>
                <a:gd name="connsiteX39" fmla="*/ 4381289 w 4572002"/>
                <a:gd name="connsiteY39" fmla="*/ 6365204 h 6858002"/>
                <a:gd name="connsiteX40" fmla="*/ 4380008 w 4572002"/>
                <a:gd name="connsiteY40" fmla="*/ 6387910 h 6858002"/>
                <a:gd name="connsiteX41" fmla="*/ 4378243 w 4572002"/>
                <a:gd name="connsiteY41" fmla="*/ 6391549 h 6858002"/>
                <a:gd name="connsiteX42" fmla="*/ 4370589 w 4572002"/>
                <a:gd name="connsiteY42" fmla="*/ 6407332 h 6858002"/>
                <a:gd name="connsiteX43" fmla="*/ 4370589 w 4572002"/>
                <a:gd name="connsiteY43" fmla="*/ 6407333 h 6858002"/>
                <a:gd name="connsiteX44" fmla="*/ 4378243 w 4572002"/>
                <a:gd name="connsiteY44" fmla="*/ 6391549 h 6858002"/>
                <a:gd name="connsiteX45" fmla="*/ 4380008 w 4572002"/>
                <a:gd name="connsiteY45" fmla="*/ 6387910 h 6858002"/>
                <a:gd name="connsiteX46" fmla="*/ 4142220 w 4572002"/>
                <a:gd name="connsiteY46" fmla="*/ 4221391 h 6858002"/>
                <a:gd name="connsiteX47" fmla="*/ 4142220 w 4572002"/>
                <a:gd name="connsiteY47" fmla="*/ 4221392 h 6858002"/>
                <a:gd name="connsiteX48" fmla="*/ 4147936 w 4572002"/>
                <a:gd name="connsiteY48" fmla="*/ 4253015 h 6858002"/>
                <a:gd name="connsiteX49" fmla="*/ 4187752 w 4572002"/>
                <a:gd name="connsiteY49" fmla="*/ 4324646 h 6858002"/>
                <a:gd name="connsiteX50" fmla="*/ 4196706 w 4572002"/>
                <a:gd name="connsiteY50" fmla="*/ 4363891 h 6858002"/>
                <a:gd name="connsiteX51" fmla="*/ 4195944 w 4572002"/>
                <a:gd name="connsiteY51" fmla="*/ 4482004 h 6858002"/>
                <a:gd name="connsiteX52" fmla="*/ 4135934 w 4572002"/>
                <a:gd name="connsiteY52" fmla="*/ 4659174 h 6858002"/>
                <a:gd name="connsiteX53" fmla="*/ 4127932 w 4572002"/>
                <a:gd name="connsiteY53" fmla="*/ 4677655 h 6858002"/>
                <a:gd name="connsiteX54" fmla="*/ 4118025 w 4572002"/>
                <a:gd name="connsiteY54" fmla="*/ 4767764 h 6858002"/>
                <a:gd name="connsiteX55" fmla="*/ 4116716 w 4572002"/>
                <a:gd name="connsiteY55" fmla="*/ 4800483 h 6858002"/>
                <a:gd name="connsiteX56" fmla="*/ 4116716 w 4572002"/>
                <a:gd name="connsiteY56" fmla="*/ 4800484 h 6858002"/>
                <a:gd name="connsiteX57" fmla="*/ 4131552 w 4572002"/>
                <a:gd name="connsiteY57" fmla="*/ 4828917 h 6858002"/>
                <a:gd name="connsiteX58" fmla="*/ 4153733 w 4572002"/>
                <a:gd name="connsiteY58" fmla="*/ 4863343 h 6858002"/>
                <a:gd name="connsiteX59" fmla="*/ 4161262 w 4572002"/>
                <a:gd name="connsiteY59" fmla="*/ 4889275 h 6858002"/>
                <a:gd name="connsiteX60" fmla="*/ 4159557 w 4572002"/>
                <a:gd name="connsiteY60" fmla="*/ 4912168 h 6858002"/>
                <a:gd name="connsiteX61" fmla="*/ 4158155 w 4572002"/>
                <a:gd name="connsiteY61" fmla="*/ 4933804 h 6858002"/>
                <a:gd name="connsiteX62" fmla="*/ 4158155 w 4572002"/>
                <a:gd name="connsiteY62" fmla="*/ 4933805 h 6858002"/>
                <a:gd name="connsiteX63" fmla="*/ 4162914 w 4572002"/>
                <a:gd name="connsiteY63" fmla="*/ 4952673 h 6858002"/>
                <a:gd name="connsiteX64" fmla="*/ 4165707 w 4572002"/>
                <a:gd name="connsiteY64" fmla="*/ 4957454 h 6858002"/>
                <a:gd name="connsiteX65" fmla="*/ 4166985 w 4572002"/>
                <a:gd name="connsiteY65" fmla="*/ 4961456 h 6858002"/>
                <a:gd name="connsiteX66" fmla="*/ 4182989 w 4572002"/>
                <a:gd name="connsiteY66" fmla="*/ 4987038 h 6858002"/>
                <a:gd name="connsiteX67" fmla="*/ 4209468 w 4572002"/>
                <a:gd name="connsiteY67" fmla="*/ 5041522 h 6858002"/>
                <a:gd name="connsiteX68" fmla="*/ 4216684 w 4572002"/>
                <a:gd name="connsiteY68" fmla="*/ 5072376 h 6858002"/>
                <a:gd name="connsiteX69" fmla="*/ 4222587 w 4572002"/>
                <a:gd name="connsiteY69" fmla="*/ 5087441 h 6858002"/>
                <a:gd name="connsiteX70" fmla="*/ 4235615 w 4572002"/>
                <a:gd name="connsiteY70" fmla="*/ 5133220 h 6858002"/>
                <a:gd name="connsiteX71" fmla="*/ 4235616 w 4572002"/>
                <a:gd name="connsiteY71" fmla="*/ 5133225 h 6858002"/>
                <a:gd name="connsiteX72" fmla="*/ 4228901 w 4572002"/>
                <a:gd name="connsiteY72" fmla="*/ 5166113 h 6858002"/>
                <a:gd name="connsiteX73" fmla="*/ 4228901 w 4572002"/>
                <a:gd name="connsiteY73" fmla="*/ 5166114 h 6858002"/>
                <a:gd name="connsiteX74" fmla="*/ 4229593 w 4572002"/>
                <a:gd name="connsiteY74" fmla="*/ 5172091 h 6858002"/>
                <a:gd name="connsiteX75" fmla="*/ 4232139 w 4572002"/>
                <a:gd name="connsiteY75" fmla="*/ 5179068 h 6858002"/>
                <a:gd name="connsiteX76" fmla="*/ 4231973 w 4572002"/>
                <a:gd name="connsiteY76" fmla="*/ 5229434 h 6858002"/>
                <a:gd name="connsiteX77" fmla="*/ 4225669 w 4572002"/>
                <a:gd name="connsiteY77" fmla="*/ 5241089 h 6858002"/>
                <a:gd name="connsiteX78" fmla="*/ 4208517 w 4572002"/>
                <a:gd name="connsiteY78" fmla="*/ 5272796 h 6858002"/>
                <a:gd name="connsiteX79" fmla="*/ 4184613 w 4572002"/>
                <a:gd name="connsiteY79" fmla="*/ 5312288 h 6858002"/>
                <a:gd name="connsiteX80" fmla="*/ 4183557 w 4572002"/>
                <a:gd name="connsiteY80" fmla="*/ 5321350 h 6858002"/>
                <a:gd name="connsiteX81" fmla="*/ 4181083 w 4572002"/>
                <a:gd name="connsiteY81" fmla="*/ 5326163 h 6858002"/>
                <a:gd name="connsiteX82" fmla="*/ 4179637 w 4572002"/>
                <a:gd name="connsiteY82" fmla="*/ 5355014 h 6858002"/>
                <a:gd name="connsiteX83" fmla="*/ 4179637 w 4572002"/>
                <a:gd name="connsiteY83" fmla="*/ 5355015 h 6858002"/>
                <a:gd name="connsiteX84" fmla="*/ 4184513 w 4572002"/>
                <a:gd name="connsiteY84" fmla="*/ 5385385 h 6858002"/>
                <a:gd name="connsiteX85" fmla="*/ 4192704 w 4572002"/>
                <a:gd name="connsiteY85" fmla="*/ 5425583 h 6858002"/>
                <a:gd name="connsiteX86" fmla="*/ 4204327 w 4572002"/>
                <a:gd name="connsiteY86" fmla="*/ 5480638 h 6858002"/>
                <a:gd name="connsiteX87" fmla="*/ 4208850 w 4572002"/>
                <a:gd name="connsiteY87" fmla="*/ 5507668 h 6858002"/>
                <a:gd name="connsiteX88" fmla="*/ 4198232 w 4572002"/>
                <a:gd name="connsiteY88" fmla="*/ 5531692 h 6858002"/>
                <a:gd name="connsiteX89" fmla="*/ 4198231 w 4572002"/>
                <a:gd name="connsiteY89" fmla="*/ 5531693 h 6858002"/>
                <a:gd name="connsiteX90" fmla="*/ 4188085 w 4572002"/>
                <a:gd name="connsiteY90" fmla="*/ 5547578 h 6858002"/>
                <a:gd name="connsiteX91" fmla="*/ 4188085 w 4572002"/>
                <a:gd name="connsiteY91" fmla="*/ 5547579 h 6858002"/>
                <a:gd name="connsiteX92" fmla="*/ 4197659 w 4572002"/>
                <a:gd name="connsiteY92" fmla="*/ 5562747 h 6858002"/>
                <a:gd name="connsiteX93" fmla="*/ 4268907 w 4572002"/>
                <a:gd name="connsiteY93" fmla="*/ 5704484 h 6858002"/>
                <a:gd name="connsiteX94" fmla="*/ 4274812 w 4572002"/>
                <a:gd name="connsiteY94" fmla="*/ 5740489 h 6858002"/>
                <a:gd name="connsiteX95" fmla="*/ 4283578 w 4572002"/>
                <a:gd name="connsiteY95" fmla="*/ 5760874 h 6858002"/>
                <a:gd name="connsiteX96" fmla="*/ 4371973 w 4572002"/>
                <a:gd name="connsiteY96" fmla="*/ 5883752 h 6858002"/>
                <a:gd name="connsiteX97" fmla="*/ 4371974 w 4572002"/>
                <a:gd name="connsiteY97" fmla="*/ 5883757 h 6858002"/>
                <a:gd name="connsiteX98" fmla="*/ 4389877 w 4572002"/>
                <a:gd name="connsiteY98" fmla="*/ 5935946 h 6858002"/>
                <a:gd name="connsiteX99" fmla="*/ 4389878 w 4572002"/>
                <a:gd name="connsiteY99" fmla="*/ 5935950 h 6858002"/>
                <a:gd name="connsiteX100" fmla="*/ 4386259 w 4572002"/>
                <a:gd name="connsiteY100" fmla="*/ 5993290 h 6858002"/>
                <a:gd name="connsiteX101" fmla="*/ 4386259 w 4572002"/>
                <a:gd name="connsiteY101" fmla="*/ 5993291 h 6858002"/>
                <a:gd name="connsiteX102" fmla="*/ 4379782 w 4572002"/>
                <a:gd name="connsiteY102" fmla="*/ 6026440 h 6858002"/>
                <a:gd name="connsiteX103" fmla="*/ 4323583 w 4572002"/>
                <a:gd name="connsiteY103" fmla="*/ 6108738 h 6858002"/>
                <a:gd name="connsiteX104" fmla="*/ 4309890 w 4572002"/>
                <a:gd name="connsiteY104" fmla="*/ 6133314 h 6858002"/>
                <a:gd name="connsiteX105" fmla="*/ 4309890 w 4572002"/>
                <a:gd name="connsiteY105" fmla="*/ 6133315 h 6858002"/>
                <a:gd name="connsiteX106" fmla="*/ 4313591 w 4572002"/>
                <a:gd name="connsiteY106" fmla="*/ 6143190 h 6858002"/>
                <a:gd name="connsiteX107" fmla="*/ 4325486 w 4572002"/>
                <a:gd name="connsiteY107" fmla="*/ 6155600 h 6858002"/>
                <a:gd name="connsiteX108" fmla="*/ 4325488 w 4572002"/>
                <a:gd name="connsiteY108" fmla="*/ 6155603 h 6858002"/>
                <a:gd name="connsiteX109" fmla="*/ 4364160 w 4572002"/>
                <a:gd name="connsiteY109" fmla="*/ 6228757 h 6858002"/>
                <a:gd name="connsiteX110" fmla="*/ 4381497 w 4572002"/>
                <a:gd name="connsiteY110" fmla="*/ 6361540 h 6858002"/>
                <a:gd name="connsiteX111" fmla="*/ 4381497 w 4572002"/>
                <a:gd name="connsiteY111" fmla="*/ 6361539 h 6858002"/>
                <a:gd name="connsiteX112" fmla="*/ 4364160 w 4572002"/>
                <a:gd name="connsiteY112" fmla="*/ 6228756 h 6858002"/>
                <a:gd name="connsiteX113" fmla="*/ 4325488 w 4572002"/>
                <a:gd name="connsiteY113" fmla="*/ 6155602 h 6858002"/>
                <a:gd name="connsiteX114" fmla="*/ 4325486 w 4572002"/>
                <a:gd name="connsiteY114" fmla="*/ 6155600 h 6858002"/>
                <a:gd name="connsiteX115" fmla="*/ 4309890 w 4572002"/>
                <a:gd name="connsiteY115" fmla="*/ 6133315 h 6858002"/>
                <a:gd name="connsiteX116" fmla="*/ 4323583 w 4572002"/>
                <a:gd name="connsiteY116" fmla="*/ 6108739 h 6858002"/>
                <a:gd name="connsiteX117" fmla="*/ 4379782 w 4572002"/>
                <a:gd name="connsiteY117" fmla="*/ 6026441 h 6858002"/>
                <a:gd name="connsiteX118" fmla="*/ 4386259 w 4572002"/>
                <a:gd name="connsiteY118" fmla="*/ 5993292 h 6858002"/>
                <a:gd name="connsiteX119" fmla="*/ 4386259 w 4572002"/>
                <a:gd name="connsiteY119" fmla="*/ 5993290 h 6858002"/>
                <a:gd name="connsiteX120" fmla="*/ 4389712 w 4572002"/>
                <a:gd name="connsiteY120" fmla="*/ 5964477 h 6858002"/>
                <a:gd name="connsiteX121" fmla="*/ 4389878 w 4572002"/>
                <a:gd name="connsiteY121" fmla="*/ 5935950 h 6858002"/>
                <a:gd name="connsiteX122" fmla="*/ 4389878 w 4572002"/>
                <a:gd name="connsiteY122" fmla="*/ 5935949 h 6858002"/>
                <a:gd name="connsiteX123" fmla="*/ 4389877 w 4572002"/>
                <a:gd name="connsiteY123" fmla="*/ 5935946 h 6858002"/>
                <a:gd name="connsiteX124" fmla="*/ 4382997 w 4572002"/>
                <a:gd name="connsiteY124" fmla="*/ 5909351 h 6858002"/>
                <a:gd name="connsiteX125" fmla="*/ 4371974 w 4572002"/>
                <a:gd name="connsiteY125" fmla="*/ 5883757 h 6858002"/>
                <a:gd name="connsiteX126" fmla="*/ 4371973 w 4572002"/>
                <a:gd name="connsiteY126" fmla="*/ 5883751 h 6858002"/>
                <a:gd name="connsiteX127" fmla="*/ 4283578 w 4572002"/>
                <a:gd name="connsiteY127" fmla="*/ 5760873 h 6858002"/>
                <a:gd name="connsiteX128" fmla="*/ 4274812 w 4572002"/>
                <a:gd name="connsiteY128" fmla="*/ 5740488 h 6858002"/>
                <a:gd name="connsiteX129" fmla="*/ 4268907 w 4572002"/>
                <a:gd name="connsiteY129" fmla="*/ 5704483 h 6858002"/>
                <a:gd name="connsiteX130" fmla="*/ 4197659 w 4572002"/>
                <a:gd name="connsiteY130" fmla="*/ 5562746 h 6858002"/>
                <a:gd name="connsiteX131" fmla="*/ 4188085 w 4572002"/>
                <a:gd name="connsiteY131" fmla="*/ 5547578 h 6858002"/>
                <a:gd name="connsiteX132" fmla="*/ 4198231 w 4572002"/>
                <a:gd name="connsiteY132" fmla="*/ 5531694 h 6858002"/>
                <a:gd name="connsiteX133" fmla="*/ 4198232 w 4572002"/>
                <a:gd name="connsiteY133" fmla="*/ 5531692 h 6858002"/>
                <a:gd name="connsiteX134" fmla="*/ 4206630 w 4572002"/>
                <a:gd name="connsiteY134" fmla="*/ 5520422 h 6858002"/>
                <a:gd name="connsiteX135" fmla="*/ 4208850 w 4572002"/>
                <a:gd name="connsiteY135" fmla="*/ 5507668 h 6858002"/>
                <a:gd name="connsiteX136" fmla="*/ 4208850 w 4572002"/>
                <a:gd name="connsiteY136" fmla="*/ 5507667 h 6858002"/>
                <a:gd name="connsiteX137" fmla="*/ 4204327 w 4572002"/>
                <a:gd name="connsiteY137" fmla="*/ 5480637 h 6858002"/>
                <a:gd name="connsiteX138" fmla="*/ 4192704 w 4572002"/>
                <a:gd name="connsiteY138" fmla="*/ 5425582 h 6858002"/>
                <a:gd name="connsiteX139" fmla="*/ 4184513 w 4572002"/>
                <a:gd name="connsiteY139" fmla="*/ 5385384 h 6858002"/>
                <a:gd name="connsiteX140" fmla="*/ 4179637 w 4572002"/>
                <a:gd name="connsiteY140" fmla="*/ 5355014 h 6858002"/>
                <a:gd name="connsiteX141" fmla="*/ 4183557 w 4572002"/>
                <a:gd name="connsiteY141" fmla="*/ 5321350 h 6858002"/>
                <a:gd name="connsiteX142" fmla="*/ 4208517 w 4572002"/>
                <a:gd name="connsiteY142" fmla="*/ 5272797 h 6858002"/>
                <a:gd name="connsiteX143" fmla="*/ 4225669 w 4572002"/>
                <a:gd name="connsiteY143" fmla="*/ 5241089 h 6858002"/>
                <a:gd name="connsiteX144" fmla="*/ 4231973 w 4572002"/>
                <a:gd name="connsiteY144" fmla="*/ 5229433 h 6858002"/>
                <a:gd name="connsiteX145" fmla="*/ 4232139 w 4572002"/>
                <a:gd name="connsiteY145" fmla="*/ 5179068 h 6858002"/>
                <a:gd name="connsiteX146" fmla="*/ 4232139 w 4572002"/>
                <a:gd name="connsiteY146" fmla="*/ 5179067 h 6858002"/>
                <a:gd name="connsiteX147" fmla="*/ 4229593 w 4572002"/>
                <a:gd name="connsiteY147" fmla="*/ 5172090 h 6858002"/>
                <a:gd name="connsiteX148" fmla="*/ 4228901 w 4572002"/>
                <a:gd name="connsiteY148" fmla="*/ 5166114 h 6858002"/>
                <a:gd name="connsiteX149" fmla="*/ 4235616 w 4572002"/>
                <a:gd name="connsiteY149" fmla="*/ 5133225 h 6858002"/>
                <a:gd name="connsiteX150" fmla="*/ 4235616 w 4572002"/>
                <a:gd name="connsiteY150" fmla="*/ 5133224 h 6858002"/>
                <a:gd name="connsiteX151" fmla="*/ 4235615 w 4572002"/>
                <a:gd name="connsiteY151" fmla="*/ 5133220 h 6858002"/>
                <a:gd name="connsiteX152" fmla="*/ 4228473 w 4572002"/>
                <a:gd name="connsiteY152" fmla="*/ 5102461 h 6858002"/>
                <a:gd name="connsiteX153" fmla="*/ 4222587 w 4572002"/>
                <a:gd name="connsiteY153" fmla="*/ 5087441 h 6858002"/>
                <a:gd name="connsiteX154" fmla="*/ 4222582 w 4572002"/>
                <a:gd name="connsiteY154" fmla="*/ 5087423 h 6858002"/>
                <a:gd name="connsiteX155" fmla="*/ 4209468 w 4572002"/>
                <a:gd name="connsiteY155" fmla="*/ 5041521 h 6858002"/>
                <a:gd name="connsiteX156" fmla="*/ 4182989 w 4572002"/>
                <a:gd name="connsiteY156" fmla="*/ 4987037 h 6858002"/>
                <a:gd name="connsiteX157" fmla="*/ 4165707 w 4572002"/>
                <a:gd name="connsiteY157" fmla="*/ 4957454 h 6858002"/>
                <a:gd name="connsiteX158" fmla="*/ 4158155 w 4572002"/>
                <a:gd name="connsiteY158" fmla="*/ 4933805 h 6858002"/>
                <a:gd name="connsiteX159" fmla="*/ 4159557 w 4572002"/>
                <a:gd name="connsiteY159" fmla="*/ 4912169 h 6858002"/>
                <a:gd name="connsiteX160" fmla="*/ 4161262 w 4572002"/>
                <a:gd name="connsiteY160" fmla="*/ 4889276 h 6858002"/>
                <a:gd name="connsiteX161" fmla="*/ 4161262 w 4572002"/>
                <a:gd name="connsiteY161" fmla="*/ 4889275 h 6858002"/>
                <a:gd name="connsiteX162" fmla="*/ 4156484 w 4572002"/>
                <a:gd name="connsiteY162" fmla="*/ 4867614 h 6858002"/>
                <a:gd name="connsiteX163" fmla="*/ 4153733 w 4572002"/>
                <a:gd name="connsiteY163" fmla="*/ 4863343 h 6858002"/>
                <a:gd name="connsiteX164" fmla="*/ 4151983 w 4572002"/>
                <a:gd name="connsiteY164" fmla="*/ 4857317 h 6858002"/>
                <a:gd name="connsiteX165" fmla="*/ 4131552 w 4572002"/>
                <a:gd name="connsiteY165" fmla="*/ 4828916 h 6858002"/>
                <a:gd name="connsiteX166" fmla="*/ 4116716 w 4572002"/>
                <a:gd name="connsiteY166" fmla="*/ 4800483 h 6858002"/>
                <a:gd name="connsiteX167" fmla="*/ 4118025 w 4572002"/>
                <a:gd name="connsiteY167" fmla="*/ 4767765 h 6858002"/>
                <a:gd name="connsiteX168" fmla="*/ 4127932 w 4572002"/>
                <a:gd name="connsiteY168" fmla="*/ 4677656 h 6858002"/>
                <a:gd name="connsiteX169" fmla="*/ 4135934 w 4572002"/>
                <a:gd name="connsiteY169" fmla="*/ 4659175 h 6858002"/>
                <a:gd name="connsiteX170" fmla="*/ 4195944 w 4572002"/>
                <a:gd name="connsiteY170" fmla="*/ 4482005 h 6858002"/>
                <a:gd name="connsiteX171" fmla="*/ 4196706 w 4572002"/>
                <a:gd name="connsiteY171" fmla="*/ 4363891 h 6858002"/>
                <a:gd name="connsiteX172" fmla="*/ 4196706 w 4572002"/>
                <a:gd name="connsiteY172" fmla="*/ 4363890 h 6858002"/>
                <a:gd name="connsiteX173" fmla="*/ 4187752 w 4572002"/>
                <a:gd name="connsiteY173" fmla="*/ 4324645 h 6858002"/>
                <a:gd name="connsiteX174" fmla="*/ 4147936 w 4572002"/>
                <a:gd name="connsiteY174" fmla="*/ 4253014 h 6858002"/>
                <a:gd name="connsiteX175" fmla="*/ 4211111 w 4572002"/>
                <a:gd name="connsiteY175" fmla="*/ 2836172 h 6858002"/>
                <a:gd name="connsiteX176" fmla="*/ 4202421 w 4572002"/>
                <a:gd name="connsiteY176" fmla="*/ 2848793 h 6858002"/>
                <a:gd name="connsiteX177" fmla="*/ 4186816 w 4572002"/>
                <a:gd name="connsiteY177" fmla="*/ 2897785 h 6858002"/>
                <a:gd name="connsiteX178" fmla="*/ 4185787 w 4572002"/>
                <a:gd name="connsiteY178" fmla="*/ 2903551 h 6858002"/>
                <a:gd name="connsiteX179" fmla="*/ 4182513 w 4572002"/>
                <a:gd name="connsiteY179" fmla="*/ 2914328 h 6858002"/>
                <a:gd name="connsiteX180" fmla="*/ 4177882 w 4572002"/>
                <a:gd name="connsiteY180" fmla="*/ 2947858 h 6858002"/>
                <a:gd name="connsiteX181" fmla="*/ 4177881 w 4572002"/>
                <a:gd name="connsiteY181" fmla="*/ 2947862 h 6858002"/>
                <a:gd name="connsiteX182" fmla="*/ 4177881 w 4572002"/>
                <a:gd name="connsiteY182" fmla="*/ 2947863 h 6858002"/>
                <a:gd name="connsiteX183" fmla="*/ 4181465 w 4572002"/>
                <a:gd name="connsiteY183" fmla="*/ 2982149 h 6858002"/>
                <a:gd name="connsiteX184" fmla="*/ 4193158 w 4572002"/>
                <a:gd name="connsiteY184" fmla="*/ 3077402 h 6858002"/>
                <a:gd name="connsiteX185" fmla="*/ 4180703 w 4572002"/>
                <a:gd name="connsiteY185" fmla="*/ 3172654 h 6858002"/>
                <a:gd name="connsiteX186" fmla="*/ 4133076 w 4572002"/>
                <a:gd name="connsiteY186" fmla="*/ 3489467 h 6858002"/>
                <a:gd name="connsiteX187" fmla="*/ 4110977 w 4572002"/>
                <a:gd name="connsiteY187" fmla="*/ 3544713 h 6858002"/>
                <a:gd name="connsiteX188" fmla="*/ 4093355 w 4572002"/>
                <a:gd name="connsiteY188" fmla="*/ 3574408 h 6858002"/>
                <a:gd name="connsiteX189" fmla="*/ 4093355 w 4572002"/>
                <a:gd name="connsiteY189" fmla="*/ 3574409 h 6858002"/>
                <a:gd name="connsiteX190" fmla="*/ 4105453 w 4572002"/>
                <a:gd name="connsiteY190" fmla="*/ 3606818 h 6858002"/>
                <a:gd name="connsiteX191" fmla="*/ 4118979 w 4572002"/>
                <a:gd name="connsiteY191" fmla="*/ 3630633 h 6858002"/>
                <a:gd name="connsiteX192" fmla="*/ 4136708 w 4572002"/>
                <a:gd name="connsiteY192" fmla="*/ 3654416 h 6858002"/>
                <a:gd name="connsiteX193" fmla="*/ 4140382 w 4572002"/>
                <a:gd name="connsiteY193" fmla="*/ 3668940 h 6858002"/>
                <a:gd name="connsiteX194" fmla="*/ 4143220 w 4572002"/>
                <a:gd name="connsiteY194" fmla="*/ 3680164 h 6858002"/>
                <a:gd name="connsiteX195" fmla="*/ 4139172 w 4572002"/>
                <a:gd name="connsiteY195" fmla="*/ 3734837 h 6858002"/>
                <a:gd name="connsiteX196" fmla="*/ 4139172 w 4572002"/>
                <a:gd name="connsiteY196" fmla="*/ 3734838 h 6858002"/>
                <a:gd name="connsiteX197" fmla="*/ 4139554 w 4572002"/>
                <a:gd name="connsiteY197" fmla="*/ 3754653 h 6858002"/>
                <a:gd name="connsiteX198" fmla="*/ 4145911 w 4572002"/>
                <a:gd name="connsiteY198" fmla="*/ 3789776 h 6858002"/>
                <a:gd name="connsiteX199" fmla="*/ 4130980 w 4572002"/>
                <a:gd name="connsiteY199" fmla="*/ 3822472 h 6858002"/>
                <a:gd name="connsiteX200" fmla="*/ 4116645 w 4572002"/>
                <a:gd name="connsiteY200" fmla="*/ 3852619 h 6858002"/>
                <a:gd name="connsiteX201" fmla="*/ 4116645 w 4572002"/>
                <a:gd name="connsiteY201" fmla="*/ 3852620 h 6858002"/>
                <a:gd name="connsiteX202" fmla="*/ 4117425 w 4572002"/>
                <a:gd name="connsiteY202" fmla="*/ 3868764 h 6858002"/>
                <a:gd name="connsiteX203" fmla="*/ 4126028 w 4572002"/>
                <a:gd name="connsiteY203" fmla="*/ 3885337 h 6858002"/>
                <a:gd name="connsiteX204" fmla="*/ 4126028 w 4572002"/>
                <a:gd name="connsiteY204" fmla="*/ 3885339 h 6858002"/>
                <a:gd name="connsiteX205" fmla="*/ 4148409 w 4572002"/>
                <a:gd name="connsiteY205" fmla="*/ 3923125 h 6858002"/>
                <a:gd name="connsiteX206" fmla="*/ 4157913 w 4572002"/>
                <a:gd name="connsiteY206" fmla="*/ 3962160 h 6858002"/>
                <a:gd name="connsiteX207" fmla="*/ 4142221 w 4572002"/>
                <a:gd name="connsiteY207" fmla="*/ 4043838 h 6858002"/>
                <a:gd name="connsiteX208" fmla="*/ 4142220 w 4572002"/>
                <a:gd name="connsiteY208" fmla="*/ 4043839 h 6858002"/>
                <a:gd name="connsiteX209" fmla="*/ 4127099 w 4572002"/>
                <a:gd name="connsiteY209" fmla="*/ 4103825 h 6858002"/>
                <a:gd name="connsiteX210" fmla="*/ 4127099 w 4572002"/>
                <a:gd name="connsiteY210" fmla="*/ 4103826 h 6858002"/>
                <a:gd name="connsiteX211" fmla="*/ 4129066 w 4572002"/>
                <a:gd name="connsiteY211" fmla="*/ 4134256 h 6858002"/>
                <a:gd name="connsiteX212" fmla="*/ 4138410 w 4572002"/>
                <a:gd name="connsiteY212" fmla="*/ 4165382 h 6858002"/>
                <a:gd name="connsiteX213" fmla="*/ 4138410 w 4572002"/>
                <a:gd name="connsiteY213" fmla="*/ 4165384 h 6858002"/>
                <a:gd name="connsiteX214" fmla="*/ 4142315 w 4572002"/>
                <a:gd name="connsiteY214" fmla="*/ 4192388 h 6858002"/>
                <a:gd name="connsiteX215" fmla="*/ 4142315 w 4572002"/>
                <a:gd name="connsiteY215" fmla="*/ 4192387 h 6858002"/>
                <a:gd name="connsiteX216" fmla="*/ 4138410 w 4572002"/>
                <a:gd name="connsiteY216" fmla="*/ 4165383 h 6858002"/>
                <a:gd name="connsiteX217" fmla="*/ 4138410 w 4572002"/>
                <a:gd name="connsiteY217" fmla="*/ 4165382 h 6858002"/>
                <a:gd name="connsiteX218" fmla="*/ 4127099 w 4572002"/>
                <a:gd name="connsiteY218" fmla="*/ 4103826 h 6858002"/>
                <a:gd name="connsiteX219" fmla="*/ 4142220 w 4572002"/>
                <a:gd name="connsiteY219" fmla="*/ 4043840 h 6858002"/>
                <a:gd name="connsiteX220" fmla="*/ 4142221 w 4572002"/>
                <a:gd name="connsiteY220" fmla="*/ 4043838 h 6858002"/>
                <a:gd name="connsiteX221" fmla="*/ 4155523 w 4572002"/>
                <a:gd name="connsiteY221" fmla="*/ 4002410 h 6858002"/>
                <a:gd name="connsiteX222" fmla="*/ 4157913 w 4572002"/>
                <a:gd name="connsiteY222" fmla="*/ 3962160 h 6858002"/>
                <a:gd name="connsiteX223" fmla="*/ 4157913 w 4572002"/>
                <a:gd name="connsiteY223" fmla="*/ 3962159 h 6858002"/>
                <a:gd name="connsiteX224" fmla="*/ 4126028 w 4572002"/>
                <a:gd name="connsiteY224" fmla="*/ 3885338 h 6858002"/>
                <a:gd name="connsiteX225" fmla="*/ 4126028 w 4572002"/>
                <a:gd name="connsiteY225" fmla="*/ 3885337 h 6858002"/>
                <a:gd name="connsiteX226" fmla="*/ 4116645 w 4572002"/>
                <a:gd name="connsiteY226" fmla="*/ 3852620 h 6858002"/>
                <a:gd name="connsiteX227" fmla="*/ 4130980 w 4572002"/>
                <a:gd name="connsiteY227" fmla="*/ 3822473 h 6858002"/>
                <a:gd name="connsiteX228" fmla="*/ 4145911 w 4572002"/>
                <a:gd name="connsiteY228" fmla="*/ 3789777 h 6858002"/>
                <a:gd name="connsiteX229" fmla="*/ 4145911 w 4572002"/>
                <a:gd name="connsiteY229" fmla="*/ 3789776 h 6858002"/>
                <a:gd name="connsiteX230" fmla="*/ 4139554 w 4572002"/>
                <a:gd name="connsiteY230" fmla="*/ 3754652 h 6858002"/>
                <a:gd name="connsiteX231" fmla="*/ 4139172 w 4572002"/>
                <a:gd name="connsiteY231" fmla="*/ 3734838 h 6858002"/>
                <a:gd name="connsiteX232" fmla="*/ 4143220 w 4572002"/>
                <a:gd name="connsiteY232" fmla="*/ 3680164 h 6858002"/>
                <a:gd name="connsiteX233" fmla="*/ 4143220 w 4572002"/>
                <a:gd name="connsiteY233" fmla="*/ 3680163 h 6858002"/>
                <a:gd name="connsiteX234" fmla="*/ 4140382 w 4572002"/>
                <a:gd name="connsiteY234" fmla="*/ 3668940 h 6858002"/>
                <a:gd name="connsiteX235" fmla="*/ 4136708 w 4572002"/>
                <a:gd name="connsiteY235" fmla="*/ 3654416 h 6858002"/>
                <a:gd name="connsiteX236" fmla="*/ 4136708 w 4572002"/>
                <a:gd name="connsiteY236" fmla="*/ 3654416 h 6858002"/>
                <a:gd name="connsiteX237" fmla="*/ 4136708 w 4572002"/>
                <a:gd name="connsiteY237" fmla="*/ 3654415 h 6858002"/>
                <a:gd name="connsiteX238" fmla="*/ 4118979 w 4572002"/>
                <a:gd name="connsiteY238" fmla="*/ 3630632 h 6858002"/>
                <a:gd name="connsiteX239" fmla="*/ 4105453 w 4572002"/>
                <a:gd name="connsiteY239" fmla="*/ 3606817 h 6858002"/>
                <a:gd name="connsiteX240" fmla="*/ 4095707 w 4572002"/>
                <a:gd name="connsiteY240" fmla="*/ 3587174 h 6858002"/>
                <a:gd name="connsiteX241" fmla="*/ 4093355 w 4572002"/>
                <a:gd name="connsiteY241" fmla="*/ 3574408 h 6858002"/>
                <a:gd name="connsiteX242" fmla="*/ 4098434 w 4572002"/>
                <a:gd name="connsiteY242" fmla="*/ 3562321 h 6858002"/>
                <a:gd name="connsiteX243" fmla="*/ 4110977 w 4572002"/>
                <a:gd name="connsiteY243" fmla="*/ 3544714 h 6858002"/>
                <a:gd name="connsiteX244" fmla="*/ 4133076 w 4572002"/>
                <a:gd name="connsiteY244" fmla="*/ 3489468 h 6858002"/>
                <a:gd name="connsiteX245" fmla="*/ 4180703 w 4572002"/>
                <a:gd name="connsiteY245" fmla="*/ 3172655 h 6858002"/>
                <a:gd name="connsiteX246" fmla="*/ 4193158 w 4572002"/>
                <a:gd name="connsiteY246" fmla="*/ 3077402 h 6858002"/>
                <a:gd name="connsiteX247" fmla="*/ 4193158 w 4572002"/>
                <a:gd name="connsiteY247" fmla="*/ 3077401 h 6858002"/>
                <a:gd name="connsiteX248" fmla="*/ 4181465 w 4572002"/>
                <a:gd name="connsiteY248" fmla="*/ 2982148 h 6858002"/>
                <a:gd name="connsiteX249" fmla="*/ 4177881 w 4572002"/>
                <a:gd name="connsiteY249" fmla="*/ 2947863 h 6858002"/>
                <a:gd name="connsiteX250" fmla="*/ 4177882 w 4572002"/>
                <a:gd name="connsiteY250" fmla="*/ 2947858 h 6858002"/>
                <a:gd name="connsiteX251" fmla="*/ 4185787 w 4572002"/>
                <a:gd name="connsiteY251" fmla="*/ 2903551 h 6858002"/>
                <a:gd name="connsiteX252" fmla="*/ 4202421 w 4572002"/>
                <a:gd name="connsiteY252" fmla="*/ 2848794 h 6858002"/>
                <a:gd name="connsiteX253" fmla="*/ 4211111 w 4572002"/>
                <a:gd name="connsiteY253" fmla="*/ 2836173 h 6858002"/>
                <a:gd name="connsiteX254" fmla="*/ 3726625 w 4572002"/>
                <a:gd name="connsiteY254" fmla="*/ 1508458 h 6858002"/>
                <a:gd name="connsiteX255" fmla="*/ 3698531 w 4572002"/>
                <a:gd name="connsiteY255" fmla="*/ 1596214 h 6858002"/>
                <a:gd name="connsiteX256" fmla="*/ 3700436 w 4572002"/>
                <a:gd name="connsiteY256" fmla="*/ 1624981 h 6858002"/>
                <a:gd name="connsiteX257" fmla="*/ 3757017 w 4572002"/>
                <a:gd name="connsiteY257" fmla="*/ 1697754 h 6858002"/>
                <a:gd name="connsiteX258" fmla="*/ 3779686 w 4572002"/>
                <a:gd name="connsiteY258" fmla="*/ 1733189 h 6858002"/>
                <a:gd name="connsiteX259" fmla="*/ 3821407 w 4572002"/>
                <a:gd name="connsiteY259" fmla="*/ 1833776 h 6858002"/>
                <a:gd name="connsiteX260" fmla="*/ 3829028 w 4572002"/>
                <a:gd name="connsiteY260" fmla="*/ 1842159 h 6858002"/>
                <a:gd name="connsiteX261" fmla="*/ 3919519 w 4572002"/>
                <a:gd name="connsiteY261" fmla="*/ 1916455 h 6858002"/>
                <a:gd name="connsiteX262" fmla="*/ 3934949 w 4572002"/>
                <a:gd name="connsiteY262" fmla="*/ 1933220 h 6858002"/>
                <a:gd name="connsiteX263" fmla="*/ 3958954 w 4572002"/>
                <a:gd name="connsiteY263" fmla="*/ 1953414 h 6858002"/>
                <a:gd name="connsiteX264" fmla="*/ 4005437 w 4572002"/>
                <a:gd name="connsiteY264" fmla="*/ 2016470 h 6858002"/>
                <a:gd name="connsiteX265" fmla="*/ 4020296 w 4572002"/>
                <a:gd name="connsiteY265" fmla="*/ 2094579 h 6858002"/>
                <a:gd name="connsiteX266" fmla="*/ 4042967 w 4572002"/>
                <a:gd name="connsiteY266" fmla="*/ 2188880 h 6858002"/>
                <a:gd name="connsiteX267" fmla="*/ 4058207 w 4572002"/>
                <a:gd name="connsiteY267" fmla="*/ 2228315 h 6858002"/>
                <a:gd name="connsiteX268" fmla="*/ 4087164 w 4572002"/>
                <a:gd name="connsiteY268" fmla="*/ 2334045 h 6858002"/>
                <a:gd name="connsiteX269" fmla="*/ 4111549 w 4572002"/>
                <a:gd name="connsiteY269" fmla="*/ 2409486 h 6858002"/>
                <a:gd name="connsiteX270" fmla="*/ 4128650 w 4572002"/>
                <a:gd name="connsiteY270" fmla="*/ 2435913 h 6858002"/>
                <a:gd name="connsiteX271" fmla="*/ 4134481 w 4572002"/>
                <a:gd name="connsiteY271" fmla="*/ 2463018 h 6858002"/>
                <a:gd name="connsiteX272" fmla="*/ 4125839 w 4572002"/>
                <a:gd name="connsiteY272" fmla="*/ 2518262 h 6858002"/>
                <a:gd name="connsiteX273" fmla="*/ 4125838 w 4572002"/>
                <a:gd name="connsiteY273" fmla="*/ 2518264 h 6858002"/>
                <a:gd name="connsiteX274" fmla="*/ 4122194 w 4572002"/>
                <a:gd name="connsiteY274" fmla="*/ 2545006 h 6858002"/>
                <a:gd name="connsiteX275" fmla="*/ 4122194 w 4572002"/>
                <a:gd name="connsiteY275" fmla="*/ 2545007 h 6858002"/>
                <a:gd name="connsiteX276" fmla="*/ 4126408 w 4572002"/>
                <a:gd name="connsiteY276" fmla="*/ 2571035 h 6858002"/>
                <a:gd name="connsiteX277" fmla="*/ 4199563 w 4572002"/>
                <a:gd name="connsiteY277" fmla="*/ 2668002 h 6858002"/>
                <a:gd name="connsiteX278" fmla="*/ 4247953 w 4572002"/>
                <a:gd name="connsiteY278" fmla="*/ 2745349 h 6858002"/>
                <a:gd name="connsiteX279" fmla="*/ 4247954 w 4572002"/>
                <a:gd name="connsiteY279" fmla="*/ 2745352 h 6858002"/>
                <a:gd name="connsiteX280" fmla="*/ 4253873 w 4572002"/>
                <a:gd name="connsiteY280" fmla="*/ 2778006 h 6858002"/>
                <a:gd name="connsiteX281" fmla="*/ 4253453 w 4572002"/>
                <a:gd name="connsiteY281" fmla="*/ 2785440 h 6858002"/>
                <a:gd name="connsiteX282" fmla="*/ 4243374 w 4572002"/>
                <a:gd name="connsiteY282" fmla="*/ 2811780 h 6858002"/>
                <a:gd name="connsiteX283" fmla="*/ 4243371 w 4572002"/>
                <a:gd name="connsiteY283" fmla="*/ 2811787 h 6858002"/>
                <a:gd name="connsiteX284" fmla="*/ 4243372 w 4572002"/>
                <a:gd name="connsiteY284" fmla="*/ 2811787 h 6858002"/>
                <a:gd name="connsiteX285" fmla="*/ 4243374 w 4572002"/>
                <a:gd name="connsiteY285" fmla="*/ 2811780 h 6858002"/>
                <a:gd name="connsiteX286" fmla="*/ 4253025 w 4572002"/>
                <a:gd name="connsiteY286" fmla="*/ 2793023 h 6858002"/>
                <a:gd name="connsiteX287" fmla="*/ 4253453 w 4572002"/>
                <a:gd name="connsiteY287" fmla="*/ 2785440 h 6858002"/>
                <a:gd name="connsiteX288" fmla="*/ 4254654 w 4572002"/>
                <a:gd name="connsiteY288" fmla="*/ 2782305 h 6858002"/>
                <a:gd name="connsiteX289" fmla="*/ 4253873 w 4572002"/>
                <a:gd name="connsiteY289" fmla="*/ 2778006 h 6858002"/>
                <a:gd name="connsiteX290" fmla="*/ 4254284 w 4572002"/>
                <a:gd name="connsiteY290" fmla="*/ 2770758 h 6858002"/>
                <a:gd name="connsiteX291" fmla="*/ 4247954 w 4572002"/>
                <a:gd name="connsiteY291" fmla="*/ 2745352 h 6858002"/>
                <a:gd name="connsiteX292" fmla="*/ 4247953 w 4572002"/>
                <a:gd name="connsiteY292" fmla="*/ 2745348 h 6858002"/>
                <a:gd name="connsiteX293" fmla="*/ 4199563 w 4572002"/>
                <a:gd name="connsiteY293" fmla="*/ 2668001 h 6858002"/>
                <a:gd name="connsiteX294" fmla="*/ 4126408 w 4572002"/>
                <a:gd name="connsiteY294" fmla="*/ 2571034 h 6858002"/>
                <a:gd name="connsiteX295" fmla="*/ 4122194 w 4572002"/>
                <a:gd name="connsiteY295" fmla="*/ 2545007 h 6858002"/>
                <a:gd name="connsiteX296" fmla="*/ 4125838 w 4572002"/>
                <a:gd name="connsiteY296" fmla="*/ 2518265 h 6858002"/>
                <a:gd name="connsiteX297" fmla="*/ 4125839 w 4572002"/>
                <a:gd name="connsiteY297" fmla="*/ 2518262 h 6858002"/>
                <a:gd name="connsiteX298" fmla="*/ 4132419 w 4572002"/>
                <a:gd name="connsiteY298" fmla="*/ 2490551 h 6858002"/>
                <a:gd name="connsiteX299" fmla="*/ 4134481 w 4572002"/>
                <a:gd name="connsiteY299" fmla="*/ 2463018 h 6858002"/>
                <a:gd name="connsiteX300" fmla="*/ 4134481 w 4572002"/>
                <a:gd name="connsiteY300" fmla="*/ 2463017 h 6858002"/>
                <a:gd name="connsiteX301" fmla="*/ 4111549 w 4572002"/>
                <a:gd name="connsiteY301" fmla="*/ 2409485 h 6858002"/>
                <a:gd name="connsiteX302" fmla="*/ 4087164 w 4572002"/>
                <a:gd name="connsiteY302" fmla="*/ 2334044 h 6858002"/>
                <a:gd name="connsiteX303" fmla="*/ 4058207 w 4572002"/>
                <a:gd name="connsiteY303" fmla="*/ 2228314 h 6858002"/>
                <a:gd name="connsiteX304" fmla="*/ 4042967 w 4572002"/>
                <a:gd name="connsiteY304" fmla="*/ 2188879 h 6858002"/>
                <a:gd name="connsiteX305" fmla="*/ 4020296 w 4572002"/>
                <a:gd name="connsiteY305" fmla="*/ 2094578 h 6858002"/>
                <a:gd name="connsiteX306" fmla="*/ 4005437 w 4572002"/>
                <a:gd name="connsiteY306" fmla="*/ 2016469 h 6858002"/>
                <a:gd name="connsiteX307" fmla="*/ 3958954 w 4572002"/>
                <a:gd name="connsiteY307" fmla="*/ 1953413 h 6858002"/>
                <a:gd name="connsiteX308" fmla="*/ 3934949 w 4572002"/>
                <a:gd name="connsiteY308" fmla="*/ 1933219 h 6858002"/>
                <a:gd name="connsiteX309" fmla="*/ 3919519 w 4572002"/>
                <a:gd name="connsiteY309" fmla="*/ 1916454 h 6858002"/>
                <a:gd name="connsiteX310" fmla="*/ 3829028 w 4572002"/>
                <a:gd name="connsiteY310" fmla="*/ 1842158 h 6858002"/>
                <a:gd name="connsiteX311" fmla="*/ 3821407 w 4572002"/>
                <a:gd name="connsiteY311" fmla="*/ 1833775 h 6858002"/>
                <a:gd name="connsiteX312" fmla="*/ 3779686 w 4572002"/>
                <a:gd name="connsiteY312" fmla="*/ 1733188 h 6858002"/>
                <a:gd name="connsiteX313" fmla="*/ 3757018 w 4572002"/>
                <a:gd name="connsiteY313" fmla="*/ 1697753 h 6858002"/>
                <a:gd name="connsiteX314" fmla="*/ 3700436 w 4572002"/>
                <a:gd name="connsiteY314" fmla="*/ 1624980 h 6858002"/>
                <a:gd name="connsiteX315" fmla="*/ 3698532 w 4572002"/>
                <a:gd name="connsiteY315" fmla="*/ 1596213 h 6858002"/>
                <a:gd name="connsiteX316" fmla="*/ 3745230 w 4572002"/>
                <a:gd name="connsiteY316" fmla="*/ 1459073 h 6858002"/>
                <a:gd name="connsiteX317" fmla="*/ 3745229 w 4572002"/>
                <a:gd name="connsiteY317" fmla="*/ 1459074 h 6858002"/>
                <a:gd name="connsiteX318" fmla="*/ 3736012 w 4572002"/>
                <a:gd name="connsiteY318" fmla="*/ 1481572 h 6858002"/>
                <a:gd name="connsiteX319" fmla="*/ 3764423 w 4572002"/>
                <a:gd name="connsiteY319" fmla="*/ 1268758 h 6858002"/>
                <a:gd name="connsiteX320" fmla="*/ 3769590 w 4572002"/>
                <a:gd name="connsiteY320" fmla="*/ 1286070 h 6858002"/>
                <a:gd name="connsiteX321" fmla="*/ 3791927 w 4572002"/>
                <a:gd name="connsiteY321" fmla="*/ 1350628 h 6858002"/>
                <a:gd name="connsiteX322" fmla="*/ 3786333 w 4572002"/>
                <a:gd name="connsiteY322" fmla="*/ 1413840 h 6858002"/>
                <a:gd name="connsiteX323" fmla="*/ 3791928 w 4572002"/>
                <a:gd name="connsiteY323" fmla="*/ 1350627 h 6858002"/>
                <a:gd name="connsiteX324" fmla="*/ 3769590 w 4572002"/>
                <a:gd name="connsiteY324" fmla="*/ 1286069 h 6858002"/>
                <a:gd name="connsiteX325" fmla="*/ 3706152 w 4572002"/>
                <a:gd name="connsiteY325" fmla="*/ 773035 h 6858002"/>
                <a:gd name="connsiteX326" fmla="*/ 3706152 w 4572002"/>
                <a:gd name="connsiteY326" fmla="*/ 773036 h 6858002"/>
                <a:gd name="connsiteX327" fmla="*/ 3714152 w 4572002"/>
                <a:gd name="connsiteY327" fmla="*/ 854380 h 6858002"/>
                <a:gd name="connsiteX328" fmla="*/ 3745205 w 4572002"/>
                <a:gd name="connsiteY328" fmla="*/ 915344 h 6858002"/>
                <a:gd name="connsiteX329" fmla="*/ 3755683 w 4572002"/>
                <a:gd name="connsiteY329" fmla="*/ 927156 h 6858002"/>
                <a:gd name="connsiteX330" fmla="*/ 3752063 w 4572002"/>
                <a:gd name="connsiteY330" fmla="*/ 1097088 h 6858002"/>
                <a:gd name="connsiteX331" fmla="*/ 3747681 w 4572002"/>
                <a:gd name="connsiteY331" fmla="*/ 1123186 h 6858002"/>
                <a:gd name="connsiteX332" fmla="*/ 3772400 w 4572002"/>
                <a:gd name="connsiteY332" fmla="*/ 1184029 h 6858002"/>
                <a:gd name="connsiteX333" fmla="*/ 3747682 w 4572002"/>
                <a:gd name="connsiteY333" fmla="*/ 1123185 h 6858002"/>
                <a:gd name="connsiteX334" fmla="*/ 3752064 w 4572002"/>
                <a:gd name="connsiteY334" fmla="*/ 1097087 h 6858002"/>
                <a:gd name="connsiteX335" fmla="*/ 3755684 w 4572002"/>
                <a:gd name="connsiteY335" fmla="*/ 927155 h 6858002"/>
                <a:gd name="connsiteX336" fmla="*/ 3745206 w 4572002"/>
                <a:gd name="connsiteY336" fmla="*/ 915343 h 6858002"/>
                <a:gd name="connsiteX337" fmla="*/ 3714152 w 4572002"/>
                <a:gd name="connsiteY337" fmla="*/ 854379 h 6858002"/>
                <a:gd name="connsiteX338" fmla="*/ 3761553 w 4572002"/>
                <a:gd name="connsiteY338" fmla="*/ 517851 h 6858002"/>
                <a:gd name="connsiteX339" fmla="*/ 3752635 w 4572002"/>
                <a:gd name="connsiteY339" fmla="*/ 556048 h 6858002"/>
                <a:gd name="connsiteX340" fmla="*/ 3746157 w 4572002"/>
                <a:gd name="connsiteY340" fmla="*/ 580051 h 6858002"/>
                <a:gd name="connsiteX341" fmla="*/ 3742776 w 4572002"/>
                <a:gd name="connsiteY341" fmla="*/ 642538 h 6858002"/>
                <a:gd name="connsiteX342" fmla="*/ 3730253 w 4572002"/>
                <a:gd name="connsiteY342" fmla="*/ 694928 h 6858002"/>
                <a:gd name="connsiteX343" fmla="*/ 3742777 w 4572002"/>
                <a:gd name="connsiteY343" fmla="*/ 642537 h 6858002"/>
                <a:gd name="connsiteX344" fmla="*/ 3746158 w 4572002"/>
                <a:gd name="connsiteY344" fmla="*/ 580050 h 6858002"/>
                <a:gd name="connsiteX345" fmla="*/ 3752636 w 4572002"/>
                <a:gd name="connsiteY345" fmla="*/ 556047 h 6858002"/>
                <a:gd name="connsiteX346" fmla="*/ 3774848 w 4572002"/>
                <a:gd name="connsiteY346" fmla="*/ 298169 h 6858002"/>
                <a:gd name="connsiteX347" fmla="*/ 3760065 w 4572002"/>
                <a:gd name="connsiteY347" fmla="*/ 313534 h 6858002"/>
                <a:gd name="connsiteX348" fmla="*/ 3759493 w 4572002"/>
                <a:gd name="connsiteY348" fmla="*/ 338871 h 6858002"/>
                <a:gd name="connsiteX349" fmla="*/ 3759500 w 4572002"/>
                <a:gd name="connsiteY349" fmla="*/ 338900 h 6858002"/>
                <a:gd name="connsiteX350" fmla="*/ 3769400 w 4572002"/>
                <a:gd name="connsiteY350" fmla="*/ 395640 h 6858002"/>
                <a:gd name="connsiteX351" fmla="*/ 3765590 w 4572002"/>
                <a:gd name="connsiteY351" fmla="*/ 367328 h 6858002"/>
                <a:gd name="connsiteX352" fmla="*/ 3759500 w 4572002"/>
                <a:gd name="connsiteY352" fmla="*/ 338900 h 6858002"/>
                <a:gd name="connsiteX353" fmla="*/ 3759494 w 4572002"/>
                <a:gd name="connsiteY353" fmla="*/ 338870 h 6858002"/>
                <a:gd name="connsiteX354" fmla="*/ 3760066 w 4572002"/>
                <a:gd name="connsiteY354" fmla="*/ 313533 h 6858002"/>
                <a:gd name="connsiteX355" fmla="*/ 3782393 w 4572002"/>
                <a:gd name="connsiteY355" fmla="*/ 281568 h 6858002"/>
                <a:gd name="connsiteX356" fmla="*/ 3777498 w 4572002"/>
                <a:gd name="connsiteY356" fmla="*/ 295415 h 6858002"/>
                <a:gd name="connsiteX357" fmla="*/ 3777499 w 4572002"/>
                <a:gd name="connsiteY357" fmla="*/ 295415 h 6858002"/>
                <a:gd name="connsiteX358" fmla="*/ 3769073 w 4572002"/>
                <a:gd name="connsiteY358" fmla="*/ 24486 h 6858002"/>
                <a:gd name="connsiteX359" fmla="*/ 3766810 w 4572002"/>
                <a:gd name="connsiteY359" fmla="*/ 74129 h 6858002"/>
                <a:gd name="connsiteX360" fmla="*/ 3772734 w 4572002"/>
                <a:gd name="connsiteY360" fmla="*/ 125861 h 6858002"/>
                <a:gd name="connsiteX361" fmla="*/ 3777129 w 4572002"/>
                <a:gd name="connsiteY361" fmla="*/ 153387 h 6858002"/>
                <a:gd name="connsiteX362" fmla="*/ 3785402 w 4572002"/>
                <a:gd name="connsiteY362" fmla="*/ 228944 h 6858002"/>
                <a:gd name="connsiteX363" fmla="*/ 3780943 w 4572002"/>
                <a:gd name="connsiteY363" fmla="*/ 177271 h 6858002"/>
                <a:gd name="connsiteX364" fmla="*/ 3777129 w 4572002"/>
                <a:gd name="connsiteY364" fmla="*/ 153387 h 6858002"/>
                <a:gd name="connsiteX365" fmla="*/ 3776930 w 4572002"/>
                <a:gd name="connsiteY365" fmla="*/ 151569 h 6858002"/>
                <a:gd name="connsiteX366" fmla="*/ 3766811 w 4572002"/>
                <a:gd name="connsiteY366" fmla="*/ 74129 h 6858002"/>
                <a:gd name="connsiteX367" fmla="*/ 3766492 w 4572002"/>
                <a:gd name="connsiteY367" fmla="*/ 0 h 6858002"/>
                <a:gd name="connsiteX368" fmla="*/ 4230600 w 4572002"/>
                <a:gd name="connsiteY368" fmla="*/ 0 h 6858002"/>
                <a:gd name="connsiteX369" fmla="*/ 4229473 w 4572002"/>
                <a:gd name="connsiteY369" fmla="*/ 2817 h 6858002"/>
                <a:gd name="connsiteX370" fmla="*/ 4215375 w 4572002"/>
                <a:gd name="connsiteY370" fmla="*/ 63587 h 6858002"/>
                <a:gd name="connsiteX371" fmla="*/ 4201468 w 4572002"/>
                <a:gd name="connsiteY371" fmla="*/ 176939 h 6858002"/>
                <a:gd name="connsiteX372" fmla="*/ 4193466 w 4572002"/>
                <a:gd name="connsiteY372" fmla="*/ 200182 h 6858002"/>
                <a:gd name="connsiteX373" fmla="*/ 4155554 w 4572002"/>
                <a:gd name="connsiteY373" fmla="*/ 340774 h 6858002"/>
                <a:gd name="connsiteX374" fmla="*/ 4156319 w 4572002"/>
                <a:gd name="connsiteY374" fmla="*/ 453364 h 6858002"/>
                <a:gd name="connsiteX375" fmla="*/ 4158033 w 4572002"/>
                <a:gd name="connsiteY375" fmla="*/ 462126 h 6858002"/>
                <a:gd name="connsiteX376" fmla="*/ 4170605 w 4572002"/>
                <a:gd name="connsiteY376" fmla="*/ 505182 h 6858002"/>
                <a:gd name="connsiteX377" fmla="*/ 4167177 w 4572002"/>
                <a:gd name="connsiteY377" fmla="*/ 571860 h 6858002"/>
                <a:gd name="connsiteX378" fmla="*/ 4149840 w 4572002"/>
                <a:gd name="connsiteY378" fmla="*/ 617772 h 6858002"/>
                <a:gd name="connsiteX379" fmla="*/ 4149078 w 4572002"/>
                <a:gd name="connsiteY379" fmla="*/ 674923 h 6858002"/>
                <a:gd name="connsiteX380" fmla="*/ 4159937 w 4572002"/>
                <a:gd name="connsiteY380" fmla="*/ 740268 h 6858002"/>
                <a:gd name="connsiteX381" fmla="*/ 4162223 w 4572002"/>
                <a:gd name="connsiteY381" fmla="*/ 769605 h 6858002"/>
                <a:gd name="connsiteX382" fmla="*/ 4184703 w 4572002"/>
                <a:gd name="connsiteY382" fmla="*/ 850189 h 6858002"/>
                <a:gd name="connsiteX383" fmla="*/ 4179179 w 4572002"/>
                <a:gd name="connsiteY383" fmla="*/ 898198 h 6858002"/>
                <a:gd name="connsiteX384" fmla="*/ 4164319 w 4572002"/>
                <a:gd name="connsiteY384" fmla="*/ 945444 h 6858002"/>
                <a:gd name="connsiteX385" fmla="*/ 4150030 w 4572002"/>
                <a:gd name="connsiteY385" fmla="*/ 975733 h 6858002"/>
                <a:gd name="connsiteX386" fmla="*/ 4139934 w 4572002"/>
                <a:gd name="connsiteY386" fmla="*/ 1036887 h 6858002"/>
                <a:gd name="connsiteX387" fmla="*/ 4141458 w 4572002"/>
                <a:gd name="connsiteY387" fmla="*/ 1048125 h 6858002"/>
                <a:gd name="connsiteX388" fmla="*/ 4154032 w 4572002"/>
                <a:gd name="connsiteY388" fmla="*/ 1230633 h 6858002"/>
                <a:gd name="connsiteX389" fmla="*/ 4174225 w 4572002"/>
                <a:gd name="connsiteY389" fmla="*/ 1303024 h 6858002"/>
                <a:gd name="connsiteX390" fmla="*/ 4176701 w 4572002"/>
                <a:gd name="connsiteY390" fmla="*/ 1318456 h 6858002"/>
                <a:gd name="connsiteX391" fmla="*/ 4199372 w 4572002"/>
                <a:gd name="connsiteY391" fmla="*/ 1472575 h 6858002"/>
                <a:gd name="connsiteX392" fmla="*/ 4200325 w 4572002"/>
                <a:gd name="connsiteY392" fmla="*/ 1489720 h 6858002"/>
                <a:gd name="connsiteX393" fmla="*/ 4196324 w 4572002"/>
                <a:gd name="connsiteY393" fmla="*/ 1537537 h 6858002"/>
                <a:gd name="connsiteX394" fmla="*/ 4237474 w 4572002"/>
                <a:gd name="connsiteY394" fmla="*/ 1650317 h 6858002"/>
                <a:gd name="connsiteX395" fmla="*/ 4251572 w 4572002"/>
                <a:gd name="connsiteY395" fmla="*/ 1763287 h 6858002"/>
                <a:gd name="connsiteX396" fmla="*/ 4251380 w 4572002"/>
                <a:gd name="connsiteY396" fmla="*/ 1825393 h 6858002"/>
                <a:gd name="connsiteX397" fmla="*/ 4261478 w 4572002"/>
                <a:gd name="connsiteY397" fmla="*/ 1869780 h 6858002"/>
                <a:gd name="connsiteX398" fmla="*/ 4292149 w 4572002"/>
                <a:gd name="connsiteY398" fmla="*/ 1978940 h 6858002"/>
                <a:gd name="connsiteX399" fmla="*/ 4296911 w 4572002"/>
                <a:gd name="connsiteY399" fmla="*/ 2030378 h 6858002"/>
                <a:gd name="connsiteX400" fmla="*/ 4307201 w 4572002"/>
                <a:gd name="connsiteY400" fmla="*/ 2085054 h 6858002"/>
                <a:gd name="connsiteX401" fmla="*/ 4353302 w 4572002"/>
                <a:gd name="connsiteY401" fmla="*/ 2220312 h 6858002"/>
                <a:gd name="connsiteX402" fmla="*/ 4350636 w 4572002"/>
                <a:gd name="connsiteY402" fmla="*/ 2330806 h 6858002"/>
                <a:gd name="connsiteX403" fmla="*/ 4351206 w 4572002"/>
                <a:gd name="connsiteY403" fmla="*/ 2401292 h 6858002"/>
                <a:gd name="connsiteX404" fmla="*/ 4366446 w 4572002"/>
                <a:gd name="connsiteY404" fmla="*/ 2485307 h 6858002"/>
                <a:gd name="connsiteX405" fmla="*/ 4388736 w 4572002"/>
                <a:gd name="connsiteY405" fmla="*/ 2554079 h 6858002"/>
                <a:gd name="connsiteX406" fmla="*/ 4406453 w 4572002"/>
                <a:gd name="connsiteY406" fmla="*/ 2649143 h 6858002"/>
                <a:gd name="connsiteX407" fmla="*/ 4440554 w 4572002"/>
                <a:gd name="connsiteY407" fmla="*/ 2743826 h 6858002"/>
                <a:gd name="connsiteX408" fmla="*/ 4466653 w 4572002"/>
                <a:gd name="connsiteY408" fmla="*/ 2809930 h 6858002"/>
                <a:gd name="connsiteX409" fmla="*/ 4489705 w 4572002"/>
                <a:gd name="connsiteY409" fmla="*/ 2901943 h 6858002"/>
                <a:gd name="connsiteX410" fmla="*/ 4505897 w 4572002"/>
                <a:gd name="connsiteY410" fmla="*/ 3042728 h 6858002"/>
                <a:gd name="connsiteX411" fmla="*/ 4507613 w 4572002"/>
                <a:gd name="connsiteY411" fmla="*/ 3107500 h 6858002"/>
                <a:gd name="connsiteX412" fmla="*/ 4545521 w 4572002"/>
                <a:gd name="connsiteY412" fmla="*/ 3209993 h 6858002"/>
                <a:gd name="connsiteX413" fmla="*/ 4563811 w 4572002"/>
                <a:gd name="connsiteY413" fmla="*/ 3253809 h 6858002"/>
                <a:gd name="connsiteX414" fmla="*/ 4548570 w 4572002"/>
                <a:gd name="connsiteY414" fmla="*/ 3293244 h 6858002"/>
                <a:gd name="connsiteX415" fmla="*/ 4531043 w 4572002"/>
                <a:gd name="connsiteY415" fmla="*/ 3318771 h 6858002"/>
                <a:gd name="connsiteX416" fmla="*/ 4545904 w 4572002"/>
                <a:gd name="connsiteY416" fmla="*/ 3399546 h 6858002"/>
                <a:gd name="connsiteX417" fmla="*/ 4561524 w 4572002"/>
                <a:gd name="connsiteY417" fmla="*/ 3485275 h 6858002"/>
                <a:gd name="connsiteX418" fmla="*/ 4572002 w 4572002"/>
                <a:gd name="connsiteY418" fmla="*/ 3546617 h 6858002"/>
                <a:gd name="connsiteX419" fmla="*/ 4563620 w 4572002"/>
                <a:gd name="connsiteY419" fmla="*/ 3623201 h 6858002"/>
                <a:gd name="connsiteX420" fmla="*/ 4560192 w 4572002"/>
                <a:gd name="connsiteY420" fmla="*/ 3683591 h 6858002"/>
                <a:gd name="connsiteX421" fmla="*/ 4550476 w 4572002"/>
                <a:gd name="connsiteY421" fmla="*/ 3732361 h 6858002"/>
                <a:gd name="connsiteX422" fmla="*/ 4544759 w 4572002"/>
                <a:gd name="connsiteY422" fmla="*/ 3749506 h 6858002"/>
                <a:gd name="connsiteX423" fmla="*/ 4500182 w 4572002"/>
                <a:gd name="connsiteY423" fmla="*/ 3885338 h 6858002"/>
                <a:gd name="connsiteX424" fmla="*/ 4464557 w 4572002"/>
                <a:gd name="connsiteY424" fmla="*/ 4030503 h 6858002"/>
                <a:gd name="connsiteX425" fmla="*/ 4487039 w 4572002"/>
                <a:gd name="connsiteY425" fmla="*/ 4124614 h 6858002"/>
                <a:gd name="connsiteX426" fmla="*/ 4486656 w 4572002"/>
                <a:gd name="connsiteY426" fmla="*/ 4159667 h 6858002"/>
                <a:gd name="connsiteX427" fmla="*/ 4491801 w 4572002"/>
                <a:gd name="connsiteY427" fmla="*/ 4320837 h 6858002"/>
                <a:gd name="connsiteX428" fmla="*/ 4497325 w 4572002"/>
                <a:gd name="connsiteY428" fmla="*/ 4349222 h 6858002"/>
                <a:gd name="connsiteX429" fmla="*/ 4474653 w 4572002"/>
                <a:gd name="connsiteY429" fmla="*/ 4502579 h 6858002"/>
                <a:gd name="connsiteX430" fmla="*/ 4470844 w 4572002"/>
                <a:gd name="connsiteY430" fmla="*/ 4558207 h 6858002"/>
                <a:gd name="connsiteX431" fmla="*/ 4464557 w 4572002"/>
                <a:gd name="connsiteY431" fmla="*/ 4609452 h 6858002"/>
                <a:gd name="connsiteX432" fmla="*/ 4463033 w 4572002"/>
                <a:gd name="connsiteY432" fmla="*/ 4681083 h 6858002"/>
                <a:gd name="connsiteX433" fmla="*/ 4465891 w 4572002"/>
                <a:gd name="connsiteY433" fmla="*/ 4755381 h 6858002"/>
                <a:gd name="connsiteX434" fmla="*/ 4465319 w 4572002"/>
                <a:gd name="connsiteY434" fmla="*/ 4838250 h 6858002"/>
                <a:gd name="connsiteX435" fmla="*/ 4460367 w 4572002"/>
                <a:gd name="connsiteY435" fmla="*/ 4871019 h 6858002"/>
                <a:gd name="connsiteX436" fmla="*/ 4463795 w 4572002"/>
                <a:gd name="connsiteY436" fmla="*/ 4959602 h 6858002"/>
                <a:gd name="connsiteX437" fmla="*/ 4458082 w 4572002"/>
                <a:gd name="connsiteY437" fmla="*/ 5006086 h 6858002"/>
                <a:gd name="connsiteX438" fmla="*/ 4456937 w 4572002"/>
                <a:gd name="connsiteY438" fmla="*/ 5082670 h 6858002"/>
                <a:gd name="connsiteX439" fmla="*/ 4455603 w 4572002"/>
                <a:gd name="connsiteY439" fmla="*/ 5107627 h 6858002"/>
                <a:gd name="connsiteX440" fmla="*/ 4454840 w 4572002"/>
                <a:gd name="connsiteY440" fmla="*/ 5129916 h 6858002"/>
                <a:gd name="connsiteX441" fmla="*/ 4470464 w 4572002"/>
                <a:gd name="connsiteY441" fmla="*/ 5206308 h 6858002"/>
                <a:gd name="connsiteX442" fmla="*/ 4471415 w 4572002"/>
                <a:gd name="connsiteY442" fmla="*/ 5274129 h 6858002"/>
                <a:gd name="connsiteX443" fmla="*/ 4483990 w 4572002"/>
                <a:gd name="connsiteY443" fmla="*/ 5393005 h 6858002"/>
                <a:gd name="connsiteX444" fmla="*/ 4479607 w 4572002"/>
                <a:gd name="connsiteY444" fmla="*/ 5419295 h 6858002"/>
                <a:gd name="connsiteX445" fmla="*/ 4477894 w 4572002"/>
                <a:gd name="connsiteY445" fmla="*/ 5501594 h 6858002"/>
                <a:gd name="connsiteX446" fmla="*/ 4476560 w 4572002"/>
                <a:gd name="connsiteY446" fmla="*/ 5548460 h 6858002"/>
                <a:gd name="connsiteX447" fmla="*/ 4485703 w 4572002"/>
                <a:gd name="connsiteY447" fmla="*/ 5606372 h 6858002"/>
                <a:gd name="connsiteX448" fmla="*/ 4505134 w 4572002"/>
                <a:gd name="connsiteY448" fmla="*/ 5706959 h 6858002"/>
                <a:gd name="connsiteX449" fmla="*/ 4508183 w 4572002"/>
                <a:gd name="connsiteY449" fmla="*/ 5733440 h 6858002"/>
                <a:gd name="connsiteX450" fmla="*/ 4517519 w 4572002"/>
                <a:gd name="connsiteY450" fmla="*/ 5781830 h 6858002"/>
                <a:gd name="connsiteX451" fmla="*/ 4519234 w 4572002"/>
                <a:gd name="connsiteY451" fmla="*/ 5790592 h 6858002"/>
                <a:gd name="connsiteX452" fmla="*/ 4542855 w 4572002"/>
                <a:gd name="connsiteY452" fmla="*/ 5864318 h 6858002"/>
                <a:gd name="connsiteX453" fmla="*/ 4544759 w 4572002"/>
                <a:gd name="connsiteY453" fmla="*/ 5902610 h 6858002"/>
                <a:gd name="connsiteX454" fmla="*/ 4544951 w 4572002"/>
                <a:gd name="connsiteY454" fmla="*/ 6012723 h 6858002"/>
                <a:gd name="connsiteX455" fmla="*/ 4541332 w 4572002"/>
                <a:gd name="connsiteY455" fmla="*/ 6059397 h 6858002"/>
                <a:gd name="connsiteX456" fmla="*/ 4527426 w 4572002"/>
                <a:gd name="connsiteY456" fmla="*/ 6171605 h 6858002"/>
                <a:gd name="connsiteX457" fmla="*/ 4520568 w 4572002"/>
                <a:gd name="connsiteY457" fmla="*/ 6242093 h 6858002"/>
                <a:gd name="connsiteX458" fmla="*/ 4509706 w 4572002"/>
                <a:gd name="connsiteY458" fmla="*/ 6323058 h 6858002"/>
                <a:gd name="connsiteX459" fmla="*/ 4502848 w 4572002"/>
                <a:gd name="connsiteY459" fmla="*/ 6415833 h 6858002"/>
                <a:gd name="connsiteX460" fmla="*/ 4482084 w 4572002"/>
                <a:gd name="connsiteY460" fmla="*/ 6584812 h 6858002"/>
                <a:gd name="connsiteX461" fmla="*/ 4460557 w 4572002"/>
                <a:gd name="connsiteY461" fmla="*/ 6748458 h 6858002"/>
                <a:gd name="connsiteX462" fmla="*/ 4441507 w 4572002"/>
                <a:gd name="connsiteY462" fmla="*/ 6815516 h 6858002"/>
                <a:gd name="connsiteX463" fmla="*/ 4431806 w 4572002"/>
                <a:gd name="connsiteY463" fmla="*/ 6858001 h 6858002"/>
                <a:gd name="connsiteX464" fmla="*/ 4259554 w 4572002"/>
                <a:gd name="connsiteY464" fmla="*/ 6858001 h 6858002"/>
                <a:gd name="connsiteX465" fmla="*/ 4259554 w 4572002"/>
                <a:gd name="connsiteY465" fmla="*/ 6858002 h 6858002"/>
                <a:gd name="connsiteX466" fmla="*/ 0 w 4572002"/>
                <a:gd name="connsiteY466" fmla="*/ 6858002 h 6858002"/>
                <a:gd name="connsiteX467" fmla="*/ 0 w 4572002"/>
                <a:gd name="connsiteY467" fmla="*/ 2 h 6858002"/>
                <a:gd name="connsiteX468" fmla="*/ 3766492 w 4572002"/>
                <a:gd name="connsiteY468" fmla="*/ 1 h 6858002"/>
                <a:gd name="connsiteX469" fmla="*/ 3769210 w 4572002"/>
                <a:gd name="connsiteY469" fmla="*/ 21486 h 68580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</a:cxnLst>
              <a:rect l="l" t="t" r="r" b="b"/>
              <a:pathLst>
                <a:path w="4572002" h="6858002">
                  <a:moveTo>
                    <a:pt x="4214994" y="6564620"/>
                  </a:moveTo>
                  <a:lnTo>
                    <a:pt x="4214994" y="6564621"/>
                  </a:lnTo>
                  <a:cubicBezTo>
                    <a:pt x="4225281" y="6575479"/>
                    <a:pt x="4231378" y="6582147"/>
                    <a:pt x="4237474" y="6588626"/>
                  </a:cubicBezTo>
                  <a:lnTo>
                    <a:pt x="4254096" y="6625225"/>
                  </a:lnTo>
                  <a:lnTo>
                    <a:pt x="4247001" y="6662540"/>
                  </a:lnTo>
                  <a:lnTo>
                    <a:pt x="4247000" y="6662541"/>
                  </a:lnTo>
                  <a:lnTo>
                    <a:pt x="4246999" y="6662544"/>
                  </a:lnTo>
                  <a:lnTo>
                    <a:pt x="4235550" y="6683027"/>
                  </a:lnTo>
                  <a:lnTo>
                    <a:pt x="4232403" y="6702976"/>
                  </a:lnTo>
                  <a:lnTo>
                    <a:pt x="4232403" y="6702977"/>
                  </a:lnTo>
                  <a:cubicBezTo>
                    <a:pt x="4232808" y="6716169"/>
                    <a:pt x="4237951" y="6729219"/>
                    <a:pt x="4246238" y="6742553"/>
                  </a:cubicBezTo>
                  <a:lnTo>
                    <a:pt x="4246239" y="6742555"/>
                  </a:lnTo>
                  <a:lnTo>
                    <a:pt x="4265716" y="6812062"/>
                  </a:lnTo>
                  <a:lnTo>
                    <a:pt x="4265717" y="6812064"/>
                  </a:lnTo>
                  <a:lnTo>
                    <a:pt x="4265717" y="6812063"/>
                  </a:lnTo>
                  <a:lnTo>
                    <a:pt x="4265716" y="6812062"/>
                  </a:lnTo>
                  <a:lnTo>
                    <a:pt x="4260942" y="6776800"/>
                  </a:lnTo>
                  <a:lnTo>
                    <a:pt x="4246239" y="6742555"/>
                  </a:lnTo>
                  <a:lnTo>
                    <a:pt x="4246238" y="6742552"/>
                  </a:lnTo>
                  <a:lnTo>
                    <a:pt x="4232403" y="6702976"/>
                  </a:lnTo>
                  <a:lnTo>
                    <a:pt x="4246999" y="6662544"/>
                  </a:lnTo>
                  <a:lnTo>
                    <a:pt x="4247000" y="6662542"/>
                  </a:lnTo>
                  <a:lnTo>
                    <a:pt x="4247001" y="6662540"/>
                  </a:lnTo>
                  <a:lnTo>
                    <a:pt x="4254084" y="6645552"/>
                  </a:lnTo>
                  <a:lnTo>
                    <a:pt x="4254096" y="6625225"/>
                  </a:lnTo>
                  <a:lnTo>
                    <a:pt x="4254096" y="6625224"/>
                  </a:lnTo>
                  <a:cubicBezTo>
                    <a:pt x="4252000" y="6611341"/>
                    <a:pt x="4245951" y="6597578"/>
                    <a:pt x="4237474" y="6588625"/>
                  </a:cubicBezTo>
                  <a:close/>
                  <a:moveTo>
                    <a:pt x="4295315" y="6438981"/>
                  </a:moveTo>
                  <a:lnTo>
                    <a:pt x="4275385" y="6463840"/>
                  </a:lnTo>
                  <a:lnTo>
                    <a:pt x="4275382" y="6463849"/>
                  </a:lnTo>
                  <a:lnTo>
                    <a:pt x="4261587" y="6513012"/>
                  </a:lnTo>
                  <a:lnTo>
                    <a:pt x="4242781" y="6546194"/>
                  </a:lnTo>
                  <a:lnTo>
                    <a:pt x="4242781" y="6546195"/>
                  </a:lnTo>
                  <a:lnTo>
                    <a:pt x="4259120" y="6521804"/>
                  </a:lnTo>
                  <a:lnTo>
                    <a:pt x="4261587" y="6513012"/>
                  </a:lnTo>
                  <a:lnTo>
                    <a:pt x="4264398" y="6508052"/>
                  </a:lnTo>
                  <a:lnTo>
                    <a:pt x="4275382" y="6463849"/>
                  </a:lnTo>
                  <a:lnTo>
                    <a:pt x="4275385" y="6463841"/>
                  </a:lnTo>
                  <a:cubicBezTo>
                    <a:pt x="4278336" y="6451650"/>
                    <a:pt x="4285813" y="6444077"/>
                    <a:pt x="4295315" y="6438981"/>
                  </a:cubicBezTo>
                  <a:close/>
                  <a:moveTo>
                    <a:pt x="4381289" y="6365204"/>
                  </a:moveTo>
                  <a:lnTo>
                    <a:pt x="4380008" y="6387910"/>
                  </a:lnTo>
                  <a:lnTo>
                    <a:pt x="4378243" y="6391549"/>
                  </a:lnTo>
                  <a:lnTo>
                    <a:pt x="4370589" y="6407332"/>
                  </a:lnTo>
                  <a:lnTo>
                    <a:pt x="4370589" y="6407333"/>
                  </a:lnTo>
                  <a:lnTo>
                    <a:pt x="4378243" y="6391549"/>
                  </a:lnTo>
                  <a:lnTo>
                    <a:pt x="4380008" y="6387910"/>
                  </a:lnTo>
                  <a:close/>
                  <a:moveTo>
                    <a:pt x="4142220" y="4221391"/>
                  </a:moveTo>
                  <a:lnTo>
                    <a:pt x="4142220" y="4221392"/>
                  </a:lnTo>
                  <a:cubicBezTo>
                    <a:pt x="4142982" y="4232061"/>
                    <a:pt x="4143172" y="4243873"/>
                    <a:pt x="4147936" y="4253015"/>
                  </a:cubicBezTo>
                  <a:cubicBezTo>
                    <a:pt x="4160129" y="4277402"/>
                    <a:pt x="4175749" y="4300071"/>
                    <a:pt x="4187752" y="4324646"/>
                  </a:cubicBezTo>
                  <a:lnTo>
                    <a:pt x="4196706" y="4363891"/>
                  </a:lnTo>
                  <a:lnTo>
                    <a:pt x="4195944" y="4482004"/>
                  </a:lnTo>
                  <a:cubicBezTo>
                    <a:pt x="4193276" y="4546776"/>
                    <a:pt x="4192704" y="4612500"/>
                    <a:pt x="4135934" y="4659174"/>
                  </a:cubicBezTo>
                  <a:cubicBezTo>
                    <a:pt x="4131362" y="4662986"/>
                    <a:pt x="4128694" y="4671176"/>
                    <a:pt x="4127932" y="4677655"/>
                  </a:cubicBezTo>
                  <a:cubicBezTo>
                    <a:pt x="4124313" y="4707564"/>
                    <a:pt x="4123931" y="4738235"/>
                    <a:pt x="4118025" y="4767764"/>
                  </a:cubicBezTo>
                  <a:cubicBezTo>
                    <a:pt x="4115644" y="4779575"/>
                    <a:pt x="4114835" y="4790387"/>
                    <a:pt x="4116716" y="4800483"/>
                  </a:cubicBezTo>
                  <a:lnTo>
                    <a:pt x="4116716" y="4800484"/>
                  </a:lnTo>
                  <a:cubicBezTo>
                    <a:pt x="4118597" y="4810581"/>
                    <a:pt x="4123170" y="4819964"/>
                    <a:pt x="4131552" y="4828917"/>
                  </a:cubicBezTo>
                  <a:lnTo>
                    <a:pt x="4153733" y="4863343"/>
                  </a:lnTo>
                  <a:lnTo>
                    <a:pt x="4161262" y="4889275"/>
                  </a:lnTo>
                  <a:lnTo>
                    <a:pt x="4159557" y="4912168"/>
                  </a:lnTo>
                  <a:cubicBezTo>
                    <a:pt x="4157842" y="4919978"/>
                    <a:pt x="4157485" y="4927122"/>
                    <a:pt x="4158155" y="4933804"/>
                  </a:cubicBezTo>
                  <a:lnTo>
                    <a:pt x="4158155" y="4933805"/>
                  </a:lnTo>
                  <a:lnTo>
                    <a:pt x="4162914" y="4952673"/>
                  </a:lnTo>
                  <a:lnTo>
                    <a:pt x="4165707" y="4957454"/>
                  </a:lnTo>
                  <a:lnTo>
                    <a:pt x="4166985" y="4961456"/>
                  </a:lnTo>
                  <a:cubicBezTo>
                    <a:pt x="4171496" y="4970097"/>
                    <a:pt x="4177202" y="4978394"/>
                    <a:pt x="4182989" y="4987038"/>
                  </a:cubicBezTo>
                  <a:cubicBezTo>
                    <a:pt x="4194228" y="5003802"/>
                    <a:pt x="4208326" y="5022853"/>
                    <a:pt x="4209468" y="5041522"/>
                  </a:cubicBezTo>
                  <a:cubicBezTo>
                    <a:pt x="4210087" y="5052096"/>
                    <a:pt x="4213005" y="5062300"/>
                    <a:pt x="4216684" y="5072376"/>
                  </a:cubicBezTo>
                  <a:lnTo>
                    <a:pt x="4222587" y="5087441"/>
                  </a:lnTo>
                  <a:lnTo>
                    <a:pt x="4235615" y="5133220"/>
                  </a:lnTo>
                  <a:lnTo>
                    <a:pt x="4235616" y="5133225"/>
                  </a:lnTo>
                  <a:lnTo>
                    <a:pt x="4228901" y="5166113"/>
                  </a:lnTo>
                  <a:lnTo>
                    <a:pt x="4228901" y="5166114"/>
                  </a:lnTo>
                  <a:cubicBezTo>
                    <a:pt x="4228139" y="5167638"/>
                    <a:pt x="4228712" y="5169781"/>
                    <a:pt x="4229593" y="5172091"/>
                  </a:cubicBezTo>
                  <a:lnTo>
                    <a:pt x="4232139" y="5179068"/>
                  </a:lnTo>
                  <a:cubicBezTo>
                    <a:pt x="4235759" y="5196595"/>
                    <a:pt x="4235807" y="5213598"/>
                    <a:pt x="4231973" y="5229434"/>
                  </a:cubicBezTo>
                  <a:lnTo>
                    <a:pt x="4225669" y="5241089"/>
                  </a:lnTo>
                  <a:lnTo>
                    <a:pt x="4208517" y="5272796"/>
                  </a:lnTo>
                  <a:cubicBezTo>
                    <a:pt x="4196871" y="5285441"/>
                    <a:pt x="4189165" y="5298595"/>
                    <a:pt x="4184613" y="5312288"/>
                  </a:cubicBezTo>
                  <a:lnTo>
                    <a:pt x="4183557" y="5321350"/>
                  </a:lnTo>
                  <a:lnTo>
                    <a:pt x="4181083" y="5326163"/>
                  </a:lnTo>
                  <a:lnTo>
                    <a:pt x="4179637" y="5355014"/>
                  </a:lnTo>
                  <a:lnTo>
                    <a:pt x="4179637" y="5355015"/>
                  </a:lnTo>
                  <a:cubicBezTo>
                    <a:pt x="4180286" y="5364883"/>
                    <a:pt x="4181989" y="5375003"/>
                    <a:pt x="4184513" y="5385385"/>
                  </a:cubicBezTo>
                  <a:cubicBezTo>
                    <a:pt x="4187752" y="5398722"/>
                    <a:pt x="4190038" y="5412058"/>
                    <a:pt x="4192704" y="5425583"/>
                  </a:cubicBezTo>
                  <a:cubicBezTo>
                    <a:pt x="4196514" y="5443871"/>
                    <a:pt x="4200516" y="5462352"/>
                    <a:pt x="4204327" y="5480638"/>
                  </a:cubicBezTo>
                  <a:lnTo>
                    <a:pt x="4208850" y="5507668"/>
                  </a:lnTo>
                  <a:lnTo>
                    <a:pt x="4198232" y="5531692"/>
                  </a:lnTo>
                  <a:lnTo>
                    <a:pt x="4198231" y="5531693"/>
                  </a:lnTo>
                  <a:cubicBezTo>
                    <a:pt x="4191181" y="5537600"/>
                    <a:pt x="4187989" y="5542649"/>
                    <a:pt x="4188085" y="5547578"/>
                  </a:cubicBezTo>
                  <a:lnTo>
                    <a:pt x="4188085" y="5547579"/>
                  </a:lnTo>
                  <a:cubicBezTo>
                    <a:pt x="4188180" y="5552508"/>
                    <a:pt x="4191562" y="5557318"/>
                    <a:pt x="4197659" y="5562747"/>
                  </a:cubicBezTo>
                  <a:cubicBezTo>
                    <a:pt x="4240332" y="5600468"/>
                    <a:pt x="4267003" y="5646190"/>
                    <a:pt x="4268907" y="5704484"/>
                  </a:cubicBezTo>
                  <a:cubicBezTo>
                    <a:pt x="4269289" y="5716486"/>
                    <a:pt x="4271954" y="5728679"/>
                    <a:pt x="4274812" y="5740489"/>
                  </a:cubicBezTo>
                  <a:cubicBezTo>
                    <a:pt x="4276527" y="5747729"/>
                    <a:pt x="4278433" y="5756494"/>
                    <a:pt x="4283578" y="5760874"/>
                  </a:cubicBezTo>
                  <a:cubicBezTo>
                    <a:pt x="4322821" y="5794975"/>
                    <a:pt x="4350063" y="5837458"/>
                    <a:pt x="4371973" y="5883752"/>
                  </a:cubicBezTo>
                  <a:lnTo>
                    <a:pt x="4371974" y="5883757"/>
                  </a:lnTo>
                  <a:lnTo>
                    <a:pt x="4389877" y="5935946"/>
                  </a:lnTo>
                  <a:lnTo>
                    <a:pt x="4389878" y="5935950"/>
                  </a:lnTo>
                  <a:lnTo>
                    <a:pt x="4386259" y="5993290"/>
                  </a:lnTo>
                  <a:lnTo>
                    <a:pt x="4386259" y="5993291"/>
                  </a:lnTo>
                  <a:cubicBezTo>
                    <a:pt x="4385116" y="6004531"/>
                    <a:pt x="4385306" y="6017485"/>
                    <a:pt x="4379782" y="6026440"/>
                  </a:cubicBezTo>
                  <a:cubicBezTo>
                    <a:pt x="4362445" y="6054825"/>
                    <a:pt x="4343778" y="6082258"/>
                    <a:pt x="4323583" y="6108738"/>
                  </a:cubicBezTo>
                  <a:cubicBezTo>
                    <a:pt x="4314914" y="6120074"/>
                    <a:pt x="4309961" y="6126884"/>
                    <a:pt x="4309890" y="6133314"/>
                  </a:cubicBezTo>
                  <a:lnTo>
                    <a:pt x="4309890" y="6133315"/>
                  </a:lnTo>
                  <a:lnTo>
                    <a:pt x="4313591" y="6143190"/>
                  </a:lnTo>
                  <a:lnTo>
                    <a:pt x="4325486" y="6155600"/>
                  </a:lnTo>
                  <a:lnTo>
                    <a:pt x="4325488" y="6155603"/>
                  </a:lnTo>
                  <a:cubicBezTo>
                    <a:pt x="4347778" y="6175798"/>
                    <a:pt x="4359398" y="6200945"/>
                    <a:pt x="4364160" y="6228757"/>
                  </a:cubicBezTo>
                  <a:lnTo>
                    <a:pt x="4381497" y="6361540"/>
                  </a:lnTo>
                  <a:lnTo>
                    <a:pt x="4381497" y="6361539"/>
                  </a:lnTo>
                  <a:cubicBezTo>
                    <a:pt x="4377877" y="6317151"/>
                    <a:pt x="4371590" y="6272764"/>
                    <a:pt x="4364160" y="6228756"/>
                  </a:cubicBezTo>
                  <a:cubicBezTo>
                    <a:pt x="4359398" y="6200944"/>
                    <a:pt x="4347778" y="6175797"/>
                    <a:pt x="4325488" y="6155602"/>
                  </a:cubicBezTo>
                  <a:lnTo>
                    <a:pt x="4325486" y="6155600"/>
                  </a:lnTo>
                  <a:lnTo>
                    <a:pt x="4309890" y="6133315"/>
                  </a:lnTo>
                  <a:lnTo>
                    <a:pt x="4323583" y="6108739"/>
                  </a:lnTo>
                  <a:cubicBezTo>
                    <a:pt x="4343778" y="6082259"/>
                    <a:pt x="4362445" y="6054826"/>
                    <a:pt x="4379782" y="6026441"/>
                  </a:cubicBezTo>
                  <a:cubicBezTo>
                    <a:pt x="4385306" y="6017486"/>
                    <a:pt x="4385116" y="6004532"/>
                    <a:pt x="4386259" y="5993292"/>
                  </a:cubicBezTo>
                  <a:lnTo>
                    <a:pt x="4386259" y="5993290"/>
                  </a:lnTo>
                  <a:lnTo>
                    <a:pt x="4389712" y="5964477"/>
                  </a:lnTo>
                  <a:lnTo>
                    <a:pt x="4389878" y="5935950"/>
                  </a:lnTo>
                  <a:lnTo>
                    <a:pt x="4389878" y="5935949"/>
                  </a:lnTo>
                  <a:lnTo>
                    <a:pt x="4389877" y="5935946"/>
                  </a:lnTo>
                  <a:lnTo>
                    <a:pt x="4382997" y="5909351"/>
                  </a:lnTo>
                  <a:lnTo>
                    <a:pt x="4371974" y="5883757"/>
                  </a:lnTo>
                  <a:lnTo>
                    <a:pt x="4371973" y="5883751"/>
                  </a:lnTo>
                  <a:cubicBezTo>
                    <a:pt x="4350063" y="5837457"/>
                    <a:pt x="4322821" y="5794974"/>
                    <a:pt x="4283578" y="5760873"/>
                  </a:cubicBezTo>
                  <a:cubicBezTo>
                    <a:pt x="4278433" y="5756493"/>
                    <a:pt x="4276527" y="5747728"/>
                    <a:pt x="4274812" y="5740488"/>
                  </a:cubicBezTo>
                  <a:cubicBezTo>
                    <a:pt x="4271954" y="5728678"/>
                    <a:pt x="4269289" y="5716485"/>
                    <a:pt x="4268907" y="5704483"/>
                  </a:cubicBezTo>
                  <a:cubicBezTo>
                    <a:pt x="4267003" y="5646189"/>
                    <a:pt x="4240332" y="5600467"/>
                    <a:pt x="4197659" y="5562746"/>
                  </a:cubicBezTo>
                  <a:lnTo>
                    <a:pt x="4188085" y="5547578"/>
                  </a:lnTo>
                  <a:lnTo>
                    <a:pt x="4198231" y="5531694"/>
                  </a:lnTo>
                  <a:lnTo>
                    <a:pt x="4198232" y="5531692"/>
                  </a:lnTo>
                  <a:lnTo>
                    <a:pt x="4206630" y="5520422"/>
                  </a:lnTo>
                  <a:lnTo>
                    <a:pt x="4208850" y="5507668"/>
                  </a:lnTo>
                  <a:lnTo>
                    <a:pt x="4208850" y="5507667"/>
                  </a:lnTo>
                  <a:cubicBezTo>
                    <a:pt x="4208803" y="5498832"/>
                    <a:pt x="4206231" y="5489497"/>
                    <a:pt x="4204327" y="5480637"/>
                  </a:cubicBezTo>
                  <a:cubicBezTo>
                    <a:pt x="4200516" y="5462351"/>
                    <a:pt x="4196514" y="5443870"/>
                    <a:pt x="4192704" y="5425582"/>
                  </a:cubicBezTo>
                  <a:cubicBezTo>
                    <a:pt x="4190038" y="5412057"/>
                    <a:pt x="4187752" y="5398721"/>
                    <a:pt x="4184513" y="5385384"/>
                  </a:cubicBezTo>
                  <a:lnTo>
                    <a:pt x="4179637" y="5355014"/>
                  </a:lnTo>
                  <a:lnTo>
                    <a:pt x="4183557" y="5321350"/>
                  </a:lnTo>
                  <a:lnTo>
                    <a:pt x="4208517" y="5272797"/>
                  </a:lnTo>
                  <a:lnTo>
                    <a:pt x="4225669" y="5241089"/>
                  </a:lnTo>
                  <a:lnTo>
                    <a:pt x="4231973" y="5229433"/>
                  </a:lnTo>
                  <a:lnTo>
                    <a:pt x="4232139" y="5179068"/>
                  </a:lnTo>
                  <a:lnTo>
                    <a:pt x="4232139" y="5179067"/>
                  </a:lnTo>
                  <a:cubicBezTo>
                    <a:pt x="4231663" y="5176876"/>
                    <a:pt x="4230473" y="5174400"/>
                    <a:pt x="4229593" y="5172090"/>
                  </a:cubicBezTo>
                  <a:lnTo>
                    <a:pt x="4228901" y="5166114"/>
                  </a:lnTo>
                  <a:lnTo>
                    <a:pt x="4235616" y="5133225"/>
                  </a:lnTo>
                  <a:lnTo>
                    <a:pt x="4235616" y="5133224"/>
                  </a:lnTo>
                  <a:lnTo>
                    <a:pt x="4235615" y="5133220"/>
                  </a:lnTo>
                  <a:lnTo>
                    <a:pt x="4228473" y="5102461"/>
                  </a:lnTo>
                  <a:lnTo>
                    <a:pt x="4222587" y="5087441"/>
                  </a:lnTo>
                  <a:lnTo>
                    <a:pt x="4222582" y="5087423"/>
                  </a:lnTo>
                  <a:cubicBezTo>
                    <a:pt x="4216496" y="5072411"/>
                    <a:pt x="4210397" y="5057381"/>
                    <a:pt x="4209468" y="5041521"/>
                  </a:cubicBezTo>
                  <a:cubicBezTo>
                    <a:pt x="4208326" y="5022852"/>
                    <a:pt x="4194228" y="5003801"/>
                    <a:pt x="4182989" y="4987037"/>
                  </a:cubicBezTo>
                  <a:lnTo>
                    <a:pt x="4165707" y="4957454"/>
                  </a:lnTo>
                  <a:lnTo>
                    <a:pt x="4158155" y="4933805"/>
                  </a:lnTo>
                  <a:lnTo>
                    <a:pt x="4159557" y="4912169"/>
                  </a:lnTo>
                  <a:cubicBezTo>
                    <a:pt x="4161319" y="4904358"/>
                    <a:pt x="4161831" y="4896714"/>
                    <a:pt x="4161262" y="4889276"/>
                  </a:cubicBezTo>
                  <a:lnTo>
                    <a:pt x="4161262" y="4889275"/>
                  </a:lnTo>
                  <a:lnTo>
                    <a:pt x="4156484" y="4867614"/>
                  </a:lnTo>
                  <a:lnTo>
                    <a:pt x="4153733" y="4863343"/>
                  </a:lnTo>
                  <a:lnTo>
                    <a:pt x="4151983" y="4857317"/>
                  </a:lnTo>
                  <a:cubicBezTo>
                    <a:pt x="4146840" y="4847214"/>
                    <a:pt x="4139839" y="4837703"/>
                    <a:pt x="4131552" y="4828916"/>
                  </a:cubicBezTo>
                  <a:lnTo>
                    <a:pt x="4116716" y="4800483"/>
                  </a:lnTo>
                  <a:lnTo>
                    <a:pt x="4118025" y="4767765"/>
                  </a:lnTo>
                  <a:cubicBezTo>
                    <a:pt x="4123931" y="4738236"/>
                    <a:pt x="4124313" y="4707565"/>
                    <a:pt x="4127932" y="4677656"/>
                  </a:cubicBezTo>
                  <a:cubicBezTo>
                    <a:pt x="4128694" y="4671177"/>
                    <a:pt x="4131362" y="4662987"/>
                    <a:pt x="4135934" y="4659175"/>
                  </a:cubicBezTo>
                  <a:cubicBezTo>
                    <a:pt x="4192704" y="4612501"/>
                    <a:pt x="4193276" y="4546777"/>
                    <a:pt x="4195944" y="4482005"/>
                  </a:cubicBezTo>
                  <a:cubicBezTo>
                    <a:pt x="4197659" y="4442762"/>
                    <a:pt x="4197659" y="4403326"/>
                    <a:pt x="4196706" y="4363891"/>
                  </a:cubicBezTo>
                  <a:lnTo>
                    <a:pt x="4196706" y="4363890"/>
                  </a:lnTo>
                  <a:cubicBezTo>
                    <a:pt x="4196514" y="4350554"/>
                    <a:pt x="4193466" y="4336457"/>
                    <a:pt x="4187752" y="4324645"/>
                  </a:cubicBezTo>
                  <a:cubicBezTo>
                    <a:pt x="4175749" y="4300070"/>
                    <a:pt x="4160129" y="4277401"/>
                    <a:pt x="4147936" y="4253014"/>
                  </a:cubicBezTo>
                  <a:close/>
                  <a:moveTo>
                    <a:pt x="4211111" y="2836172"/>
                  </a:moveTo>
                  <a:lnTo>
                    <a:pt x="4202421" y="2848793"/>
                  </a:lnTo>
                  <a:cubicBezTo>
                    <a:pt x="4197421" y="2865010"/>
                    <a:pt x="4191562" y="2881307"/>
                    <a:pt x="4186816" y="2897785"/>
                  </a:cubicBezTo>
                  <a:lnTo>
                    <a:pt x="4185787" y="2903551"/>
                  </a:lnTo>
                  <a:lnTo>
                    <a:pt x="4182513" y="2914328"/>
                  </a:lnTo>
                  <a:lnTo>
                    <a:pt x="4177882" y="2947858"/>
                  </a:lnTo>
                  <a:lnTo>
                    <a:pt x="4177881" y="2947862"/>
                  </a:lnTo>
                  <a:lnTo>
                    <a:pt x="4177881" y="2947863"/>
                  </a:lnTo>
                  <a:cubicBezTo>
                    <a:pt x="4177512" y="2959157"/>
                    <a:pt x="4178512" y="2970576"/>
                    <a:pt x="4181465" y="2982149"/>
                  </a:cubicBezTo>
                  <a:lnTo>
                    <a:pt x="4193158" y="3077402"/>
                  </a:lnTo>
                  <a:lnTo>
                    <a:pt x="4180703" y="3172654"/>
                  </a:lnTo>
                  <a:cubicBezTo>
                    <a:pt x="4154794" y="3276480"/>
                    <a:pt x="4127362" y="3380305"/>
                    <a:pt x="4133076" y="3489467"/>
                  </a:cubicBezTo>
                  <a:cubicBezTo>
                    <a:pt x="4134028" y="3507563"/>
                    <a:pt x="4122407" y="3529090"/>
                    <a:pt x="4110977" y="3544713"/>
                  </a:cubicBezTo>
                  <a:cubicBezTo>
                    <a:pt x="4100119" y="3559668"/>
                    <a:pt x="4094260" y="3566812"/>
                    <a:pt x="4093355" y="3574408"/>
                  </a:cubicBezTo>
                  <a:lnTo>
                    <a:pt x="4093355" y="3574409"/>
                  </a:lnTo>
                  <a:cubicBezTo>
                    <a:pt x="4092450" y="3582005"/>
                    <a:pt x="4096499" y="3590054"/>
                    <a:pt x="4105453" y="3606818"/>
                  </a:cubicBezTo>
                  <a:cubicBezTo>
                    <a:pt x="4109835" y="3614820"/>
                    <a:pt x="4112501" y="3624726"/>
                    <a:pt x="4118979" y="3630633"/>
                  </a:cubicBezTo>
                  <a:lnTo>
                    <a:pt x="4136708" y="3654416"/>
                  </a:lnTo>
                  <a:lnTo>
                    <a:pt x="4140382" y="3668940"/>
                  </a:lnTo>
                  <a:lnTo>
                    <a:pt x="4143220" y="3680164"/>
                  </a:lnTo>
                  <a:lnTo>
                    <a:pt x="4139172" y="3734837"/>
                  </a:lnTo>
                  <a:lnTo>
                    <a:pt x="4139172" y="3734838"/>
                  </a:lnTo>
                  <a:cubicBezTo>
                    <a:pt x="4138220" y="3741316"/>
                    <a:pt x="4136886" y="3749126"/>
                    <a:pt x="4139554" y="3754653"/>
                  </a:cubicBezTo>
                  <a:lnTo>
                    <a:pt x="4145911" y="3789776"/>
                  </a:lnTo>
                  <a:lnTo>
                    <a:pt x="4130980" y="3822472"/>
                  </a:lnTo>
                  <a:cubicBezTo>
                    <a:pt x="4123932" y="3831902"/>
                    <a:pt x="4118312" y="3842046"/>
                    <a:pt x="4116645" y="3852619"/>
                  </a:cubicBezTo>
                  <a:lnTo>
                    <a:pt x="4116645" y="3852620"/>
                  </a:lnTo>
                  <a:lnTo>
                    <a:pt x="4117425" y="3868764"/>
                  </a:lnTo>
                  <a:lnTo>
                    <a:pt x="4126028" y="3885337"/>
                  </a:lnTo>
                  <a:lnTo>
                    <a:pt x="4126028" y="3885339"/>
                  </a:lnTo>
                  <a:cubicBezTo>
                    <a:pt x="4135744" y="3897722"/>
                    <a:pt x="4143150" y="3910319"/>
                    <a:pt x="4148409" y="3923125"/>
                  </a:cubicBezTo>
                  <a:lnTo>
                    <a:pt x="4157913" y="3962160"/>
                  </a:lnTo>
                  <a:lnTo>
                    <a:pt x="4142221" y="4043838"/>
                  </a:lnTo>
                  <a:lnTo>
                    <a:pt x="4142220" y="4043839"/>
                  </a:lnTo>
                  <a:cubicBezTo>
                    <a:pt x="4133457" y="4063842"/>
                    <a:pt x="4128075" y="4083702"/>
                    <a:pt x="4127099" y="4103825"/>
                  </a:cubicBezTo>
                  <a:lnTo>
                    <a:pt x="4127099" y="4103826"/>
                  </a:lnTo>
                  <a:lnTo>
                    <a:pt x="4129066" y="4134256"/>
                  </a:lnTo>
                  <a:lnTo>
                    <a:pt x="4138410" y="4165382"/>
                  </a:lnTo>
                  <a:lnTo>
                    <a:pt x="4138410" y="4165384"/>
                  </a:lnTo>
                  <a:lnTo>
                    <a:pt x="4142315" y="4192388"/>
                  </a:lnTo>
                  <a:lnTo>
                    <a:pt x="4142315" y="4192387"/>
                  </a:lnTo>
                  <a:cubicBezTo>
                    <a:pt x="4142411" y="4182767"/>
                    <a:pt x="4141839" y="4173480"/>
                    <a:pt x="4138410" y="4165383"/>
                  </a:cubicBezTo>
                  <a:lnTo>
                    <a:pt x="4138410" y="4165382"/>
                  </a:lnTo>
                  <a:lnTo>
                    <a:pt x="4127099" y="4103826"/>
                  </a:lnTo>
                  <a:lnTo>
                    <a:pt x="4142220" y="4043840"/>
                  </a:lnTo>
                  <a:lnTo>
                    <a:pt x="4142221" y="4043838"/>
                  </a:lnTo>
                  <a:lnTo>
                    <a:pt x="4155523" y="4002410"/>
                  </a:lnTo>
                  <a:lnTo>
                    <a:pt x="4157913" y="3962160"/>
                  </a:lnTo>
                  <a:lnTo>
                    <a:pt x="4157913" y="3962159"/>
                  </a:lnTo>
                  <a:cubicBezTo>
                    <a:pt x="4155651" y="3935727"/>
                    <a:pt x="4145460" y="3910104"/>
                    <a:pt x="4126028" y="3885338"/>
                  </a:cubicBezTo>
                  <a:lnTo>
                    <a:pt x="4126028" y="3885337"/>
                  </a:lnTo>
                  <a:lnTo>
                    <a:pt x="4116645" y="3852620"/>
                  </a:lnTo>
                  <a:lnTo>
                    <a:pt x="4130980" y="3822473"/>
                  </a:lnTo>
                  <a:cubicBezTo>
                    <a:pt x="4139172" y="3811614"/>
                    <a:pt x="4144316" y="3800897"/>
                    <a:pt x="4145911" y="3789777"/>
                  </a:cubicBezTo>
                  <a:lnTo>
                    <a:pt x="4145911" y="3789776"/>
                  </a:lnTo>
                  <a:cubicBezTo>
                    <a:pt x="4147507" y="3778655"/>
                    <a:pt x="4145554" y="3767130"/>
                    <a:pt x="4139554" y="3754652"/>
                  </a:cubicBezTo>
                  <a:lnTo>
                    <a:pt x="4139172" y="3734838"/>
                  </a:lnTo>
                  <a:lnTo>
                    <a:pt x="4143220" y="3680164"/>
                  </a:lnTo>
                  <a:lnTo>
                    <a:pt x="4143220" y="3680163"/>
                  </a:lnTo>
                  <a:lnTo>
                    <a:pt x="4140382" y="3668940"/>
                  </a:lnTo>
                  <a:lnTo>
                    <a:pt x="4136708" y="3654416"/>
                  </a:lnTo>
                  <a:lnTo>
                    <a:pt x="4136708" y="3654416"/>
                  </a:lnTo>
                  <a:lnTo>
                    <a:pt x="4136708" y="3654415"/>
                  </a:lnTo>
                  <a:cubicBezTo>
                    <a:pt x="4132898" y="3646123"/>
                    <a:pt x="4127219" y="3638157"/>
                    <a:pt x="4118979" y="3630632"/>
                  </a:cubicBezTo>
                  <a:cubicBezTo>
                    <a:pt x="4112501" y="3624725"/>
                    <a:pt x="4109835" y="3614819"/>
                    <a:pt x="4105453" y="3606817"/>
                  </a:cubicBezTo>
                  <a:cubicBezTo>
                    <a:pt x="4100976" y="3598435"/>
                    <a:pt x="4097725" y="3592232"/>
                    <a:pt x="4095707" y="3587174"/>
                  </a:cubicBezTo>
                  <a:lnTo>
                    <a:pt x="4093355" y="3574408"/>
                  </a:lnTo>
                  <a:lnTo>
                    <a:pt x="4098434" y="3562321"/>
                  </a:lnTo>
                  <a:cubicBezTo>
                    <a:pt x="4101369" y="3557716"/>
                    <a:pt x="4105548" y="3552191"/>
                    <a:pt x="4110977" y="3544714"/>
                  </a:cubicBezTo>
                  <a:cubicBezTo>
                    <a:pt x="4122407" y="3529091"/>
                    <a:pt x="4134028" y="3507564"/>
                    <a:pt x="4133076" y="3489468"/>
                  </a:cubicBezTo>
                  <a:cubicBezTo>
                    <a:pt x="4127362" y="3380306"/>
                    <a:pt x="4154794" y="3276481"/>
                    <a:pt x="4180703" y="3172655"/>
                  </a:cubicBezTo>
                  <a:cubicBezTo>
                    <a:pt x="4188705" y="3140650"/>
                    <a:pt x="4192943" y="3109026"/>
                    <a:pt x="4193158" y="3077402"/>
                  </a:cubicBezTo>
                  <a:lnTo>
                    <a:pt x="4193158" y="3077401"/>
                  </a:lnTo>
                  <a:cubicBezTo>
                    <a:pt x="4193372" y="3045777"/>
                    <a:pt x="4189562" y="3014153"/>
                    <a:pt x="4181465" y="2982148"/>
                  </a:cubicBezTo>
                  <a:lnTo>
                    <a:pt x="4177881" y="2947863"/>
                  </a:lnTo>
                  <a:lnTo>
                    <a:pt x="4177882" y="2947858"/>
                  </a:lnTo>
                  <a:lnTo>
                    <a:pt x="4185787" y="2903551"/>
                  </a:lnTo>
                  <a:lnTo>
                    <a:pt x="4202421" y="2848794"/>
                  </a:lnTo>
                  <a:cubicBezTo>
                    <a:pt x="4203754" y="2844317"/>
                    <a:pt x="4207040" y="2839983"/>
                    <a:pt x="4211111" y="2836173"/>
                  </a:cubicBezTo>
                  <a:close/>
                  <a:moveTo>
                    <a:pt x="3726625" y="1508458"/>
                  </a:moveTo>
                  <a:lnTo>
                    <a:pt x="3698531" y="1596214"/>
                  </a:lnTo>
                  <a:cubicBezTo>
                    <a:pt x="3696054" y="1604979"/>
                    <a:pt x="3697579" y="1615837"/>
                    <a:pt x="3700436" y="1624981"/>
                  </a:cubicBezTo>
                  <a:cubicBezTo>
                    <a:pt x="3710152" y="1656224"/>
                    <a:pt x="3734537" y="1676037"/>
                    <a:pt x="3757017" y="1697754"/>
                  </a:cubicBezTo>
                  <a:cubicBezTo>
                    <a:pt x="3766924" y="1707280"/>
                    <a:pt x="3773972" y="1720424"/>
                    <a:pt x="3779686" y="1733189"/>
                  </a:cubicBezTo>
                  <a:cubicBezTo>
                    <a:pt x="3794357" y="1766336"/>
                    <a:pt x="3807501" y="1800247"/>
                    <a:pt x="3821407" y="1833776"/>
                  </a:cubicBezTo>
                  <a:cubicBezTo>
                    <a:pt x="3822741" y="1837014"/>
                    <a:pt x="3826170" y="1839680"/>
                    <a:pt x="3829028" y="1842159"/>
                  </a:cubicBezTo>
                  <a:cubicBezTo>
                    <a:pt x="3859129" y="1866923"/>
                    <a:pt x="3889418" y="1891498"/>
                    <a:pt x="3919519" y="1916455"/>
                  </a:cubicBezTo>
                  <a:cubicBezTo>
                    <a:pt x="3925233" y="1921217"/>
                    <a:pt x="3929425" y="1928077"/>
                    <a:pt x="3934949" y="1933220"/>
                  </a:cubicBezTo>
                  <a:cubicBezTo>
                    <a:pt x="3942569" y="1940460"/>
                    <a:pt x="3949810" y="1949604"/>
                    <a:pt x="3958954" y="1953414"/>
                  </a:cubicBezTo>
                  <a:cubicBezTo>
                    <a:pt x="3987719" y="1965225"/>
                    <a:pt x="4000103" y="1987895"/>
                    <a:pt x="4005437" y="2016470"/>
                  </a:cubicBezTo>
                  <a:cubicBezTo>
                    <a:pt x="4010390" y="2042571"/>
                    <a:pt x="4014582" y="2068670"/>
                    <a:pt x="4020296" y="2094579"/>
                  </a:cubicBezTo>
                  <a:cubicBezTo>
                    <a:pt x="4027154" y="2126202"/>
                    <a:pt x="4034584" y="2157637"/>
                    <a:pt x="4042967" y="2188880"/>
                  </a:cubicBezTo>
                  <a:cubicBezTo>
                    <a:pt x="4046587" y="2202405"/>
                    <a:pt x="4050777" y="2216693"/>
                    <a:pt x="4058207" y="2228315"/>
                  </a:cubicBezTo>
                  <a:cubicBezTo>
                    <a:pt x="4078782" y="2260891"/>
                    <a:pt x="4092688" y="2295754"/>
                    <a:pt x="4087164" y="2334045"/>
                  </a:cubicBezTo>
                  <a:cubicBezTo>
                    <a:pt x="4082782" y="2364716"/>
                    <a:pt x="4094022" y="2390435"/>
                    <a:pt x="4111549" y="2409486"/>
                  </a:cubicBezTo>
                  <a:cubicBezTo>
                    <a:pt x="4119503" y="2418155"/>
                    <a:pt x="4125016" y="2426977"/>
                    <a:pt x="4128650" y="2435913"/>
                  </a:cubicBezTo>
                  <a:lnTo>
                    <a:pt x="4134481" y="2463018"/>
                  </a:lnTo>
                  <a:lnTo>
                    <a:pt x="4125839" y="2518262"/>
                  </a:lnTo>
                  <a:lnTo>
                    <a:pt x="4125838" y="2518264"/>
                  </a:lnTo>
                  <a:cubicBezTo>
                    <a:pt x="4123171" y="2527790"/>
                    <a:pt x="4122027" y="2536457"/>
                    <a:pt x="4122194" y="2545006"/>
                  </a:cubicBezTo>
                  <a:lnTo>
                    <a:pt x="4122194" y="2545007"/>
                  </a:lnTo>
                  <a:cubicBezTo>
                    <a:pt x="4122360" y="2553556"/>
                    <a:pt x="4123837" y="2561986"/>
                    <a:pt x="4126408" y="2571035"/>
                  </a:cubicBezTo>
                  <a:cubicBezTo>
                    <a:pt x="4138410" y="2612946"/>
                    <a:pt x="4170987" y="2640951"/>
                    <a:pt x="4199563" y="2668002"/>
                  </a:cubicBezTo>
                  <a:cubicBezTo>
                    <a:pt x="4223947" y="2691055"/>
                    <a:pt x="4237663" y="2716964"/>
                    <a:pt x="4247953" y="2745349"/>
                  </a:cubicBezTo>
                  <a:lnTo>
                    <a:pt x="4247954" y="2745352"/>
                  </a:lnTo>
                  <a:lnTo>
                    <a:pt x="4253873" y="2778006"/>
                  </a:lnTo>
                  <a:lnTo>
                    <a:pt x="4253453" y="2785440"/>
                  </a:lnTo>
                  <a:lnTo>
                    <a:pt x="4243374" y="2811780"/>
                  </a:lnTo>
                  <a:lnTo>
                    <a:pt x="4243371" y="2811787"/>
                  </a:lnTo>
                  <a:lnTo>
                    <a:pt x="4243372" y="2811787"/>
                  </a:lnTo>
                  <a:lnTo>
                    <a:pt x="4243374" y="2811780"/>
                  </a:lnTo>
                  <a:lnTo>
                    <a:pt x="4253025" y="2793023"/>
                  </a:lnTo>
                  <a:lnTo>
                    <a:pt x="4253453" y="2785440"/>
                  </a:lnTo>
                  <a:lnTo>
                    <a:pt x="4254654" y="2782305"/>
                  </a:lnTo>
                  <a:lnTo>
                    <a:pt x="4253873" y="2778006"/>
                  </a:lnTo>
                  <a:lnTo>
                    <a:pt x="4254284" y="2770758"/>
                  </a:lnTo>
                  <a:lnTo>
                    <a:pt x="4247954" y="2745352"/>
                  </a:lnTo>
                  <a:lnTo>
                    <a:pt x="4247953" y="2745348"/>
                  </a:lnTo>
                  <a:cubicBezTo>
                    <a:pt x="4237663" y="2716963"/>
                    <a:pt x="4223947" y="2691054"/>
                    <a:pt x="4199563" y="2668001"/>
                  </a:cubicBezTo>
                  <a:cubicBezTo>
                    <a:pt x="4170987" y="2640950"/>
                    <a:pt x="4138410" y="2612945"/>
                    <a:pt x="4126408" y="2571034"/>
                  </a:cubicBezTo>
                  <a:lnTo>
                    <a:pt x="4122194" y="2545007"/>
                  </a:lnTo>
                  <a:lnTo>
                    <a:pt x="4125838" y="2518265"/>
                  </a:lnTo>
                  <a:lnTo>
                    <a:pt x="4125839" y="2518262"/>
                  </a:lnTo>
                  <a:lnTo>
                    <a:pt x="4132419" y="2490551"/>
                  </a:lnTo>
                  <a:lnTo>
                    <a:pt x="4134481" y="2463018"/>
                  </a:lnTo>
                  <a:lnTo>
                    <a:pt x="4134481" y="2463017"/>
                  </a:lnTo>
                  <a:cubicBezTo>
                    <a:pt x="4133600" y="2444777"/>
                    <a:pt x="4127457" y="2426822"/>
                    <a:pt x="4111549" y="2409485"/>
                  </a:cubicBezTo>
                  <a:cubicBezTo>
                    <a:pt x="4094022" y="2390434"/>
                    <a:pt x="4082782" y="2364715"/>
                    <a:pt x="4087164" y="2334044"/>
                  </a:cubicBezTo>
                  <a:cubicBezTo>
                    <a:pt x="4092688" y="2295753"/>
                    <a:pt x="4078782" y="2260890"/>
                    <a:pt x="4058207" y="2228314"/>
                  </a:cubicBezTo>
                  <a:cubicBezTo>
                    <a:pt x="4050777" y="2216692"/>
                    <a:pt x="4046587" y="2202404"/>
                    <a:pt x="4042967" y="2188879"/>
                  </a:cubicBezTo>
                  <a:cubicBezTo>
                    <a:pt x="4034584" y="2157636"/>
                    <a:pt x="4027154" y="2126201"/>
                    <a:pt x="4020296" y="2094578"/>
                  </a:cubicBezTo>
                  <a:cubicBezTo>
                    <a:pt x="4014582" y="2068669"/>
                    <a:pt x="4010390" y="2042570"/>
                    <a:pt x="4005437" y="2016469"/>
                  </a:cubicBezTo>
                  <a:cubicBezTo>
                    <a:pt x="4000103" y="1987894"/>
                    <a:pt x="3987719" y="1965224"/>
                    <a:pt x="3958954" y="1953413"/>
                  </a:cubicBezTo>
                  <a:cubicBezTo>
                    <a:pt x="3949810" y="1949603"/>
                    <a:pt x="3942569" y="1940459"/>
                    <a:pt x="3934949" y="1933219"/>
                  </a:cubicBezTo>
                  <a:cubicBezTo>
                    <a:pt x="3929425" y="1928076"/>
                    <a:pt x="3925233" y="1921216"/>
                    <a:pt x="3919519" y="1916454"/>
                  </a:cubicBezTo>
                  <a:cubicBezTo>
                    <a:pt x="3889418" y="1891497"/>
                    <a:pt x="3859129" y="1866922"/>
                    <a:pt x="3829028" y="1842158"/>
                  </a:cubicBezTo>
                  <a:cubicBezTo>
                    <a:pt x="3826170" y="1839679"/>
                    <a:pt x="3822741" y="1837013"/>
                    <a:pt x="3821407" y="1833775"/>
                  </a:cubicBezTo>
                  <a:cubicBezTo>
                    <a:pt x="3807501" y="1800246"/>
                    <a:pt x="3794358" y="1766335"/>
                    <a:pt x="3779686" y="1733188"/>
                  </a:cubicBezTo>
                  <a:cubicBezTo>
                    <a:pt x="3773972" y="1720423"/>
                    <a:pt x="3766924" y="1707279"/>
                    <a:pt x="3757018" y="1697753"/>
                  </a:cubicBezTo>
                  <a:cubicBezTo>
                    <a:pt x="3734538" y="1676036"/>
                    <a:pt x="3710152" y="1656223"/>
                    <a:pt x="3700436" y="1624980"/>
                  </a:cubicBezTo>
                  <a:cubicBezTo>
                    <a:pt x="3697580" y="1615836"/>
                    <a:pt x="3696055" y="1604978"/>
                    <a:pt x="3698532" y="1596213"/>
                  </a:cubicBezTo>
                  <a:close/>
                  <a:moveTo>
                    <a:pt x="3745230" y="1459073"/>
                  </a:moveTo>
                  <a:lnTo>
                    <a:pt x="3745229" y="1459074"/>
                  </a:lnTo>
                  <a:lnTo>
                    <a:pt x="3736012" y="1481572"/>
                  </a:lnTo>
                  <a:close/>
                  <a:moveTo>
                    <a:pt x="3764423" y="1268758"/>
                  </a:moveTo>
                  <a:cubicBezTo>
                    <a:pt x="3764875" y="1275402"/>
                    <a:pt x="3766447" y="1281689"/>
                    <a:pt x="3769590" y="1286070"/>
                  </a:cubicBezTo>
                  <a:cubicBezTo>
                    <a:pt x="3784163" y="1306930"/>
                    <a:pt x="3790403" y="1328553"/>
                    <a:pt x="3791927" y="1350628"/>
                  </a:cubicBezTo>
                  <a:lnTo>
                    <a:pt x="3786333" y="1413840"/>
                  </a:lnTo>
                  <a:lnTo>
                    <a:pt x="3791928" y="1350627"/>
                  </a:lnTo>
                  <a:cubicBezTo>
                    <a:pt x="3790403" y="1328552"/>
                    <a:pt x="3784164" y="1306930"/>
                    <a:pt x="3769590" y="1286069"/>
                  </a:cubicBezTo>
                  <a:close/>
                  <a:moveTo>
                    <a:pt x="3706152" y="773035"/>
                  </a:moveTo>
                  <a:lnTo>
                    <a:pt x="3706152" y="773036"/>
                  </a:lnTo>
                  <a:cubicBezTo>
                    <a:pt x="3708438" y="800277"/>
                    <a:pt x="3711676" y="827330"/>
                    <a:pt x="3714152" y="854380"/>
                  </a:cubicBezTo>
                  <a:cubicBezTo>
                    <a:pt x="3716438" y="878957"/>
                    <a:pt x="3717200" y="903723"/>
                    <a:pt x="3745205" y="915344"/>
                  </a:cubicBezTo>
                  <a:cubicBezTo>
                    <a:pt x="3749587" y="917060"/>
                    <a:pt x="3752825" y="922774"/>
                    <a:pt x="3755683" y="927156"/>
                  </a:cubicBezTo>
                  <a:cubicBezTo>
                    <a:pt x="3799691" y="994786"/>
                    <a:pt x="3798547" y="1030981"/>
                    <a:pt x="3752063" y="1097088"/>
                  </a:cubicBezTo>
                  <a:cubicBezTo>
                    <a:pt x="3747301" y="1103946"/>
                    <a:pt x="3743871" y="1118614"/>
                    <a:pt x="3747681" y="1123186"/>
                  </a:cubicBezTo>
                  <a:cubicBezTo>
                    <a:pt x="3763493" y="1142618"/>
                    <a:pt x="3770542" y="1162954"/>
                    <a:pt x="3772400" y="1184029"/>
                  </a:cubicBezTo>
                  <a:cubicBezTo>
                    <a:pt x="3770542" y="1162954"/>
                    <a:pt x="3763494" y="1142617"/>
                    <a:pt x="3747682" y="1123185"/>
                  </a:cubicBezTo>
                  <a:cubicBezTo>
                    <a:pt x="3743872" y="1118613"/>
                    <a:pt x="3747302" y="1103945"/>
                    <a:pt x="3752064" y="1097087"/>
                  </a:cubicBezTo>
                  <a:cubicBezTo>
                    <a:pt x="3798548" y="1030980"/>
                    <a:pt x="3799692" y="994785"/>
                    <a:pt x="3755684" y="927155"/>
                  </a:cubicBezTo>
                  <a:cubicBezTo>
                    <a:pt x="3752826" y="922773"/>
                    <a:pt x="3749588" y="917059"/>
                    <a:pt x="3745206" y="915343"/>
                  </a:cubicBezTo>
                  <a:cubicBezTo>
                    <a:pt x="3717200" y="903722"/>
                    <a:pt x="3716438" y="878956"/>
                    <a:pt x="3714152" y="854379"/>
                  </a:cubicBezTo>
                  <a:close/>
                  <a:moveTo>
                    <a:pt x="3761553" y="517851"/>
                  </a:moveTo>
                  <a:lnTo>
                    <a:pt x="3752635" y="556048"/>
                  </a:lnTo>
                  <a:cubicBezTo>
                    <a:pt x="3750539" y="564049"/>
                    <a:pt x="3745015" y="572623"/>
                    <a:pt x="3746157" y="580051"/>
                  </a:cubicBezTo>
                  <a:cubicBezTo>
                    <a:pt x="3749491" y="601579"/>
                    <a:pt x="3747062" y="622201"/>
                    <a:pt x="3742776" y="642538"/>
                  </a:cubicBezTo>
                  <a:lnTo>
                    <a:pt x="3730253" y="694928"/>
                  </a:lnTo>
                  <a:lnTo>
                    <a:pt x="3742777" y="642537"/>
                  </a:lnTo>
                  <a:cubicBezTo>
                    <a:pt x="3747063" y="622201"/>
                    <a:pt x="3749492" y="601578"/>
                    <a:pt x="3746158" y="580050"/>
                  </a:cubicBezTo>
                  <a:cubicBezTo>
                    <a:pt x="3745016" y="572622"/>
                    <a:pt x="3750540" y="564048"/>
                    <a:pt x="3752636" y="556047"/>
                  </a:cubicBezTo>
                  <a:close/>
                  <a:moveTo>
                    <a:pt x="3774848" y="298169"/>
                  </a:moveTo>
                  <a:lnTo>
                    <a:pt x="3760065" y="313534"/>
                  </a:lnTo>
                  <a:cubicBezTo>
                    <a:pt x="3755873" y="316390"/>
                    <a:pt x="3758159" y="330299"/>
                    <a:pt x="3759493" y="338871"/>
                  </a:cubicBezTo>
                  <a:lnTo>
                    <a:pt x="3759500" y="338900"/>
                  </a:lnTo>
                  <a:lnTo>
                    <a:pt x="3769400" y="395640"/>
                  </a:lnTo>
                  <a:lnTo>
                    <a:pt x="3765590" y="367328"/>
                  </a:lnTo>
                  <a:lnTo>
                    <a:pt x="3759500" y="338900"/>
                  </a:lnTo>
                  <a:lnTo>
                    <a:pt x="3759494" y="338870"/>
                  </a:lnTo>
                  <a:cubicBezTo>
                    <a:pt x="3758160" y="330298"/>
                    <a:pt x="3755874" y="316389"/>
                    <a:pt x="3760066" y="313533"/>
                  </a:cubicBezTo>
                  <a:close/>
                  <a:moveTo>
                    <a:pt x="3782393" y="281568"/>
                  </a:moveTo>
                  <a:lnTo>
                    <a:pt x="3777498" y="295415"/>
                  </a:lnTo>
                  <a:lnTo>
                    <a:pt x="3777499" y="295415"/>
                  </a:lnTo>
                  <a:close/>
                  <a:moveTo>
                    <a:pt x="3769073" y="24486"/>
                  </a:moveTo>
                  <a:lnTo>
                    <a:pt x="3766810" y="74129"/>
                  </a:lnTo>
                  <a:cubicBezTo>
                    <a:pt x="3767733" y="91492"/>
                    <a:pt x="3770043" y="108703"/>
                    <a:pt x="3772734" y="125861"/>
                  </a:cubicBezTo>
                  <a:lnTo>
                    <a:pt x="3777129" y="153387"/>
                  </a:lnTo>
                  <a:lnTo>
                    <a:pt x="3785402" y="228944"/>
                  </a:lnTo>
                  <a:lnTo>
                    <a:pt x="3780943" y="177271"/>
                  </a:lnTo>
                  <a:lnTo>
                    <a:pt x="3777129" y="153387"/>
                  </a:lnTo>
                  <a:lnTo>
                    <a:pt x="3776930" y="151569"/>
                  </a:lnTo>
                  <a:cubicBezTo>
                    <a:pt x="3772700" y="125876"/>
                    <a:pt x="3768195" y="100174"/>
                    <a:pt x="3766811" y="74129"/>
                  </a:cubicBezTo>
                  <a:close/>
                  <a:moveTo>
                    <a:pt x="3766492" y="0"/>
                  </a:moveTo>
                  <a:lnTo>
                    <a:pt x="4230600" y="0"/>
                  </a:lnTo>
                  <a:lnTo>
                    <a:pt x="4229473" y="2817"/>
                  </a:lnTo>
                  <a:cubicBezTo>
                    <a:pt x="4221092" y="21486"/>
                    <a:pt x="4218423" y="43012"/>
                    <a:pt x="4215375" y="63587"/>
                  </a:cubicBezTo>
                  <a:cubicBezTo>
                    <a:pt x="4209851" y="101308"/>
                    <a:pt x="4206421" y="139219"/>
                    <a:pt x="4201468" y="176939"/>
                  </a:cubicBezTo>
                  <a:cubicBezTo>
                    <a:pt x="4200325" y="184941"/>
                    <a:pt x="4198231" y="194085"/>
                    <a:pt x="4193466" y="200182"/>
                  </a:cubicBezTo>
                  <a:cubicBezTo>
                    <a:pt x="4161461" y="241901"/>
                    <a:pt x="4152508" y="292579"/>
                    <a:pt x="4155554" y="340774"/>
                  </a:cubicBezTo>
                  <a:cubicBezTo>
                    <a:pt x="4157843" y="378686"/>
                    <a:pt x="4159557" y="415835"/>
                    <a:pt x="4156319" y="453364"/>
                  </a:cubicBezTo>
                  <a:cubicBezTo>
                    <a:pt x="4156127" y="456222"/>
                    <a:pt x="4156509" y="460032"/>
                    <a:pt x="4158033" y="462126"/>
                  </a:cubicBezTo>
                  <a:cubicBezTo>
                    <a:pt x="4168129" y="475081"/>
                    <a:pt x="4168891" y="488607"/>
                    <a:pt x="4170605" y="505182"/>
                  </a:cubicBezTo>
                  <a:cubicBezTo>
                    <a:pt x="4173083" y="528615"/>
                    <a:pt x="4171367" y="550141"/>
                    <a:pt x="4167177" y="571860"/>
                  </a:cubicBezTo>
                  <a:cubicBezTo>
                    <a:pt x="4164129" y="587672"/>
                    <a:pt x="4157843" y="603673"/>
                    <a:pt x="4149840" y="617772"/>
                  </a:cubicBezTo>
                  <a:cubicBezTo>
                    <a:pt x="4138600" y="637392"/>
                    <a:pt x="4134220" y="656255"/>
                    <a:pt x="4149078" y="674923"/>
                  </a:cubicBezTo>
                  <a:cubicBezTo>
                    <a:pt x="4164891" y="695116"/>
                    <a:pt x="4159367" y="717977"/>
                    <a:pt x="4159937" y="740268"/>
                  </a:cubicBezTo>
                  <a:cubicBezTo>
                    <a:pt x="4160129" y="749982"/>
                    <a:pt x="4159747" y="760270"/>
                    <a:pt x="4162223" y="769605"/>
                  </a:cubicBezTo>
                  <a:cubicBezTo>
                    <a:pt x="4169273" y="796655"/>
                    <a:pt x="4179941" y="822756"/>
                    <a:pt x="4184703" y="850189"/>
                  </a:cubicBezTo>
                  <a:cubicBezTo>
                    <a:pt x="4187370" y="865430"/>
                    <a:pt x="4182607" y="882384"/>
                    <a:pt x="4179179" y="898198"/>
                  </a:cubicBezTo>
                  <a:cubicBezTo>
                    <a:pt x="4175559" y="914200"/>
                    <a:pt x="4170035" y="930011"/>
                    <a:pt x="4164319" y="945444"/>
                  </a:cubicBezTo>
                  <a:cubicBezTo>
                    <a:pt x="4160509" y="955920"/>
                    <a:pt x="4156889" y="967350"/>
                    <a:pt x="4150030" y="975733"/>
                  </a:cubicBezTo>
                  <a:cubicBezTo>
                    <a:pt x="4134410" y="994785"/>
                    <a:pt x="4131742" y="1014406"/>
                    <a:pt x="4139934" y="1036887"/>
                  </a:cubicBezTo>
                  <a:cubicBezTo>
                    <a:pt x="4141268" y="1040315"/>
                    <a:pt x="4141268" y="1044315"/>
                    <a:pt x="4141458" y="1048125"/>
                  </a:cubicBezTo>
                  <a:cubicBezTo>
                    <a:pt x="4145458" y="1109091"/>
                    <a:pt x="4147936" y="1170051"/>
                    <a:pt x="4154032" y="1230633"/>
                  </a:cubicBezTo>
                  <a:cubicBezTo>
                    <a:pt x="4156509" y="1255206"/>
                    <a:pt x="4167367" y="1278829"/>
                    <a:pt x="4174225" y="1303024"/>
                  </a:cubicBezTo>
                  <a:cubicBezTo>
                    <a:pt x="4175559" y="1307978"/>
                    <a:pt x="4177655" y="1313504"/>
                    <a:pt x="4176701" y="1318456"/>
                  </a:cubicBezTo>
                  <a:cubicBezTo>
                    <a:pt x="4167177" y="1372368"/>
                    <a:pt x="4181083" y="1422854"/>
                    <a:pt x="4199372" y="1472575"/>
                  </a:cubicBezTo>
                  <a:cubicBezTo>
                    <a:pt x="4201278" y="1477717"/>
                    <a:pt x="4200706" y="1484004"/>
                    <a:pt x="4200325" y="1489720"/>
                  </a:cubicBezTo>
                  <a:cubicBezTo>
                    <a:pt x="4198993" y="1505724"/>
                    <a:pt x="4192324" y="1523059"/>
                    <a:pt x="4196324" y="1537537"/>
                  </a:cubicBezTo>
                  <a:cubicBezTo>
                    <a:pt x="4207374" y="1576019"/>
                    <a:pt x="4220709" y="1614120"/>
                    <a:pt x="4237474" y="1650317"/>
                  </a:cubicBezTo>
                  <a:cubicBezTo>
                    <a:pt x="4254428" y="1687086"/>
                    <a:pt x="4268716" y="1721185"/>
                    <a:pt x="4251572" y="1763287"/>
                  </a:cubicBezTo>
                  <a:cubicBezTo>
                    <a:pt x="4244332" y="1781194"/>
                    <a:pt x="4249476" y="1804816"/>
                    <a:pt x="4251380" y="1825393"/>
                  </a:cubicBezTo>
                  <a:cubicBezTo>
                    <a:pt x="4252904" y="1840441"/>
                    <a:pt x="4261478" y="1854920"/>
                    <a:pt x="4261478" y="1869780"/>
                  </a:cubicBezTo>
                  <a:cubicBezTo>
                    <a:pt x="4261478" y="1909408"/>
                    <a:pt x="4271574" y="1944649"/>
                    <a:pt x="4292149" y="1978940"/>
                  </a:cubicBezTo>
                  <a:cubicBezTo>
                    <a:pt x="4300150" y="1992279"/>
                    <a:pt x="4294815" y="2013043"/>
                    <a:pt x="4296911" y="2030378"/>
                  </a:cubicBezTo>
                  <a:cubicBezTo>
                    <a:pt x="4299388" y="2048668"/>
                    <a:pt x="4301673" y="2067525"/>
                    <a:pt x="4307201" y="2085054"/>
                  </a:cubicBezTo>
                  <a:cubicBezTo>
                    <a:pt x="4321679" y="2130393"/>
                    <a:pt x="4338062" y="2175163"/>
                    <a:pt x="4353302" y="2220312"/>
                  </a:cubicBezTo>
                  <a:cubicBezTo>
                    <a:pt x="4365877" y="2257459"/>
                    <a:pt x="4355970" y="2294039"/>
                    <a:pt x="4350636" y="2330806"/>
                  </a:cubicBezTo>
                  <a:cubicBezTo>
                    <a:pt x="4347205" y="2353859"/>
                    <a:pt x="4339013" y="2375383"/>
                    <a:pt x="4351206" y="2401292"/>
                  </a:cubicBezTo>
                  <a:cubicBezTo>
                    <a:pt x="4362828" y="2426059"/>
                    <a:pt x="4360160" y="2457492"/>
                    <a:pt x="4366446" y="2485307"/>
                  </a:cubicBezTo>
                  <a:cubicBezTo>
                    <a:pt x="4371781" y="2508742"/>
                    <a:pt x="4380354" y="2531409"/>
                    <a:pt x="4388736" y="2554079"/>
                  </a:cubicBezTo>
                  <a:cubicBezTo>
                    <a:pt x="4400168" y="2584942"/>
                    <a:pt x="4412167" y="2615421"/>
                    <a:pt x="4406453" y="2649143"/>
                  </a:cubicBezTo>
                  <a:cubicBezTo>
                    <a:pt x="4399976" y="2687436"/>
                    <a:pt x="4424359" y="2713723"/>
                    <a:pt x="4440554" y="2743826"/>
                  </a:cubicBezTo>
                  <a:cubicBezTo>
                    <a:pt x="4451603" y="2764590"/>
                    <a:pt x="4459795" y="2787259"/>
                    <a:pt x="4466653" y="2809930"/>
                  </a:cubicBezTo>
                  <a:cubicBezTo>
                    <a:pt x="4475607" y="2840219"/>
                    <a:pt x="4480941" y="2871462"/>
                    <a:pt x="4489705" y="2901943"/>
                  </a:cubicBezTo>
                  <a:cubicBezTo>
                    <a:pt x="4502848" y="2948047"/>
                    <a:pt x="4513137" y="2994722"/>
                    <a:pt x="4505897" y="3042728"/>
                  </a:cubicBezTo>
                  <a:cubicBezTo>
                    <a:pt x="4502659" y="3064827"/>
                    <a:pt x="4502848" y="3085403"/>
                    <a:pt x="4507613" y="3107500"/>
                  </a:cubicBezTo>
                  <a:cubicBezTo>
                    <a:pt x="4515422" y="3143695"/>
                    <a:pt x="4516376" y="3180844"/>
                    <a:pt x="4545521" y="3209993"/>
                  </a:cubicBezTo>
                  <a:cubicBezTo>
                    <a:pt x="4555811" y="3220280"/>
                    <a:pt x="4558477" y="3238758"/>
                    <a:pt x="4563811" y="3253809"/>
                  </a:cubicBezTo>
                  <a:cubicBezTo>
                    <a:pt x="4570099" y="3271145"/>
                    <a:pt x="4566858" y="3283908"/>
                    <a:pt x="4548570" y="3293244"/>
                  </a:cubicBezTo>
                  <a:cubicBezTo>
                    <a:pt x="4540379" y="3297434"/>
                    <a:pt x="4532378" y="3309437"/>
                    <a:pt x="4531043" y="3318771"/>
                  </a:cubicBezTo>
                  <a:cubicBezTo>
                    <a:pt x="4527043" y="3346776"/>
                    <a:pt x="4532950" y="3372495"/>
                    <a:pt x="4545904" y="3399546"/>
                  </a:cubicBezTo>
                  <a:cubicBezTo>
                    <a:pt x="4558096" y="3424883"/>
                    <a:pt x="4556762" y="3456508"/>
                    <a:pt x="4561524" y="3485275"/>
                  </a:cubicBezTo>
                  <a:cubicBezTo>
                    <a:pt x="4564954" y="3505657"/>
                    <a:pt x="4572002" y="3526042"/>
                    <a:pt x="4572002" y="3546617"/>
                  </a:cubicBezTo>
                  <a:cubicBezTo>
                    <a:pt x="4572002" y="3572146"/>
                    <a:pt x="4565907" y="3597482"/>
                    <a:pt x="4563620" y="3623201"/>
                  </a:cubicBezTo>
                  <a:cubicBezTo>
                    <a:pt x="4561716" y="3643204"/>
                    <a:pt x="4562478" y="3663589"/>
                    <a:pt x="4560192" y="3683591"/>
                  </a:cubicBezTo>
                  <a:cubicBezTo>
                    <a:pt x="4558477" y="3699976"/>
                    <a:pt x="4554096" y="3716168"/>
                    <a:pt x="4550476" y="3732361"/>
                  </a:cubicBezTo>
                  <a:cubicBezTo>
                    <a:pt x="4549142" y="3738267"/>
                    <a:pt x="4543998" y="3744173"/>
                    <a:pt x="4544759" y="3749506"/>
                  </a:cubicBezTo>
                  <a:cubicBezTo>
                    <a:pt x="4552953" y="3802467"/>
                    <a:pt x="4516376" y="3840569"/>
                    <a:pt x="4500182" y="3885338"/>
                  </a:cubicBezTo>
                  <a:cubicBezTo>
                    <a:pt x="4483035" y="3932394"/>
                    <a:pt x="4456748" y="3977925"/>
                    <a:pt x="4464557" y="4030503"/>
                  </a:cubicBezTo>
                  <a:cubicBezTo>
                    <a:pt x="4469319" y="4062318"/>
                    <a:pt x="4480369" y="4092989"/>
                    <a:pt x="4487039" y="4124614"/>
                  </a:cubicBezTo>
                  <a:cubicBezTo>
                    <a:pt x="4489324" y="4135854"/>
                    <a:pt x="4488943" y="4148427"/>
                    <a:pt x="4486656" y="4159667"/>
                  </a:cubicBezTo>
                  <a:cubicBezTo>
                    <a:pt x="4476177" y="4213961"/>
                    <a:pt x="4474653" y="4267493"/>
                    <a:pt x="4491801" y="4320837"/>
                  </a:cubicBezTo>
                  <a:cubicBezTo>
                    <a:pt x="4494659" y="4329979"/>
                    <a:pt x="4497325" y="4339695"/>
                    <a:pt x="4497325" y="4349222"/>
                  </a:cubicBezTo>
                  <a:cubicBezTo>
                    <a:pt x="4497325" y="4401419"/>
                    <a:pt x="4493324" y="4452665"/>
                    <a:pt x="4474653" y="4502579"/>
                  </a:cubicBezTo>
                  <a:cubicBezTo>
                    <a:pt x="4468368" y="4519343"/>
                    <a:pt x="4472368" y="4539728"/>
                    <a:pt x="4470844" y="4558207"/>
                  </a:cubicBezTo>
                  <a:cubicBezTo>
                    <a:pt x="4469511" y="4575351"/>
                    <a:pt x="4468940" y="4592878"/>
                    <a:pt x="4464557" y="4609452"/>
                  </a:cubicBezTo>
                  <a:cubicBezTo>
                    <a:pt x="4458082" y="4633647"/>
                    <a:pt x="4457320" y="4656126"/>
                    <a:pt x="4463033" y="4681083"/>
                  </a:cubicBezTo>
                  <a:cubicBezTo>
                    <a:pt x="4468368" y="4704895"/>
                    <a:pt x="4465702" y="4730614"/>
                    <a:pt x="4465891" y="4755381"/>
                  </a:cubicBezTo>
                  <a:cubicBezTo>
                    <a:pt x="4466082" y="4783004"/>
                    <a:pt x="4466272" y="4810627"/>
                    <a:pt x="4465319" y="4838250"/>
                  </a:cubicBezTo>
                  <a:cubicBezTo>
                    <a:pt x="4464940" y="4849300"/>
                    <a:pt x="4457320" y="4861873"/>
                    <a:pt x="4460367" y="4871019"/>
                  </a:cubicBezTo>
                  <a:cubicBezTo>
                    <a:pt x="4470653" y="4900546"/>
                    <a:pt x="4458271" y="4930075"/>
                    <a:pt x="4463795" y="4959602"/>
                  </a:cubicBezTo>
                  <a:cubicBezTo>
                    <a:pt x="4466653" y="4974082"/>
                    <a:pt x="4458844" y="4990465"/>
                    <a:pt x="4458082" y="5006086"/>
                  </a:cubicBezTo>
                  <a:cubicBezTo>
                    <a:pt x="4456748" y="5031614"/>
                    <a:pt x="4457320" y="5057141"/>
                    <a:pt x="4456937" y="5082670"/>
                  </a:cubicBezTo>
                  <a:cubicBezTo>
                    <a:pt x="4456748" y="5091052"/>
                    <a:pt x="4455986" y="5099245"/>
                    <a:pt x="4455603" y="5107627"/>
                  </a:cubicBezTo>
                  <a:cubicBezTo>
                    <a:pt x="4455223" y="5115057"/>
                    <a:pt x="4453508" y="5122867"/>
                    <a:pt x="4454840" y="5129916"/>
                  </a:cubicBezTo>
                  <a:cubicBezTo>
                    <a:pt x="4459605" y="5155445"/>
                    <a:pt x="4467415" y="5180591"/>
                    <a:pt x="4470464" y="5206308"/>
                  </a:cubicBezTo>
                  <a:cubicBezTo>
                    <a:pt x="4473130" y="5228597"/>
                    <a:pt x="4469511" y="5251650"/>
                    <a:pt x="4471415" y="5274129"/>
                  </a:cubicBezTo>
                  <a:cubicBezTo>
                    <a:pt x="4474653" y="5313754"/>
                    <a:pt x="4480369" y="5353379"/>
                    <a:pt x="4483990" y="5393005"/>
                  </a:cubicBezTo>
                  <a:cubicBezTo>
                    <a:pt x="4484752" y="5401579"/>
                    <a:pt x="4479988" y="5410531"/>
                    <a:pt x="4479607" y="5419295"/>
                  </a:cubicBezTo>
                  <a:cubicBezTo>
                    <a:pt x="4478656" y="5446728"/>
                    <a:pt x="4478464" y="5474161"/>
                    <a:pt x="4477894" y="5501594"/>
                  </a:cubicBezTo>
                  <a:cubicBezTo>
                    <a:pt x="4477702" y="5517215"/>
                    <a:pt x="4478273" y="5533027"/>
                    <a:pt x="4476560" y="5548460"/>
                  </a:cubicBezTo>
                  <a:cubicBezTo>
                    <a:pt x="4474273" y="5568842"/>
                    <a:pt x="4470844" y="5587321"/>
                    <a:pt x="4485703" y="5606372"/>
                  </a:cubicBezTo>
                  <a:cubicBezTo>
                    <a:pt x="4508755" y="5635711"/>
                    <a:pt x="4499801" y="5673050"/>
                    <a:pt x="4505134" y="5706959"/>
                  </a:cubicBezTo>
                  <a:cubicBezTo>
                    <a:pt x="4506468" y="5715723"/>
                    <a:pt x="4506659" y="5724678"/>
                    <a:pt x="4508183" y="5733440"/>
                  </a:cubicBezTo>
                  <a:cubicBezTo>
                    <a:pt x="4511041" y="5749634"/>
                    <a:pt x="4514279" y="5765635"/>
                    <a:pt x="4517519" y="5781830"/>
                  </a:cubicBezTo>
                  <a:cubicBezTo>
                    <a:pt x="4518089" y="5784686"/>
                    <a:pt x="4518281" y="5787924"/>
                    <a:pt x="4519234" y="5790592"/>
                  </a:cubicBezTo>
                  <a:cubicBezTo>
                    <a:pt x="4527233" y="5815169"/>
                    <a:pt x="4536378" y="5839361"/>
                    <a:pt x="4542855" y="5864318"/>
                  </a:cubicBezTo>
                  <a:cubicBezTo>
                    <a:pt x="4546095" y="5876511"/>
                    <a:pt x="4546476" y="5890037"/>
                    <a:pt x="4544759" y="5902610"/>
                  </a:cubicBezTo>
                  <a:cubicBezTo>
                    <a:pt x="4539808" y="5939377"/>
                    <a:pt x="4537712" y="5975764"/>
                    <a:pt x="4544951" y="6012723"/>
                  </a:cubicBezTo>
                  <a:cubicBezTo>
                    <a:pt x="4547808" y="6027392"/>
                    <a:pt x="4543045" y="6043776"/>
                    <a:pt x="4541332" y="6059397"/>
                  </a:cubicBezTo>
                  <a:cubicBezTo>
                    <a:pt x="4536759" y="6096736"/>
                    <a:pt x="4531805" y="6134075"/>
                    <a:pt x="4527426" y="6171605"/>
                  </a:cubicBezTo>
                  <a:cubicBezTo>
                    <a:pt x="4524758" y="6195037"/>
                    <a:pt x="4523234" y="6218660"/>
                    <a:pt x="4520568" y="6242093"/>
                  </a:cubicBezTo>
                  <a:cubicBezTo>
                    <a:pt x="4517327" y="6269144"/>
                    <a:pt x="4512375" y="6296005"/>
                    <a:pt x="4509706" y="6323058"/>
                  </a:cubicBezTo>
                  <a:cubicBezTo>
                    <a:pt x="4506659" y="6353919"/>
                    <a:pt x="4506089" y="6384972"/>
                    <a:pt x="4502848" y="6415833"/>
                  </a:cubicBezTo>
                  <a:cubicBezTo>
                    <a:pt x="4496563" y="6472225"/>
                    <a:pt x="4489132" y="6528424"/>
                    <a:pt x="4482084" y="6584812"/>
                  </a:cubicBezTo>
                  <a:cubicBezTo>
                    <a:pt x="4475226" y="6639488"/>
                    <a:pt x="4469129" y="6694164"/>
                    <a:pt x="4460557" y="6748458"/>
                  </a:cubicBezTo>
                  <a:cubicBezTo>
                    <a:pt x="4456937" y="6771319"/>
                    <a:pt x="4447030" y="6793035"/>
                    <a:pt x="4441507" y="6815516"/>
                  </a:cubicBezTo>
                  <a:lnTo>
                    <a:pt x="4431806" y="6858001"/>
                  </a:lnTo>
                  <a:lnTo>
                    <a:pt x="4259554" y="6858001"/>
                  </a:lnTo>
                  <a:lnTo>
                    <a:pt x="4259554" y="6858002"/>
                  </a:lnTo>
                  <a:lnTo>
                    <a:pt x="0" y="6858002"/>
                  </a:lnTo>
                  <a:lnTo>
                    <a:pt x="0" y="2"/>
                  </a:lnTo>
                  <a:lnTo>
                    <a:pt x="3766492" y="1"/>
                  </a:lnTo>
                  <a:lnTo>
                    <a:pt x="3769210" y="21486"/>
                  </a:lnTo>
                  <a:close/>
                </a:path>
              </a:pathLst>
            </a:custGeom>
            <a:solidFill>
              <a:schemeClr val="tx1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CEDE579A-0A12-4A10-85D4-A8DA1663B8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3697284" y="-1"/>
              <a:ext cx="884241" cy="6858002"/>
              <a:chOff x="3697284" y="-1"/>
              <a:chExt cx="884241" cy="6858002"/>
            </a:xfrm>
          </p:grpSpPr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15CA79E3-BA58-419A-8541-7498AC2633F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>
                <a:off x="3697284" y="-1"/>
                <a:ext cx="884241" cy="6858001"/>
                <a:chOff x="3697284" y="-1"/>
                <a:chExt cx="884241" cy="6858001"/>
              </a:xfrm>
              <a:solidFill>
                <a:srgbClr val="FFFFFF"/>
              </a:solidFill>
              <a:effectLst/>
            </p:grpSpPr>
            <p:sp>
              <p:nvSpPr>
                <p:cNvPr id="18" name="Freeform: Shape 17">
                  <a:extLst>
                    <a:ext uri="{FF2B5EF4-FFF2-40B4-BE49-F238E27FC236}">
                      <a16:creationId xmlns:a16="http://schemas.microsoft.com/office/drawing/2014/main" id="{2348C622-BC44-4959-B64E-427015FD1FFA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 rot="16200000" flipH="1">
                  <a:off x="705641" y="2991642"/>
                  <a:ext cx="6858001" cy="874716"/>
                </a:xfrm>
                <a:custGeom>
                  <a:avLst/>
                  <a:gdLst>
                    <a:gd name="connsiteX0" fmla="*/ 0 w 6858001"/>
                    <a:gd name="connsiteY0" fmla="*/ 533314 h 874716"/>
                    <a:gd name="connsiteX1" fmla="*/ 0 w 6858001"/>
                    <a:gd name="connsiteY1" fmla="*/ 69206 h 874716"/>
                    <a:gd name="connsiteX2" fmla="*/ 21486 w 6858001"/>
                    <a:gd name="connsiteY2" fmla="*/ 71924 h 874716"/>
                    <a:gd name="connsiteX3" fmla="*/ 228948 w 6858001"/>
                    <a:gd name="connsiteY3" fmla="*/ 88116 h 874716"/>
                    <a:gd name="connsiteX4" fmla="*/ 313533 w 6858001"/>
                    <a:gd name="connsiteY4" fmla="*/ 62779 h 874716"/>
                    <a:gd name="connsiteX5" fmla="*/ 338870 w 6858001"/>
                    <a:gd name="connsiteY5" fmla="*/ 62207 h 874716"/>
                    <a:gd name="connsiteX6" fmla="*/ 395640 w 6858001"/>
                    <a:gd name="connsiteY6" fmla="*/ 72114 h 874716"/>
                    <a:gd name="connsiteX7" fmla="*/ 512802 w 6858001"/>
                    <a:gd name="connsiteY7" fmla="*/ 65446 h 874716"/>
                    <a:gd name="connsiteX8" fmla="*/ 556047 w 6858001"/>
                    <a:gd name="connsiteY8" fmla="*/ 55349 h 874716"/>
                    <a:gd name="connsiteX9" fmla="*/ 580050 w 6858001"/>
                    <a:gd name="connsiteY9" fmla="*/ 48871 h 874716"/>
                    <a:gd name="connsiteX10" fmla="*/ 703308 w 6858001"/>
                    <a:gd name="connsiteY10" fmla="*/ 30964 h 874716"/>
                    <a:gd name="connsiteX11" fmla="*/ 758174 w 6858001"/>
                    <a:gd name="connsiteY11" fmla="*/ 11724 h 874716"/>
                    <a:gd name="connsiteX12" fmla="*/ 773035 w 6858001"/>
                    <a:gd name="connsiteY12" fmla="*/ 8866 h 874716"/>
                    <a:gd name="connsiteX13" fmla="*/ 854379 w 6858001"/>
                    <a:gd name="connsiteY13" fmla="*/ 16866 h 874716"/>
                    <a:gd name="connsiteX14" fmla="*/ 915343 w 6858001"/>
                    <a:gd name="connsiteY14" fmla="*/ 47919 h 874716"/>
                    <a:gd name="connsiteX15" fmla="*/ 927155 w 6858001"/>
                    <a:gd name="connsiteY15" fmla="*/ 58397 h 874716"/>
                    <a:gd name="connsiteX16" fmla="*/ 1097087 w 6858001"/>
                    <a:gd name="connsiteY16" fmla="*/ 54777 h 874716"/>
                    <a:gd name="connsiteX17" fmla="*/ 1123185 w 6858001"/>
                    <a:gd name="connsiteY17" fmla="*/ 50395 h 874716"/>
                    <a:gd name="connsiteX18" fmla="*/ 1249302 w 6858001"/>
                    <a:gd name="connsiteY18" fmla="*/ 68684 h 874716"/>
                    <a:gd name="connsiteX19" fmla="*/ 1286069 w 6858001"/>
                    <a:gd name="connsiteY19" fmla="*/ 72304 h 874716"/>
                    <a:gd name="connsiteX20" fmla="*/ 1417899 w 6858001"/>
                    <a:gd name="connsiteY20" fmla="*/ 88688 h 874716"/>
                    <a:gd name="connsiteX21" fmla="*/ 1436568 w 6858001"/>
                    <a:gd name="connsiteY21" fmla="*/ 73448 h 874716"/>
                    <a:gd name="connsiteX22" fmla="*/ 1490292 w 6858001"/>
                    <a:gd name="connsiteY22" fmla="*/ 35154 h 874716"/>
                    <a:gd name="connsiteX23" fmla="*/ 1596213 w 6858001"/>
                    <a:gd name="connsiteY23" fmla="*/ 1245 h 874716"/>
                    <a:gd name="connsiteX24" fmla="*/ 1624980 w 6858001"/>
                    <a:gd name="connsiteY24" fmla="*/ 3150 h 874716"/>
                    <a:gd name="connsiteX25" fmla="*/ 1697753 w 6858001"/>
                    <a:gd name="connsiteY25" fmla="*/ 59731 h 874716"/>
                    <a:gd name="connsiteX26" fmla="*/ 1733188 w 6858001"/>
                    <a:gd name="connsiteY26" fmla="*/ 82400 h 874716"/>
                    <a:gd name="connsiteX27" fmla="*/ 1833775 w 6858001"/>
                    <a:gd name="connsiteY27" fmla="*/ 124121 h 874716"/>
                    <a:gd name="connsiteX28" fmla="*/ 1842158 w 6858001"/>
                    <a:gd name="connsiteY28" fmla="*/ 131742 h 874716"/>
                    <a:gd name="connsiteX29" fmla="*/ 1916454 w 6858001"/>
                    <a:gd name="connsiteY29" fmla="*/ 222233 h 874716"/>
                    <a:gd name="connsiteX30" fmla="*/ 1933219 w 6858001"/>
                    <a:gd name="connsiteY30" fmla="*/ 237663 h 874716"/>
                    <a:gd name="connsiteX31" fmla="*/ 1953413 w 6858001"/>
                    <a:gd name="connsiteY31" fmla="*/ 261668 h 874716"/>
                    <a:gd name="connsiteX32" fmla="*/ 2016469 w 6858001"/>
                    <a:gd name="connsiteY32" fmla="*/ 308151 h 874716"/>
                    <a:gd name="connsiteX33" fmla="*/ 2094578 w 6858001"/>
                    <a:gd name="connsiteY33" fmla="*/ 323010 h 874716"/>
                    <a:gd name="connsiteX34" fmla="*/ 2188879 w 6858001"/>
                    <a:gd name="connsiteY34" fmla="*/ 345681 h 874716"/>
                    <a:gd name="connsiteX35" fmla="*/ 2228314 w 6858001"/>
                    <a:gd name="connsiteY35" fmla="*/ 360921 h 874716"/>
                    <a:gd name="connsiteX36" fmla="*/ 2334044 w 6858001"/>
                    <a:gd name="connsiteY36" fmla="*/ 389878 h 874716"/>
                    <a:gd name="connsiteX37" fmla="*/ 2409485 w 6858001"/>
                    <a:gd name="connsiteY37" fmla="*/ 414263 h 874716"/>
                    <a:gd name="connsiteX38" fmla="*/ 2518264 w 6858001"/>
                    <a:gd name="connsiteY38" fmla="*/ 428552 h 874716"/>
                    <a:gd name="connsiteX39" fmla="*/ 2571034 w 6858001"/>
                    <a:gd name="connsiteY39" fmla="*/ 429122 h 874716"/>
                    <a:gd name="connsiteX40" fmla="*/ 2668001 w 6858001"/>
                    <a:gd name="connsiteY40" fmla="*/ 502276 h 874716"/>
                    <a:gd name="connsiteX41" fmla="*/ 2745348 w 6858001"/>
                    <a:gd name="connsiteY41" fmla="*/ 550666 h 874716"/>
                    <a:gd name="connsiteX42" fmla="*/ 2826694 w 6858001"/>
                    <a:gd name="connsiteY42" fmla="*/ 527233 h 874716"/>
                    <a:gd name="connsiteX43" fmla="*/ 2848793 w 6858001"/>
                    <a:gd name="connsiteY43" fmla="*/ 505134 h 874716"/>
                    <a:gd name="connsiteX44" fmla="*/ 2982148 w 6858001"/>
                    <a:gd name="connsiteY44" fmla="*/ 484179 h 874716"/>
                    <a:gd name="connsiteX45" fmla="*/ 3172654 w 6858001"/>
                    <a:gd name="connsiteY45" fmla="*/ 483417 h 874716"/>
                    <a:gd name="connsiteX46" fmla="*/ 3489467 w 6858001"/>
                    <a:gd name="connsiteY46" fmla="*/ 435790 h 874716"/>
                    <a:gd name="connsiteX47" fmla="*/ 3544713 w 6858001"/>
                    <a:gd name="connsiteY47" fmla="*/ 413691 h 874716"/>
                    <a:gd name="connsiteX48" fmla="*/ 3606817 w 6858001"/>
                    <a:gd name="connsiteY48" fmla="*/ 408167 h 874716"/>
                    <a:gd name="connsiteX49" fmla="*/ 3630632 w 6858001"/>
                    <a:gd name="connsiteY49" fmla="*/ 421693 h 874716"/>
                    <a:gd name="connsiteX50" fmla="*/ 3734837 w 6858001"/>
                    <a:gd name="connsiteY50" fmla="*/ 441886 h 874716"/>
                    <a:gd name="connsiteX51" fmla="*/ 3754652 w 6858001"/>
                    <a:gd name="connsiteY51" fmla="*/ 442268 h 874716"/>
                    <a:gd name="connsiteX52" fmla="*/ 3822472 w 6858001"/>
                    <a:gd name="connsiteY52" fmla="*/ 433694 h 874716"/>
                    <a:gd name="connsiteX53" fmla="*/ 3885338 w 6858001"/>
                    <a:gd name="connsiteY53" fmla="*/ 428742 h 874716"/>
                    <a:gd name="connsiteX54" fmla="*/ 4043839 w 6858001"/>
                    <a:gd name="connsiteY54" fmla="*/ 444934 h 874716"/>
                    <a:gd name="connsiteX55" fmla="*/ 4165383 w 6858001"/>
                    <a:gd name="connsiteY55" fmla="*/ 441124 h 874716"/>
                    <a:gd name="connsiteX56" fmla="*/ 4221391 w 6858001"/>
                    <a:gd name="connsiteY56" fmla="*/ 444934 h 874716"/>
                    <a:gd name="connsiteX57" fmla="*/ 4253014 w 6858001"/>
                    <a:gd name="connsiteY57" fmla="*/ 450650 h 874716"/>
                    <a:gd name="connsiteX58" fmla="*/ 4324645 w 6858001"/>
                    <a:gd name="connsiteY58" fmla="*/ 490466 h 874716"/>
                    <a:gd name="connsiteX59" fmla="*/ 4363890 w 6858001"/>
                    <a:gd name="connsiteY59" fmla="*/ 499420 h 874716"/>
                    <a:gd name="connsiteX60" fmla="*/ 4482004 w 6858001"/>
                    <a:gd name="connsiteY60" fmla="*/ 498658 h 874716"/>
                    <a:gd name="connsiteX61" fmla="*/ 4659174 w 6858001"/>
                    <a:gd name="connsiteY61" fmla="*/ 438648 h 874716"/>
                    <a:gd name="connsiteX62" fmla="*/ 4677655 w 6858001"/>
                    <a:gd name="connsiteY62" fmla="*/ 430646 h 874716"/>
                    <a:gd name="connsiteX63" fmla="*/ 4767764 w 6858001"/>
                    <a:gd name="connsiteY63" fmla="*/ 420739 h 874716"/>
                    <a:gd name="connsiteX64" fmla="*/ 4828916 w 6858001"/>
                    <a:gd name="connsiteY64" fmla="*/ 434266 h 874716"/>
                    <a:gd name="connsiteX65" fmla="*/ 4912168 w 6858001"/>
                    <a:gd name="connsiteY65" fmla="*/ 462271 h 874716"/>
                    <a:gd name="connsiteX66" fmla="*/ 4987037 w 6858001"/>
                    <a:gd name="connsiteY66" fmla="*/ 485703 h 874716"/>
                    <a:gd name="connsiteX67" fmla="*/ 5041521 w 6858001"/>
                    <a:gd name="connsiteY67" fmla="*/ 512182 h 874716"/>
                    <a:gd name="connsiteX68" fmla="*/ 5166113 w 6858001"/>
                    <a:gd name="connsiteY68" fmla="*/ 531615 h 874716"/>
                    <a:gd name="connsiteX69" fmla="*/ 5179067 w 6858001"/>
                    <a:gd name="connsiteY69" fmla="*/ 534853 h 874716"/>
                    <a:gd name="connsiteX70" fmla="*/ 5272796 w 6858001"/>
                    <a:gd name="connsiteY70" fmla="*/ 511230 h 874716"/>
                    <a:gd name="connsiteX71" fmla="*/ 5385384 w 6858001"/>
                    <a:gd name="connsiteY71" fmla="*/ 487227 h 874716"/>
                    <a:gd name="connsiteX72" fmla="*/ 5425582 w 6858001"/>
                    <a:gd name="connsiteY72" fmla="*/ 495418 h 874716"/>
                    <a:gd name="connsiteX73" fmla="*/ 5480637 w 6858001"/>
                    <a:gd name="connsiteY73" fmla="*/ 507040 h 874716"/>
                    <a:gd name="connsiteX74" fmla="*/ 5531693 w 6858001"/>
                    <a:gd name="connsiteY74" fmla="*/ 500944 h 874716"/>
                    <a:gd name="connsiteX75" fmla="*/ 5562746 w 6858001"/>
                    <a:gd name="connsiteY75" fmla="*/ 500372 h 874716"/>
                    <a:gd name="connsiteX76" fmla="*/ 5704483 w 6858001"/>
                    <a:gd name="connsiteY76" fmla="*/ 571620 h 874716"/>
                    <a:gd name="connsiteX77" fmla="*/ 5740488 w 6858001"/>
                    <a:gd name="connsiteY77" fmla="*/ 577526 h 874716"/>
                    <a:gd name="connsiteX78" fmla="*/ 5760873 w 6858001"/>
                    <a:gd name="connsiteY78" fmla="*/ 586291 h 874716"/>
                    <a:gd name="connsiteX79" fmla="*/ 5883751 w 6858001"/>
                    <a:gd name="connsiteY79" fmla="*/ 674686 h 874716"/>
                    <a:gd name="connsiteX80" fmla="*/ 5935949 w 6858001"/>
                    <a:gd name="connsiteY80" fmla="*/ 692592 h 874716"/>
                    <a:gd name="connsiteX81" fmla="*/ 5993291 w 6858001"/>
                    <a:gd name="connsiteY81" fmla="*/ 688972 h 874716"/>
                    <a:gd name="connsiteX82" fmla="*/ 6026440 w 6858001"/>
                    <a:gd name="connsiteY82" fmla="*/ 682496 h 874716"/>
                    <a:gd name="connsiteX83" fmla="*/ 6108738 w 6858001"/>
                    <a:gd name="connsiteY83" fmla="*/ 626296 h 874716"/>
                    <a:gd name="connsiteX84" fmla="*/ 6155602 w 6858001"/>
                    <a:gd name="connsiteY84" fmla="*/ 628202 h 874716"/>
                    <a:gd name="connsiteX85" fmla="*/ 6228756 w 6858001"/>
                    <a:gd name="connsiteY85" fmla="*/ 666873 h 874716"/>
                    <a:gd name="connsiteX86" fmla="*/ 6361539 w 6858001"/>
                    <a:gd name="connsiteY86" fmla="*/ 684210 h 874716"/>
                    <a:gd name="connsiteX87" fmla="*/ 6428979 w 6858001"/>
                    <a:gd name="connsiteY87" fmla="*/ 630106 h 874716"/>
                    <a:gd name="connsiteX88" fmla="*/ 6463840 w 6858001"/>
                    <a:gd name="connsiteY88" fmla="*/ 578098 h 874716"/>
                    <a:gd name="connsiteX89" fmla="*/ 6564620 w 6858001"/>
                    <a:gd name="connsiteY89" fmla="*/ 517708 h 874716"/>
                    <a:gd name="connsiteX90" fmla="*/ 6588625 w 6858001"/>
                    <a:gd name="connsiteY90" fmla="*/ 540187 h 874716"/>
                    <a:gd name="connsiteX91" fmla="*/ 6662541 w 6858001"/>
                    <a:gd name="connsiteY91" fmla="*/ 549714 h 874716"/>
                    <a:gd name="connsiteX92" fmla="*/ 6742552 w 6858001"/>
                    <a:gd name="connsiteY92" fmla="*/ 548952 h 874716"/>
                    <a:gd name="connsiteX93" fmla="*/ 6812063 w 6858001"/>
                    <a:gd name="connsiteY93" fmla="*/ 568430 h 874716"/>
                    <a:gd name="connsiteX94" fmla="*/ 6858001 w 6858001"/>
                    <a:gd name="connsiteY94" fmla="*/ 562267 h 874716"/>
                    <a:gd name="connsiteX95" fmla="*/ 6858001 w 6858001"/>
                    <a:gd name="connsiteY95" fmla="*/ 734520 h 874716"/>
                    <a:gd name="connsiteX96" fmla="*/ 6815516 w 6858001"/>
                    <a:gd name="connsiteY96" fmla="*/ 744220 h 874716"/>
                    <a:gd name="connsiteX97" fmla="*/ 6748458 w 6858001"/>
                    <a:gd name="connsiteY97" fmla="*/ 763271 h 874716"/>
                    <a:gd name="connsiteX98" fmla="*/ 6584812 w 6858001"/>
                    <a:gd name="connsiteY98" fmla="*/ 784797 h 874716"/>
                    <a:gd name="connsiteX99" fmla="*/ 6415833 w 6858001"/>
                    <a:gd name="connsiteY99" fmla="*/ 805562 h 874716"/>
                    <a:gd name="connsiteX100" fmla="*/ 6323058 w 6858001"/>
                    <a:gd name="connsiteY100" fmla="*/ 812420 h 874716"/>
                    <a:gd name="connsiteX101" fmla="*/ 6242093 w 6858001"/>
                    <a:gd name="connsiteY101" fmla="*/ 823281 h 874716"/>
                    <a:gd name="connsiteX102" fmla="*/ 6171605 w 6858001"/>
                    <a:gd name="connsiteY102" fmla="*/ 830139 h 874716"/>
                    <a:gd name="connsiteX103" fmla="*/ 6059397 w 6858001"/>
                    <a:gd name="connsiteY103" fmla="*/ 844045 h 874716"/>
                    <a:gd name="connsiteX104" fmla="*/ 6012723 w 6858001"/>
                    <a:gd name="connsiteY104" fmla="*/ 847665 h 874716"/>
                    <a:gd name="connsiteX105" fmla="*/ 5902610 w 6858001"/>
                    <a:gd name="connsiteY105" fmla="*/ 847473 h 874716"/>
                    <a:gd name="connsiteX106" fmla="*/ 5864318 w 6858001"/>
                    <a:gd name="connsiteY106" fmla="*/ 845569 h 874716"/>
                    <a:gd name="connsiteX107" fmla="*/ 5790592 w 6858001"/>
                    <a:gd name="connsiteY107" fmla="*/ 821947 h 874716"/>
                    <a:gd name="connsiteX108" fmla="*/ 5781830 w 6858001"/>
                    <a:gd name="connsiteY108" fmla="*/ 820233 h 874716"/>
                    <a:gd name="connsiteX109" fmla="*/ 5733440 w 6858001"/>
                    <a:gd name="connsiteY109" fmla="*/ 810896 h 874716"/>
                    <a:gd name="connsiteX110" fmla="*/ 5706959 w 6858001"/>
                    <a:gd name="connsiteY110" fmla="*/ 807848 h 874716"/>
                    <a:gd name="connsiteX111" fmla="*/ 5606372 w 6858001"/>
                    <a:gd name="connsiteY111" fmla="*/ 788417 h 874716"/>
                    <a:gd name="connsiteX112" fmla="*/ 5548460 w 6858001"/>
                    <a:gd name="connsiteY112" fmla="*/ 779273 h 874716"/>
                    <a:gd name="connsiteX113" fmla="*/ 5501594 w 6858001"/>
                    <a:gd name="connsiteY113" fmla="*/ 780607 h 874716"/>
                    <a:gd name="connsiteX114" fmla="*/ 5419295 w 6858001"/>
                    <a:gd name="connsiteY114" fmla="*/ 782321 h 874716"/>
                    <a:gd name="connsiteX115" fmla="*/ 5393005 w 6858001"/>
                    <a:gd name="connsiteY115" fmla="*/ 786703 h 874716"/>
                    <a:gd name="connsiteX116" fmla="*/ 5274129 w 6858001"/>
                    <a:gd name="connsiteY116" fmla="*/ 774129 h 874716"/>
                    <a:gd name="connsiteX117" fmla="*/ 5206308 w 6858001"/>
                    <a:gd name="connsiteY117" fmla="*/ 773177 h 874716"/>
                    <a:gd name="connsiteX118" fmla="*/ 5129916 w 6858001"/>
                    <a:gd name="connsiteY118" fmla="*/ 757554 h 874716"/>
                    <a:gd name="connsiteX119" fmla="*/ 5107627 w 6858001"/>
                    <a:gd name="connsiteY119" fmla="*/ 758316 h 874716"/>
                    <a:gd name="connsiteX120" fmla="*/ 5082670 w 6858001"/>
                    <a:gd name="connsiteY120" fmla="*/ 759651 h 874716"/>
                    <a:gd name="connsiteX121" fmla="*/ 5006086 w 6858001"/>
                    <a:gd name="connsiteY121" fmla="*/ 760795 h 874716"/>
                    <a:gd name="connsiteX122" fmla="*/ 4959602 w 6858001"/>
                    <a:gd name="connsiteY122" fmla="*/ 766509 h 874716"/>
                    <a:gd name="connsiteX123" fmla="*/ 4871019 w 6858001"/>
                    <a:gd name="connsiteY123" fmla="*/ 763081 h 874716"/>
                    <a:gd name="connsiteX124" fmla="*/ 4838250 w 6858001"/>
                    <a:gd name="connsiteY124" fmla="*/ 768033 h 874716"/>
                    <a:gd name="connsiteX125" fmla="*/ 4755381 w 6858001"/>
                    <a:gd name="connsiteY125" fmla="*/ 768605 h 874716"/>
                    <a:gd name="connsiteX126" fmla="*/ 4681083 w 6858001"/>
                    <a:gd name="connsiteY126" fmla="*/ 765747 h 874716"/>
                    <a:gd name="connsiteX127" fmla="*/ 4609452 w 6858001"/>
                    <a:gd name="connsiteY127" fmla="*/ 767271 h 874716"/>
                    <a:gd name="connsiteX128" fmla="*/ 4558207 w 6858001"/>
                    <a:gd name="connsiteY128" fmla="*/ 773557 h 874716"/>
                    <a:gd name="connsiteX129" fmla="*/ 4502579 w 6858001"/>
                    <a:gd name="connsiteY129" fmla="*/ 777367 h 874716"/>
                    <a:gd name="connsiteX130" fmla="*/ 4349222 w 6858001"/>
                    <a:gd name="connsiteY130" fmla="*/ 800038 h 874716"/>
                    <a:gd name="connsiteX131" fmla="*/ 4320837 w 6858001"/>
                    <a:gd name="connsiteY131" fmla="*/ 794514 h 874716"/>
                    <a:gd name="connsiteX132" fmla="*/ 4159667 w 6858001"/>
                    <a:gd name="connsiteY132" fmla="*/ 789370 h 874716"/>
                    <a:gd name="connsiteX133" fmla="*/ 4124614 w 6858001"/>
                    <a:gd name="connsiteY133" fmla="*/ 789752 h 874716"/>
                    <a:gd name="connsiteX134" fmla="*/ 4030503 w 6858001"/>
                    <a:gd name="connsiteY134" fmla="*/ 767271 h 874716"/>
                    <a:gd name="connsiteX135" fmla="*/ 3885338 w 6858001"/>
                    <a:gd name="connsiteY135" fmla="*/ 802896 h 874716"/>
                    <a:gd name="connsiteX136" fmla="*/ 3749506 w 6858001"/>
                    <a:gd name="connsiteY136" fmla="*/ 847473 h 874716"/>
                    <a:gd name="connsiteX137" fmla="*/ 3732361 w 6858001"/>
                    <a:gd name="connsiteY137" fmla="*/ 853190 h 874716"/>
                    <a:gd name="connsiteX138" fmla="*/ 3683591 w 6858001"/>
                    <a:gd name="connsiteY138" fmla="*/ 862906 h 874716"/>
                    <a:gd name="connsiteX139" fmla="*/ 3623201 w 6858001"/>
                    <a:gd name="connsiteY139" fmla="*/ 866334 h 874716"/>
                    <a:gd name="connsiteX140" fmla="*/ 3546617 w 6858001"/>
                    <a:gd name="connsiteY140" fmla="*/ 874716 h 874716"/>
                    <a:gd name="connsiteX141" fmla="*/ 3485275 w 6858001"/>
                    <a:gd name="connsiteY141" fmla="*/ 864238 h 874716"/>
                    <a:gd name="connsiteX142" fmla="*/ 3399546 w 6858001"/>
                    <a:gd name="connsiteY142" fmla="*/ 848618 h 874716"/>
                    <a:gd name="connsiteX143" fmla="*/ 3318771 w 6858001"/>
                    <a:gd name="connsiteY143" fmla="*/ 833757 h 874716"/>
                    <a:gd name="connsiteX144" fmla="*/ 3293244 w 6858001"/>
                    <a:gd name="connsiteY144" fmla="*/ 851284 h 874716"/>
                    <a:gd name="connsiteX145" fmla="*/ 3253809 w 6858001"/>
                    <a:gd name="connsiteY145" fmla="*/ 866524 h 874716"/>
                    <a:gd name="connsiteX146" fmla="*/ 3209993 w 6858001"/>
                    <a:gd name="connsiteY146" fmla="*/ 848235 h 874716"/>
                    <a:gd name="connsiteX147" fmla="*/ 3107500 w 6858001"/>
                    <a:gd name="connsiteY147" fmla="*/ 810326 h 874716"/>
                    <a:gd name="connsiteX148" fmla="*/ 3042728 w 6858001"/>
                    <a:gd name="connsiteY148" fmla="*/ 808610 h 874716"/>
                    <a:gd name="connsiteX149" fmla="*/ 2901943 w 6858001"/>
                    <a:gd name="connsiteY149" fmla="*/ 792418 h 874716"/>
                    <a:gd name="connsiteX150" fmla="*/ 2809930 w 6858001"/>
                    <a:gd name="connsiteY150" fmla="*/ 769367 h 874716"/>
                    <a:gd name="connsiteX151" fmla="*/ 2743826 w 6858001"/>
                    <a:gd name="connsiteY151" fmla="*/ 743268 h 874716"/>
                    <a:gd name="connsiteX152" fmla="*/ 2649143 w 6858001"/>
                    <a:gd name="connsiteY152" fmla="*/ 709167 h 874716"/>
                    <a:gd name="connsiteX153" fmla="*/ 2554079 w 6858001"/>
                    <a:gd name="connsiteY153" fmla="*/ 691450 h 874716"/>
                    <a:gd name="connsiteX154" fmla="*/ 2485307 w 6858001"/>
                    <a:gd name="connsiteY154" fmla="*/ 669160 h 874716"/>
                    <a:gd name="connsiteX155" fmla="*/ 2401292 w 6858001"/>
                    <a:gd name="connsiteY155" fmla="*/ 653919 h 874716"/>
                    <a:gd name="connsiteX156" fmla="*/ 2330806 w 6858001"/>
                    <a:gd name="connsiteY156" fmla="*/ 653349 h 874716"/>
                    <a:gd name="connsiteX157" fmla="*/ 2220312 w 6858001"/>
                    <a:gd name="connsiteY157" fmla="*/ 656015 h 874716"/>
                    <a:gd name="connsiteX158" fmla="*/ 2085054 w 6858001"/>
                    <a:gd name="connsiteY158" fmla="*/ 609914 h 874716"/>
                    <a:gd name="connsiteX159" fmla="*/ 2030378 w 6858001"/>
                    <a:gd name="connsiteY159" fmla="*/ 599625 h 874716"/>
                    <a:gd name="connsiteX160" fmla="*/ 1978940 w 6858001"/>
                    <a:gd name="connsiteY160" fmla="*/ 594863 h 874716"/>
                    <a:gd name="connsiteX161" fmla="*/ 1869780 w 6858001"/>
                    <a:gd name="connsiteY161" fmla="*/ 564192 h 874716"/>
                    <a:gd name="connsiteX162" fmla="*/ 1825393 w 6858001"/>
                    <a:gd name="connsiteY162" fmla="*/ 554094 h 874716"/>
                    <a:gd name="connsiteX163" fmla="*/ 1763287 w 6858001"/>
                    <a:gd name="connsiteY163" fmla="*/ 554286 h 874716"/>
                    <a:gd name="connsiteX164" fmla="*/ 1650317 w 6858001"/>
                    <a:gd name="connsiteY164" fmla="*/ 540187 h 874716"/>
                    <a:gd name="connsiteX165" fmla="*/ 1537537 w 6858001"/>
                    <a:gd name="connsiteY165" fmla="*/ 499038 h 874716"/>
                    <a:gd name="connsiteX166" fmla="*/ 1489720 w 6858001"/>
                    <a:gd name="connsiteY166" fmla="*/ 503038 h 874716"/>
                    <a:gd name="connsiteX167" fmla="*/ 1472575 w 6858001"/>
                    <a:gd name="connsiteY167" fmla="*/ 502086 h 874716"/>
                    <a:gd name="connsiteX168" fmla="*/ 1318456 w 6858001"/>
                    <a:gd name="connsiteY168" fmla="*/ 479415 h 874716"/>
                    <a:gd name="connsiteX169" fmla="*/ 1303024 w 6858001"/>
                    <a:gd name="connsiteY169" fmla="*/ 476939 h 874716"/>
                    <a:gd name="connsiteX170" fmla="*/ 1230633 w 6858001"/>
                    <a:gd name="connsiteY170" fmla="*/ 456746 h 874716"/>
                    <a:gd name="connsiteX171" fmla="*/ 1048125 w 6858001"/>
                    <a:gd name="connsiteY171" fmla="*/ 444172 h 874716"/>
                    <a:gd name="connsiteX172" fmla="*/ 1036887 w 6858001"/>
                    <a:gd name="connsiteY172" fmla="*/ 442648 h 874716"/>
                    <a:gd name="connsiteX173" fmla="*/ 975733 w 6858001"/>
                    <a:gd name="connsiteY173" fmla="*/ 452744 h 874716"/>
                    <a:gd name="connsiteX174" fmla="*/ 945444 w 6858001"/>
                    <a:gd name="connsiteY174" fmla="*/ 467033 h 874716"/>
                    <a:gd name="connsiteX175" fmla="*/ 898198 w 6858001"/>
                    <a:gd name="connsiteY175" fmla="*/ 481893 h 874716"/>
                    <a:gd name="connsiteX176" fmla="*/ 850189 w 6858001"/>
                    <a:gd name="connsiteY176" fmla="*/ 487417 h 874716"/>
                    <a:gd name="connsiteX177" fmla="*/ 769605 w 6858001"/>
                    <a:gd name="connsiteY177" fmla="*/ 464937 h 874716"/>
                    <a:gd name="connsiteX178" fmla="*/ 740268 w 6858001"/>
                    <a:gd name="connsiteY178" fmla="*/ 462651 h 874716"/>
                    <a:gd name="connsiteX179" fmla="*/ 674923 w 6858001"/>
                    <a:gd name="connsiteY179" fmla="*/ 451792 h 874716"/>
                    <a:gd name="connsiteX180" fmla="*/ 617772 w 6858001"/>
                    <a:gd name="connsiteY180" fmla="*/ 452554 h 874716"/>
                    <a:gd name="connsiteX181" fmla="*/ 571860 w 6858001"/>
                    <a:gd name="connsiteY181" fmla="*/ 469891 h 874716"/>
                    <a:gd name="connsiteX182" fmla="*/ 505182 w 6858001"/>
                    <a:gd name="connsiteY182" fmla="*/ 473319 h 874716"/>
                    <a:gd name="connsiteX183" fmla="*/ 462126 w 6858001"/>
                    <a:gd name="connsiteY183" fmla="*/ 460747 h 874716"/>
                    <a:gd name="connsiteX184" fmla="*/ 453364 w 6858001"/>
                    <a:gd name="connsiteY184" fmla="*/ 459033 h 874716"/>
                    <a:gd name="connsiteX185" fmla="*/ 340774 w 6858001"/>
                    <a:gd name="connsiteY185" fmla="*/ 458268 h 874716"/>
                    <a:gd name="connsiteX186" fmla="*/ 200182 w 6858001"/>
                    <a:gd name="connsiteY186" fmla="*/ 496180 h 874716"/>
                    <a:gd name="connsiteX187" fmla="*/ 176939 w 6858001"/>
                    <a:gd name="connsiteY187" fmla="*/ 504182 h 874716"/>
                    <a:gd name="connsiteX188" fmla="*/ 63587 w 6858001"/>
                    <a:gd name="connsiteY188" fmla="*/ 518088 h 874716"/>
                    <a:gd name="connsiteX189" fmla="*/ 2817 w 6858001"/>
                    <a:gd name="connsiteY189" fmla="*/ 532187 h 874716"/>
                    <a:gd name="connsiteX190" fmla="*/ 0 w 6858001"/>
                    <a:gd name="connsiteY190" fmla="*/ 533314 h 87471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  <a:cxn ang="0">
                      <a:pos x="connsiteX154" y="connsiteY154"/>
                    </a:cxn>
                    <a:cxn ang="0">
                      <a:pos x="connsiteX155" y="connsiteY155"/>
                    </a:cxn>
                    <a:cxn ang="0">
                      <a:pos x="connsiteX156" y="connsiteY156"/>
                    </a:cxn>
                    <a:cxn ang="0">
                      <a:pos x="connsiteX157" y="connsiteY157"/>
                    </a:cxn>
                    <a:cxn ang="0">
                      <a:pos x="connsiteX158" y="connsiteY158"/>
                    </a:cxn>
                    <a:cxn ang="0">
                      <a:pos x="connsiteX159" y="connsiteY159"/>
                    </a:cxn>
                    <a:cxn ang="0">
                      <a:pos x="connsiteX160" y="connsiteY160"/>
                    </a:cxn>
                    <a:cxn ang="0">
                      <a:pos x="connsiteX161" y="connsiteY161"/>
                    </a:cxn>
                    <a:cxn ang="0">
                      <a:pos x="connsiteX162" y="connsiteY162"/>
                    </a:cxn>
                    <a:cxn ang="0">
                      <a:pos x="connsiteX163" y="connsiteY163"/>
                    </a:cxn>
                    <a:cxn ang="0">
                      <a:pos x="connsiteX164" y="connsiteY164"/>
                    </a:cxn>
                    <a:cxn ang="0">
                      <a:pos x="connsiteX165" y="connsiteY165"/>
                    </a:cxn>
                    <a:cxn ang="0">
                      <a:pos x="connsiteX166" y="connsiteY166"/>
                    </a:cxn>
                    <a:cxn ang="0">
                      <a:pos x="connsiteX167" y="connsiteY167"/>
                    </a:cxn>
                    <a:cxn ang="0">
                      <a:pos x="connsiteX168" y="connsiteY168"/>
                    </a:cxn>
                    <a:cxn ang="0">
                      <a:pos x="connsiteX169" y="connsiteY169"/>
                    </a:cxn>
                    <a:cxn ang="0">
                      <a:pos x="connsiteX170" y="connsiteY170"/>
                    </a:cxn>
                    <a:cxn ang="0">
                      <a:pos x="connsiteX171" y="connsiteY171"/>
                    </a:cxn>
                    <a:cxn ang="0">
                      <a:pos x="connsiteX172" y="connsiteY172"/>
                    </a:cxn>
                    <a:cxn ang="0">
                      <a:pos x="connsiteX173" y="connsiteY173"/>
                    </a:cxn>
                    <a:cxn ang="0">
                      <a:pos x="connsiteX174" y="connsiteY174"/>
                    </a:cxn>
                    <a:cxn ang="0">
                      <a:pos x="connsiteX175" y="connsiteY175"/>
                    </a:cxn>
                    <a:cxn ang="0">
                      <a:pos x="connsiteX176" y="connsiteY176"/>
                    </a:cxn>
                    <a:cxn ang="0">
                      <a:pos x="connsiteX177" y="connsiteY177"/>
                    </a:cxn>
                    <a:cxn ang="0">
                      <a:pos x="connsiteX178" y="connsiteY178"/>
                    </a:cxn>
                    <a:cxn ang="0">
                      <a:pos x="connsiteX179" y="connsiteY179"/>
                    </a:cxn>
                    <a:cxn ang="0">
                      <a:pos x="connsiteX180" y="connsiteY180"/>
                    </a:cxn>
                    <a:cxn ang="0">
                      <a:pos x="connsiteX181" y="connsiteY181"/>
                    </a:cxn>
                    <a:cxn ang="0">
                      <a:pos x="connsiteX182" y="connsiteY182"/>
                    </a:cxn>
                    <a:cxn ang="0">
                      <a:pos x="connsiteX183" y="connsiteY183"/>
                    </a:cxn>
                    <a:cxn ang="0">
                      <a:pos x="connsiteX184" y="connsiteY184"/>
                    </a:cxn>
                    <a:cxn ang="0">
                      <a:pos x="connsiteX185" y="connsiteY185"/>
                    </a:cxn>
                    <a:cxn ang="0">
                      <a:pos x="connsiteX186" y="connsiteY186"/>
                    </a:cxn>
                    <a:cxn ang="0">
                      <a:pos x="connsiteX187" y="connsiteY187"/>
                    </a:cxn>
                    <a:cxn ang="0">
                      <a:pos x="connsiteX188" y="connsiteY188"/>
                    </a:cxn>
                    <a:cxn ang="0">
                      <a:pos x="connsiteX189" y="connsiteY189"/>
                    </a:cxn>
                    <a:cxn ang="0">
                      <a:pos x="connsiteX190" y="connsiteY190"/>
                    </a:cxn>
                  </a:cxnLst>
                  <a:rect l="l" t="t" r="r" b="b"/>
                  <a:pathLst>
                    <a:path w="6858001" h="874716">
                      <a:moveTo>
                        <a:pt x="0" y="533314"/>
                      </a:moveTo>
                      <a:lnTo>
                        <a:pt x="0" y="69206"/>
                      </a:lnTo>
                      <a:lnTo>
                        <a:pt x="21486" y="71924"/>
                      </a:lnTo>
                      <a:cubicBezTo>
                        <a:pt x="92546" y="60493"/>
                        <a:pt x="159604" y="87354"/>
                        <a:pt x="228948" y="88116"/>
                      </a:cubicBezTo>
                      <a:cubicBezTo>
                        <a:pt x="260382" y="88496"/>
                        <a:pt x="291435" y="94592"/>
                        <a:pt x="313533" y="62779"/>
                      </a:cubicBezTo>
                      <a:cubicBezTo>
                        <a:pt x="316389" y="58587"/>
                        <a:pt x="330298" y="60873"/>
                        <a:pt x="338870" y="62207"/>
                      </a:cubicBezTo>
                      <a:cubicBezTo>
                        <a:pt x="357921" y="65066"/>
                        <a:pt x="376781" y="72304"/>
                        <a:pt x="395640" y="72114"/>
                      </a:cubicBezTo>
                      <a:cubicBezTo>
                        <a:pt x="434695" y="71924"/>
                        <a:pt x="473939" y="68876"/>
                        <a:pt x="512802" y="65446"/>
                      </a:cubicBezTo>
                      <a:cubicBezTo>
                        <a:pt x="527470" y="64112"/>
                        <a:pt x="541569" y="58969"/>
                        <a:pt x="556047" y="55349"/>
                      </a:cubicBezTo>
                      <a:cubicBezTo>
                        <a:pt x="564048" y="53253"/>
                        <a:pt x="572622" y="47729"/>
                        <a:pt x="580050" y="48871"/>
                      </a:cubicBezTo>
                      <a:cubicBezTo>
                        <a:pt x="623106" y="55539"/>
                        <a:pt x="662541" y="39157"/>
                        <a:pt x="703308" y="30964"/>
                      </a:cubicBezTo>
                      <a:cubicBezTo>
                        <a:pt x="722169" y="27154"/>
                        <a:pt x="739886" y="18010"/>
                        <a:pt x="758174" y="11724"/>
                      </a:cubicBezTo>
                      <a:cubicBezTo>
                        <a:pt x="762936" y="10008"/>
                        <a:pt x="768271" y="8484"/>
                        <a:pt x="773035" y="8866"/>
                      </a:cubicBezTo>
                      <a:cubicBezTo>
                        <a:pt x="800276" y="11152"/>
                        <a:pt x="827329" y="14390"/>
                        <a:pt x="854379" y="16866"/>
                      </a:cubicBezTo>
                      <a:cubicBezTo>
                        <a:pt x="878956" y="19152"/>
                        <a:pt x="903722" y="19914"/>
                        <a:pt x="915343" y="47919"/>
                      </a:cubicBezTo>
                      <a:cubicBezTo>
                        <a:pt x="917059" y="52301"/>
                        <a:pt x="922773" y="55539"/>
                        <a:pt x="927155" y="58397"/>
                      </a:cubicBezTo>
                      <a:cubicBezTo>
                        <a:pt x="994785" y="102405"/>
                        <a:pt x="1030980" y="101261"/>
                        <a:pt x="1097087" y="54777"/>
                      </a:cubicBezTo>
                      <a:cubicBezTo>
                        <a:pt x="1103945" y="50015"/>
                        <a:pt x="1118613" y="46585"/>
                        <a:pt x="1123185" y="50395"/>
                      </a:cubicBezTo>
                      <a:cubicBezTo>
                        <a:pt x="1162049" y="82020"/>
                        <a:pt x="1204532" y="78590"/>
                        <a:pt x="1249302" y="68684"/>
                      </a:cubicBezTo>
                      <a:cubicBezTo>
                        <a:pt x="1260922" y="66018"/>
                        <a:pt x="1277307" y="66018"/>
                        <a:pt x="1286069" y="72304"/>
                      </a:cubicBezTo>
                      <a:cubicBezTo>
                        <a:pt x="1327790" y="101451"/>
                        <a:pt x="1372560" y="97261"/>
                        <a:pt x="1417899" y="88688"/>
                      </a:cubicBezTo>
                      <a:cubicBezTo>
                        <a:pt x="1424948" y="87354"/>
                        <a:pt x="1433522" y="80114"/>
                        <a:pt x="1436568" y="73448"/>
                      </a:cubicBezTo>
                      <a:cubicBezTo>
                        <a:pt x="1447428" y="49825"/>
                        <a:pt x="1467813" y="41823"/>
                        <a:pt x="1490292" y="35154"/>
                      </a:cubicBezTo>
                      <a:cubicBezTo>
                        <a:pt x="1525727" y="24296"/>
                        <a:pt x="1560588" y="11532"/>
                        <a:pt x="1596213" y="1245"/>
                      </a:cubicBezTo>
                      <a:cubicBezTo>
                        <a:pt x="1604978" y="-1231"/>
                        <a:pt x="1615836" y="293"/>
                        <a:pt x="1624980" y="3150"/>
                      </a:cubicBezTo>
                      <a:cubicBezTo>
                        <a:pt x="1656223" y="12866"/>
                        <a:pt x="1676036" y="37251"/>
                        <a:pt x="1697753" y="59731"/>
                      </a:cubicBezTo>
                      <a:cubicBezTo>
                        <a:pt x="1707279" y="69638"/>
                        <a:pt x="1720423" y="76686"/>
                        <a:pt x="1733188" y="82400"/>
                      </a:cubicBezTo>
                      <a:cubicBezTo>
                        <a:pt x="1766335" y="97071"/>
                        <a:pt x="1800246" y="110215"/>
                        <a:pt x="1833775" y="124121"/>
                      </a:cubicBezTo>
                      <a:cubicBezTo>
                        <a:pt x="1837013" y="125455"/>
                        <a:pt x="1839679" y="128884"/>
                        <a:pt x="1842158" y="131742"/>
                      </a:cubicBezTo>
                      <a:cubicBezTo>
                        <a:pt x="1866922" y="161843"/>
                        <a:pt x="1891497" y="192132"/>
                        <a:pt x="1916454" y="222233"/>
                      </a:cubicBezTo>
                      <a:cubicBezTo>
                        <a:pt x="1921216" y="227947"/>
                        <a:pt x="1928076" y="232139"/>
                        <a:pt x="1933219" y="237663"/>
                      </a:cubicBezTo>
                      <a:cubicBezTo>
                        <a:pt x="1940459" y="245283"/>
                        <a:pt x="1949603" y="252524"/>
                        <a:pt x="1953413" y="261668"/>
                      </a:cubicBezTo>
                      <a:cubicBezTo>
                        <a:pt x="1965224" y="290433"/>
                        <a:pt x="1987894" y="302817"/>
                        <a:pt x="2016469" y="308151"/>
                      </a:cubicBezTo>
                      <a:cubicBezTo>
                        <a:pt x="2042570" y="313104"/>
                        <a:pt x="2068669" y="317296"/>
                        <a:pt x="2094578" y="323010"/>
                      </a:cubicBezTo>
                      <a:cubicBezTo>
                        <a:pt x="2126201" y="329868"/>
                        <a:pt x="2157636" y="337298"/>
                        <a:pt x="2188879" y="345681"/>
                      </a:cubicBezTo>
                      <a:cubicBezTo>
                        <a:pt x="2202404" y="349301"/>
                        <a:pt x="2216692" y="353491"/>
                        <a:pt x="2228314" y="360921"/>
                      </a:cubicBezTo>
                      <a:cubicBezTo>
                        <a:pt x="2260890" y="381496"/>
                        <a:pt x="2295753" y="395402"/>
                        <a:pt x="2334044" y="389878"/>
                      </a:cubicBezTo>
                      <a:cubicBezTo>
                        <a:pt x="2364715" y="385496"/>
                        <a:pt x="2390434" y="396736"/>
                        <a:pt x="2409485" y="414263"/>
                      </a:cubicBezTo>
                      <a:cubicBezTo>
                        <a:pt x="2444158" y="446078"/>
                        <a:pt x="2481305" y="438838"/>
                        <a:pt x="2518264" y="428552"/>
                      </a:cubicBezTo>
                      <a:cubicBezTo>
                        <a:pt x="2537315" y="423217"/>
                        <a:pt x="2552935" y="423979"/>
                        <a:pt x="2571034" y="429122"/>
                      </a:cubicBezTo>
                      <a:cubicBezTo>
                        <a:pt x="2612945" y="441124"/>
                        <a:pt x="2640950" y="473701"/>
                        <a:pt x="2668001" y="502276"/>
                      </a:cubicBezTo>
                      <a:cubicBezTo>
                        <a:pt x="2691054" y="526661"/>
                        <a:pt x="2716963" y="540377"/>
                        <a:pt x="2745348" y="550666"/>
                      </a:cubicBezTo>
                      <a:cubicBezTo>
                        <a:pt x="2781163" y="563810"/>
                        <a:pt x="2809548" y="558858"/>
                        <a:pt x="2826694" y="527233"/>
                      </a:cubicBezTo>
                      <a:cubicBezTo>
                        <a:pt x="2831457" y="518278"/>
                        <a:pt x="2839839" y="507800"/>
                        <a:pt x="2848793" y="505134"/>
                      </a:cubicBezTo>
                      <a:cubicBezTo>
                        <a:pt x="2892037" y="491800"/>
                        <a:pt x="2935854" y="472367"/>
                        <a:pt x="2982148" y="484179"/>
                      </a:cubicBezTo>
                      <a:cubicBezTo>
                        <a:pt x="3046158" y="500372"/>
                        <a:pt x="3108644" y="499420"/>
                        <a:pt x="3172654" y="483417"/>
                      </a:cubicBezTo>
                      <a:cubicBezTo>
                        <a:pt x="3276480" y="457508"/>
                        <a:pt x="3380305" y="430076"/>
                        <a:pt x="3489467" y="435790"/>
                      </a:cubicBezTo>
                      <a:cubicBezTo>
                        <a:pt x="3507563" y="436742"/>
                        <a:pt x="3529090" y="425121"/>
                        <a:pt x="3544713" y="413691"/>
                      </a:cubicBezTo>
                      <a:cubicBezTo>
                        <a:pt x="3574622" y="391974"/>
                        <a:pt x="3573288" y="390258"/>
                        <a:pt x="3606817" y="408167"/>
                      </a:cubicBezTo>
                      <a:cubicBezTo>
                        <a:pt x="3614819" y="412549"/>
                        <a:pt x="3624725" y="415215"/>
                        <a:pt x="3630632" y="421693"/>
                      </a:cubicBezTo>
                      <a:cubicBezTo>
                        <a:pt x="3660731" y="454650"/>
                        <a:pt x="3697880" y="446648"/>
                        <a:pt x="3734837" y="441886"/>
                      </a:cubicBezTo>
                      <a:cubicBezTo>
                        <a:pt x="3741315" y="440934"/>
                        <a:pt x="3749125" y="439600"/>
                        <a:pt x="3754652" y="442268"/>
                      </a:cubicBezTo>
                      <a:cubicBezTo>
                        <a:pt x="3779607" y="454268"/>
                        <a:pt x="3800753" y="450078"/>
                        <a:pt x="3822472" y="433694"/>
                      </a:cubicBezTo>
                      <a:cubicBezTo>
                        <a:pt x="3841331" y="419597"/>
                        <a:pt x="3863049" y="411215"/>
                        <a:pt x="3885338" y="428742"/>
                      </a:cubicBezTo>
                      <a:cubicBezTo>
                        <a:pt x="3934870" y="467605"/>
                        <a:pt x="3987829" y="469509"/>
                        <a:pt x="4043839" y="444934"/>
                      </a:cubicBezTo>
                      <a:cubicBezTo>
                        <a:pt x="4083845" y="427407"/>
                        <a:pt x="4123280" y="423407"/>
                        <a:pt x="4165383" y="441124"/>
                      </a:cubicBezTo>
                      <a:cubicBezTo>
                        <a:pt x="4181576" y="447982"/>
                        <a:pt x="4202531" y="443410"/>
                        <a:pt x="4221391" y="444934"/>
                      </a:cubicBezTo>
                      <a:cubicBezTo>
                        <a:pt x="4232060" y="445696"/>
                        <a:pt x="4243872" y="445886"/>
                        <a:pt x="4253014" y="450650"/>
                      </a:cubicBezTo>
                      <a:cubicBezTo>
                        <a:pt x="4277401" y="462843"/>
                        <a:pt x="4300070" y="478463"/>
                        <a:pt x="4324645" y="490466"/>
                      </a:cubicBezTo>
                      <a:cubicBezTo>
                        <a:pt x="4336457" y="496180"/>
                        <a:pt x="4350554" y="499228"/>
                        <a:pt x="4363890" y="499420"/>
                      </a:cubicBezTo>
                      <a:cubicBezTo>
                        <a:pt x="4403325" y="500372"/>
                        <a:pt x="4442761" y="500372"/>
                        <a:pt x="4482004" y="498658"/>
                      </a:cubicBezTo>
                      <a:cubicBezTo>
                        <a:pt x="4546776" y="495990"/>
                        <a:pt x="4612500" y="495418"/>
                        <a:pt x="4659174" y="438648"/>
                      </a:cubicBezTo>
                      <a:cubicBezTo>
                        <a:pt x="4662986" y="434076"/>
                        <a:pt x="4671176" y="431408"/>
                        <a:pt x="4677655" y="430646"/>
                      </a:cubicBezTo>
                      <a:cubicBezTo>
                        <a:pt x="4707564" y="427027"/>
                        <a:pt x="4738235" y="426645"/>
                        <a:pt x="4767764" y="420739"/>
                      </a:cubicBezTo>
                      <a:cubicBezTo>
                        <a:pt x="4791386" y="415977"/>
                        <a:pt x="4811009" y="417501"/>
                        <a:pt x="4828916" y="434266"/>
                      </a:cubicBezTo>
                      <a:cubicBezTo>
                        <a:pt x="4852348" y="456364"/>
                        <a:pt x="4880925" y="469319"/>
                        <a:pt x="4912168" y="462271"/>
                      </a:cubicBezTo>
                      <a:cubicBezTo>
                        <a:pt x="4943409" y="455412"/>
                        <a:pt x="4963984" y="470271"/>
                        <a:pt x="4987037" y="485703"/>
                      </a:cubicBezTo>
                      <a:cubicBezTo>
                        <a:pt x="5003801" y="496942"/>
                        <a:pt x="5022852" y="511040"/>
                        <a:pt x="5041521" y="512182"/>
                      </a:cubicBezTo>
                      <a:cubicBezTo>
                        <a:pt x="5083814" y="514658"/>
                        <a:pt x="5120201" y="553904"/>
                        <a:pt x="5166113" y="531615"/>
                      </a:cubicBezTo>
                      <a:cubicBezTo>
                        <a:pt x="5169161" y="530091"/>
                        <a:pt x="5174685" y="533901"/>
                        <a:pt x="5179067" y="534853"/>
                      </a:cubicBezTo>
                      <a:cubicBezTo>
                        <a:pt x="5214121" y="542093"/>
                        <a:pt x="5247078" y="535043"/>
                        <a:pt x="5272796" y="511230"/>
                      </a:cubicBezTo>
                      <a:cubicBezTo>
                        <a:pt x="5306516" y="480177"/>
                        <a:pt x="5343855" y="477129"/>
                        <a:pt x="5385384" y="487227"/>
                      </a:cubicBezTo>
                      <a:cubicBezTo>
                        <a:pt x="5398721" y="490466"/>
                        <a:pt x="5412057" y="492752"/>
                        <a:pt x="5425582" y="495418"/>
                      </a:cubicBezTo>
                      <a:cubicBezTo>
                        <a:pt x="5443870" y="499228"/>
                        <a:pt x="5462351" y="503230"/>
                        <a:pt x="5480637" y="507040"/>
                      </a:cubicBezTo>
                      <a:cubicBezTo>
                        <a:pt x="5498356" y="510850"/>
                        <a:pt x="5517979" y="517326"/>
                        <a:pt x="5531693" y="500944"/>
                      </a:cubicBezTo>
                      <a:cubicBezTo>
                        <a:pt x="5543506" y="486845"/>
                        <a:pt x="5551888" y="488179"/>
                        <a:pt x="5562746" y="500372"/>
                      </a:cubicBezTo>
                      <a:cubicBezTo>
                        <a:pt x="5600467" y="543045"/>
                        <a:pt x="5646189" y="569716"/>
                        <a:pt x="5704483" y="571620"/>
                      </a:cubicBezTo>
                      <a:cubicBezTo>
                        <a:pt x="5716485" y="572002"/>
                        <a:pt x="5728678" y="574668"/>
                        <a:pt x="5740488" y="577526"/>
                      </a:cubicBezTo>
                      <a:cubicBezTo>
                        <a:pt x="5747728" y="579241"/>
                        <a:pt x="5756493" y="581147"/>
                        <a:pt x="5760873" y="586291"/>
                      </a:cubicBezTo>
                      <a:cubicBezTo>
                        <a:pt x="5794974" y="625534"/>
                        <a:pt x="5837457" y="652777"/>
                        <a:pt x="5883751" y="674686"/>
                      </a:cubicBezTo>
                      <a:cubicBezTo>
                        <a:pt x="5900323" y="682496"/>
                        <a:pt x="5918042" y="690306"/>
                        <a:pt x="5935949" y="692592"/>
                      </a:cubicBezTo>
                      <a:cubicBezTo>
                        <a:pt x="5954617" y="694878"/>
                        <a:pt x="5974240" y="691068"/>
                        <a:pt x="5993291" y="688972"/>
                      </a:cubicBezTo>
                      <a:cubicBezTo>
                        <a:pt x="6004531" y="687830"/>
                        <a:pt x="6017485" y="688020"/>
                        <a:pt x="6026440" y="682496"/>
                      </a:cubicBezTo>
                      <a:cubicBezTo>
                        <a:pt x="6054825" y="665159"/>
                        <a:pt x="6082258" y="646491"/>
                        <a:pt x="6108738" y="626296"/>
                      </a:cubicBezTo>
                      <a:cubicBezTo>
                        <a:pt x="6131409" y="608960"/>
                        <a:pt x="6135981" y="606483"/>
                        <a:pt x="6155602" y="628202"/>
                      </a:cubicBezTo>
                      <a:cubicBezTo>
                        <a:pt x="6175797" y="650491"/>
                        <a:pt x="6200944" y="662111"/>
                        <a:pt x="6228756" y="666873"/>
                      </a:cubicBezTo>
                      <a:cubicBezTo>
                        <a:pt x="6272764" y="674304"/>
                        <a:pt x="6317151" y="680590"/>
                        <a:pt x="6361539" y="684210"/>
                      </a:cubicBezTo>
                      <a:cubicBezTo>
                        <a:pt x="6401736" y="687448"/>
                        <a:pt x="6420977" y="669922"/>
                        <a:pt x="6428979" y="630106"/>
                      </a:cubicBezTo>
                      <a:cubicBezTo>
                        <a:pt x="6433551" y="608007"/>
                        <a:pt x="6439458" y="584003"/>
                        <a:pt x="6463840" y="578098"/>
                      </a:cubicBezTo>
                      <a:cubicBezTo>
                        <a:pt x="6503658" y="568572"/>
                        <a:pt x="6544997" y="564382"/>
                        <a:pt x="6564620" y="517708"/>
                      </a:cubicBezTo>
                      <a:cubicBezTo>
                        <a:pt x="6575478" y="527995"/>
                        <a:pt x="6582146" y="534091"/>
                        <a:pt x="6588625" y="540187"/>
                      </a:cubicBezTo>
                      <a:cubicBezTo>
                        <a:pt x="6606531" y="557142"/>
                        <a:pt x="6643678" y="564382"/>
                        <a:pt x="6662541" y="549714"/>
                      </a:cubicBezTo>
                      <a:cubicBezTo>
                        <a:pt x="6690354" y="528377"/>
                        <a:pt x="6715883" y="532377"/>
                        <a:pt x="6742552" y="548952"/>
                      </a:cubicBezTo>
                      <a:cubicBezTo>
                        <a:pt x="6764841" y="562668"/>
                        <a:pt x="6788417" y="567954"/>
                        <a:pt x="6812063" y="568430"/>
                      </a:cubicBezTo>
                      <a:lnTo>
                        <a:pt x="6858001" y="562267"/>
                      </a:lnTo>
                      <a:lnTo>
                        <a:pt x="6858001" y="734520"/>
                      </a:lnTo>
                      <a:lnTo>
                        <a:pt x="6815516" y="744220"/>
                      </a:lnTo>
                      <a:cubicBezTo>
                        <a:pt x="6793035" y="749744"/>
                        <a:pt x="6771319" y="759651"/>
                        <a:pt x="6748458" y="763271"/>
                      </a:cubicBezTo>
                      <a:cubicBezTo>
                        <a:pt x="6694164" y="771843"/>
                        <a:pt x="6639488" y="777939"/>
                        <a:pt x="6584812" y="784797"/>
                      </a:cubicBezTo>
                      <a:cubicBezTo>
                        <a:pt x="6528424" y="791846"/>
                        <a:pt x="6472225" y="799276"/>
                        <a:pt x="6415833" y="805562"/>
                      </a:cubicBezTo>
                      <a:cubicBezTo>
                        <a:pt x="6384972" y="808802"/>
                        <a:pt x="6353919" y="809372"/>
                        <a:pt x="6323058" y="812420"/>
                      </a:cubicBezTo>
                      <a:cubicBezTo>
                        <a:pt x="6296005" y="815088"/>
                        <a:pt x="6269144" y="820041"/>
                        <a:pt x="6242093" y="823281"/>
                      </a:cubicBezTo>
                      <a:cubicBezTo>
                        <a:pt x="6218660" y="825947"/>
                        <a:pt x="6195037" y="827471"/>
                        <a:pt x="6171605" y="830139"/>
                      </a:cubicBezTo>
                      <a:cubicBezTo>
                        <a:pt x="6134075" y="834519"/>
                        <a:pt x="6096736" y="839473"/>
                        <a:pt x="6059397" y="844045"/>
                      </a:cubicBezTo>
                      <a:cubicBezTo>
                        <a:pt x="6043776" y="845759"/>
                        <a:pt x="6027392" y="850522"/>
                        <a:pt x="6012723" y="847665"/>
                      </a:cubicBezTo>
                      <a:cubicBezTo>
                        <a:pt x="5975764" y="840425"/>
                        <a:pt x="5939377" y="842521"/>
                        <a:pt x="5902610" y="847473"/>
                      </a:cubicBezTo>
                      <a:cubicBezTo>
                        <a:pt x="5890037" y="849190"/>
                        <a:pt x="5876511" y="848808"/>
                        <a:pt x="5864318" y="845569"/>
                      </a:cubicBezTo>
                      <a:cubicBezTo>
                        <a:pt x="5839361" y="839091"/>
                        <a:pt x="5815169" y="829947"/>
                        <a:pt x="5790592" y="821947"/>
                      </a:cubicBezTo>
                      <a:cubicBezTo>
                        <a:pt x="5787924" y="820995"/>
                        <a:pt x="5784686" y="820803"/>
                        <a:pt x="5781830" y="820233"/>
                      </a:cubicBezTo>
                      <a:cubicBezTo>
                        <a:pt x="5765635" y="816992"/>
                        <a:pt x="5749634" y="813754"/>
                        <a:pt x="5733440" y="810896"/>
                      </a:cubicBezTo>
                      <a:cubicBezTo>
                        <a:pt x="5724678" y="809372"/>
                        <a:pt x="5715723" y="809182"/>
                        <a:pt x="5706959" y="807848"/>
                      </a:cubicBezTo>
                      <a:cubicBezTo>
                        <a:pt x="5673050" y="802514"/>
                        <a:pt x="5635711" y="811468"/>
                        <a:pt x="5606372" y="788417"/>
                      </a:cubicBezTo>
                      <a:cubicBezTo>
                        <a:pt x="5587321" y="773557"/>
                        <a:pt x="5568842" y="776987"/>
                        <a:pt x="5548460" y="779273"/>
                      </a:cubicBezTo>
                      <a:cubicBezTo>
                        <a:pt x="5533027" y="780987"/>
                        <a:pt x="5517215" y="780415"/>
                        <a:pt x="5501594" y="780607"/>
                      </a:cubicBezTo>
                      <a:cubicBezTo>
                        <a:pt x="5474161" y="781177"/>
                        <a:pt x="5446728" y="781369"/>
                        <a:pt x="5419295" y="782321"/>
                      </a:cubicBezTo>
                      <a:cubicBezTo>
                        <a:pt x="5410531" y="782701"/>
                        <a:pt x="5401579" y="787465"/>
                        <a:pt x="5393005" y="786703"/>
                      </a:cubicBezTo>
                      <a:cubicBezTo>
                        <a:pt x="5353379" y="783083"/>
                        <a:pt x="5313754" y="777367"/>
                        <a:pt x="5274129" y="774129"/>
                      </a:cubicBezTo>
                      <a:cubicBezTo>
                        <a:pt x="5251650" y="772225"/>
                        <a:pt x="5228597" y="775843"/>
                        <a:pt x="5206308" y="773177"/>
                      </a:cubicBezTo>
                      <a:cubicBezTo>
                        <a:pt x="5180591" y="770129"/>
                        <a:pt x="5155445" y="762319"/>
                        <a:pt x="5129916" y="757554"/>
                      </a:cubicBezTo>
                      <a:cubicBezTo>
                        <a:pt x="5122867" y="756222"/>
                        <a:pt x="5115057" y="757936"/>
                        <a:pt x="5107627" y="758316"/>
                      </a:cubicBezTo>
                      <a:cubicBezTo>
                        <a:pt x="5099245" y="758699"/>
                        <a:pt x="5091052" y="759461"/>
                        <a:pt x="5082670" y="759651"/>
                      </a:cubicBezTo>
                      <a:cubicBezTo>
                        <a:pt x="5057141" y="760033"/>
                        <a:pt x="5031614" y="759461"/>
                        <a:pt x="5006086" y="760795"/>
                      </a:cubicBezTo>
                      <a:cubicBezTo>
                        <a:pt x="4990465" y="761557"/>
                        <a:pt x="4974082" y="769367"/>
                        <a:pt x="4959602" y="766509"/>
                      </a:cubicBezTo>
                      <a:cubicBezTo>
                        <a:pt x="4930075" y="760985"/>
                        <a:pt x="4900546" y="773367"/>
                        <a:pt x="4871019" y="763081"/>
                      </a:cubicBezTo>
                      <a:cubicBezTo>
                        <a:pt x="4861873" y="760033"/>
                        <a:pt x="4849300" y="767653"/>
                        <a:pt x="4838250" y="768033"/>
                      </a:cubicBezTo>
                      <a:cubicBezTo>
                        <a:pt x="4810627" y="768985"/>
                        <a:pt x="4783004" y="768795"/>
                        <a:pt x="4755381" y="768605"/>
                      </a:cubicBezTo>
                      <a:cubicBezTo>
                        <a:pt x="4730614" y="768415"/>
                        <a:pt x="4704895" y="771081"/>
                        <a:pt x="4681083" y="765747"/>
                      </a:cubicBezTo>
                      <a:cubicBezTo>
                        <a:pt x="4656126" y="760033"/>
                        <a:pt x="4633647" y="760795"/>
                        <a:pt x="4609452" y="767271"/>
                      </a:cubicBezTo>
                      <a:cubicBezTo>
                        <a:pt x="4592878" y="771653"/>
                        <a:pt x="4575351" y="772225"/>
                        <a:pt x="4558207" y="773557"/>
                      </a:cubicBezTo>
                      <a:cubicBezTo>
                        <a:pt x="4539728" y="775081"/>
                        <a:pt x="4519343" y="771081"/>
                        <a:pt x="4502579" y="777367"/>
                      </a:cubicBezTo>
                      <a:cubicBezTo>
                        <a:pt x="4452665" y="796038"/>
                        <a:pt x="4401419" y="800038"/>
                        <a:pt x="4349222" y="800038"/>
                      </a:cubicBezTo>
                      <a:cubicBezTo>
                        <a:pt x="4339695" y="800038"/>
                        <a:pt x="4329979" y="797372"/>
                        <a:pt x="4320837" y="794514"/>
                      </a:cubicBezTo>
                      <a:cubicBezTo>
                        <a:pt x="4267493" y="777367"/>
                        <a:pt x="4213961" y="778891"/>
                        <a:pt x="4159667" y="789370"/>
                      </a:cubicBezTo>
                      <a:cubicBezTo>
                        <a:pt x="4148427" y="791656"/>
                        <a:pt x="4135854" y="792038"/>
                        <a:pt x="4124614" y="789752"/>
                      </a:cubicBezTo>
                      <a:cubicBezTo>
                        <a:pt x="4092989" y="783083"/>
                        <a:pt x="4062318" y="772033"/>
                        <a:pt x="4030503" y="767271"/>
                      </a:cubicBezTo>
                      <a:cubicBezTo>
                        <a:pt x="3977925" y="759461"/>
                        <a:pt x="3932394" y="785749"/>
                        <a:pt x="3885338" y="802896"/>
                      </a:cubicBezTo>
                      <a:cubicBezTo>
                        <a:pt x="3840569" y="819089"/>
                        <a:pt x="3802467" y="855666"/>
                        <a:pt x="3749506" y="847473"/>
                      </a:cubicBezTo>
                      <a:cubicBezTo>
                        <a:pt x="3744173" y="846711"/>
                        <a:pt x="3738267" y="851856"/>
                        <a:pt x="3732361" y="853190"/>
                      </a:cubicBezTo>
                      <a:cubicBezTo>
                        <a:pt x="3716168" y="856810"/>
                        <a:pt x="3699976" y="861190"/>
                        <a:pt x="3683591" y="862906"/>
                      </a:cubicBezTo>
                      <a:cubicBezTo>
                        <a:pt x="3663589" y="865192"/>
                        <a:pt x="3643204" y="864430"/>
                        <a:pt x="3623201" y="866334"/>
                      </a:cubicBezTo>
                      <a:cubicBezTo>
                        <a:pt x="3597482" y="868620"/>
                        <a:pt x="3572146" y="874716"/>
                        <a:pt x="3546617" y="874716"/>
                      </a:cubicBezTo>
                      <a:cubicBezTo>
                        <a:pt x="3526042" y="874716"/>
                        <a:pt x="3505657" y="867668"/>
                        <a:pt x="3485275" y="864238"/>
                      </a:cubicBezTo>
                      <a:cubicBezTo>
                        <a:pt x="3456508" y="859476"/>
                        <a:pt x="3424883" y="860810"/>
                        <a:pt x="3399546" y="848618"/>
                      </a:cubicBezTo>
                      <a:cubicBezTo>
                        <a:pt x="3372495" y="835663"/>
                        <a:pt x="3346776" y="829757"/>
                        <a:pt x="3318771" y="833757"/>
                      </a:cubicBezTo>
                      <a:cubicBezTo>
                        <a:pt x="3309437" y="835091"/>
                        <a:pt x="3297434" y="843093"/>
                        <a:pt x="3293244" y="851284"/>
                      </a:cubicBezTo>
                      <a:cubicBezTo>
                        <a:pt x="3283908" y="869572"/>
                        <a:pt x="3271145" y="872812"/>
                        <a:pt x="3253809" y="866524"/>
                      </a:cubicBezTo>
                      <a:cubicBezTo>
                        <a:pt x="3238758" y="861190"/>
                        <a:pt x="3220280" y="858524"/>
                        <a:pt x="3209993" y="848235"/>
                      </a:cubicBezTo>
                      <a:cubicBezTo>
                        <a:pt x="3180844" y="819089"/>
                        <a:pt x="3143695" y="818136"/>
                        <a:pt x="3107500" y="810326"/>
                      </a:cubicBezTo>
                      <a:cubicBezTo>
                        <a:pt x="3085403" y="805562"/>
                        <a:pt x="3064827" y="805372"/>
                        <a:pt x="3042728" y="808610"/>
                      </a:cubicBezTo>
                      <a:cubicBezTo>
                        <a:pt x="2994722" y="815850"/>
                        <a:pt x="2948047" y="805562"/>
                        <a:pt x="2901943" y="792418"/>
                      </a:cubicBezTo>
                      <a:cubicBezTo>
                        <a:pt x="2871462" y="783655"/>
                        <a:pt x="2840219" y="778321"/>
                        <a:pt x="2809930" y="769367"/>
                      </a:cubicBezTo>
                      <a:cubicBezTo>
                        <a:pt x="2787259" y="762509"/>
                        <a:pt x="2764590" y="754316"/>
                        <a:pt x="2743826" y="743268"/>
                      </a:cubicBezTo>
                      <a:cubicBezTo>
                        <a:pt x="2713723" y="727073"/>
                        <a:pt x="2687436" y="702689"/>
                        <a:pt x="2649143" y="709167"/>
                      </a:cubicBezTo>
                      <a:cubicBezTo>
                        <a:pt x="2615421" y="714881"/>
                        <a:pt x="2584942" y="702881"/>
                        <a:pt x="2554079" y="691450"/>
                      </a:cubicBezTo>
                      <a:cubicBezTo>
                        <a:pt x="2531409" y="683068"/>
                        <a:pt x="2508742" y="674494"/>
                        <a:pt x="2485307" y="669160"/>
                      </a:cubicBezTo>
                      <a:cubicBezTo>
                        <a:pt x="2457492" y="662873"/>
                        <a:pt x="2426059" y="665541"/>
                        <a:pt x="2401292" y="653919"/>
                      </a:cubicBezTo>
                      <a:cubicBezTo>
                        <a:pt x="2375383" y="641727"/>
                        <a:pt x="2353859" y="649919"/>
                        <a:pt x="2330806" y="653349"/>
                      </a:cubicBezTo>
                      <a:cubicBezTo>
                        <a:pt x="2294039" y="658683"/>
                        <a:pt x="2257459" y="668590"/>
                        <a:pt x="2220312" y="656015"/>
                      </a:cubicBezTo>
                      <a:cubicBezTo>
                        <a:pt x="2175163" y="640775"/>
                        <a:pt x="2130393" y="624392"/>
                        <a:pt x="2085054" y="609914"/>
                      </a:cubicBezTo>
                      <a:cubicBezTo>
                        <a:pt x="2067525" y="604387"/>
                        <a:pt x="2048668" y="602101"/>
                        <a:pt x="2030378" y="599625"/>
                      </a:cubicBezTo>
                      <a:cubicBezTo>
                        <a:pt x="2013043" y="597529"/>
                        <a:pt x="1992279" y="602863"/>
                        <a:pt x="1978940" y="594863"/>
                      </a:cubicBezTo>
                      <a:cubicBezTo>
                        <a:pt x="1944649" y="574288"/>
                        <a:pt x="1909408" y="564192"/>
                        <a:pt x="1869780" y="564192"/>
                      </a:cubicBezTo>
                      <a:cubicBezTo>
                        <a:pt x="1854920" y="564192"/>
                        <a:pt x="1840441" y="555618"/>
                        <a:pt x="1825393" y="554094"/>
                      </a:cubicBezTo>
                      <a:cubicBezTo>
                        <a:pt x="1804816" y="552190"/>
                        <a:pt x="1781194" y="547045"/>
                        <a:pt x="1763287" y="554286"/>
                      </a:cubicBezTo>
                      <a:cubicBezTo>
                        <a:pt x="1721185" y="571430"/>
                        <a:pt x="1687086" y="557142"/>
                        <a:pt x="1650317" y="540187"/>
                      </a:cubicBezTo>
                      <a:cubicBezTo>
                        <a:pt x="1614120" y="523423"/>
                        <a:pt x="1576019" y="510088"/>
                        <a:pt x="1537537" y="499038"/>
                      </a:cubicBezTo>
                      <a:cubicBezTo>
                        <a:pt x="1523059" y="495038"/>
                        <a:pt x="1505724" y="501706"/>
                        <a:pt x="1489720" y="503038"/>
                      </a:cubicBezTo>
                      <a:cubicBezTo>
                        <a:pt x="1484004" y="503420"/>
                        <a:pt x="1477717" y="503992"/>
                        <a:pt x="1472575" y="502086"/>
                      </a:cubicBezTo>
                      <a:cubicBezTo>
                        <a:pt x="1422854" y="483797"/>
                        <a:pt x="1372368" y="469891"/>
                        <a:pt x="1318456" y="479415"/>
                      </a:cubicBezTo>
                      <a:cubicBezTo>
                        <a:pt x="1313504" y="480369"/>
                        <a:pt x="1307978" y="478273"/>
                        <a:pt x="1303024" y="476939"/>
                      </a:cubicBezTo>
                      <a:cubicBezTo>
                        <a:pt x="1278829" y="470081"/>
                        <a:pt x="1255206" y="459223"/>
                        <a:pt x="1230633" y="456746"/>
                      </a:cubicBezTo>
                      <a:cubicBezTo>
                        <a:pt x="1170051" y="450650"/>
                        <a:pt x="1109091" y="448172"/>
                        <a:pt x="1048125" y="444172"/>
                      </a:cubicBezTo>
                      <a:cubicBezTo>
                        <a:pt x="1044315" y="443982"/>
                        <a:pt x="1040315" y="443982"/>
                        <a:pt x="1036887" y="442648"/>
                      </a:cubicBezTo>
                      <a:cubicBezTo>
                        <a:pt x="1014406" y="434456"/>
                        <a:pt x="994785" y="437124"/>
                        <a:pt x="975733" y="452744"/>
                      </a:cubicBezTo>
                      <a:cubicBezTo>
                        <a:pt x="967350" y="459603"/>
                        <a:pt x="955920" y="463223"/>
                        <a:pt x="945444" y="467033"/>
                      </a:cubicBezTo>
                      <a:cubicBezTo>
                        <a:pt x="930011" y="472749"/>
                        <a:pt x="914200" y="478273"/>
                        <a:pt x="898198" y="481893"/>
                      </a:cubicBezTo>
                      <a:cubicBezTo>
                        <a:pt x="882384" y="485321"/>
                        <a:pt x="865430" y="490084"/>
                        <a:pt x="850189" y="487417"/>
                      </a:cubicBezTo>
                      <a:cubicBezTo>
                        <a:pt x="822756" y="482655"/>
                        <a:pt x="796655" y="471987"/>
                        <a:pt x="769605" y="464937"/>
                      </a:cubicBezTo>
                      <a:cubicBezTo>
                        <a:pt x="760270" y="462461"/>
                        <a:pt x="749982" y="462843"/>
                        <a:pt x="740268" y="462651"/>
                      </a:cubicBezTo>
                      <a:cubicBezTo>
                        <a:pt x="717977" y="462081"/>
                        <a:pt x="695116" y="467605"/>
                        <a:pt x="674923" y="451792"/>
                      </a:cubicBezTo>
                      <a:cubicBezTo>
                        <a:pt x="656255" y="436934"/>
                        <a:pt x="637392" y="441314"/>
                        <a:pt x="617772" y="452554"/>
                      </a:cubicBezTo>
                      <a:cubicBezTo>
                        <a:pt x="603673" y="460557"/>
                        <a:pt x="587672" y="466843"/>
                        <a:pt x="571860" y="469891"/>
                      </a:cubicBezTo>
                      <a:cubicBezTo>
                        <a:pt x="550141" y="474081"/>
                        <a:pt x="528615" y="475797"/>
                        <a:pt x="505182" y="473319"/>
                      </a:cubicBezTo>
                      <a:cubicBezTo>
                        <a:pt x="488607" y="471605"/>
                        <a:pt x="475081" y="470843"/>
                        <a:pt x="462126" y="460747"/>
                      </a:cubicBezTo>
                      <a:cubicBezTo>
                        <a:pt x="460032" y="459223"/>
                        <a:pt x="456222" y="458841"/>
                        <a:pt x="453364" y="459033"/>
                      </a:cubicBezTo>
                      <a:cubicBezTo>
                        <a:pt x="415835" y="462271"/>
                        <a:pt x="378686" y="460557"/>
                        <a:pt x="340774" y="458268"/>
                      </a:cubicBezTo>
                      <a:cubicBezTo>
                        <a:pt x="292579" y="455222"/>
                        <a:pt x="241901" y="464175"/>
                        <a:pt x="200182" y="496180"/>
                      </a:cubicBezTo>
                      <a:cubicBezTo>
                        <a:pt x="194085" y="500944"/>
                        <a:pt x="184941" y="503038"/>
                        <a:pt x="176939" y="504182"/>
                      </a:cubicBezTo>
                      <a:cubicBezTo>
                        <a:pt x="139219" y="509134"/>
                        <a:pt x="101308" y="512564"/>
                        <a:pt x="63587" y="518088"/>
                      </a:cubicBezTo>
                      <a:cubicBezTo>
                        <a:pt x="43012" y="521137"/>
                        <a:pt x="21486" y="523805"/>
                        <a:pt x="2817" y="532187"/>
                      </a:cubicBezTo>
                      <a:lnTo>
                        <a:pt x="0" y="533314"/>
                      </a:lnTo>
                      <a:close/>
                    </a:path>
                  </a:pathLst>
                </a:custGeom>
                <a:grpFill/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" name="Freeform: Shape 18">
                  <a:extLst>
                    <a:ext uri="{FF2B5EF4-FFF2-40B4-BE49-F238E27FC236}">
                      <a16:creationId xmlns:a16="http://schemas.microsoft.com/office/drawing/2014/main" id="{F8841A98-AA1D-4F65-A368-EF31110B07CD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 rot="16200000" flipH="1">
                  <a:off x="715166" y="2991642"/>
                  <a:ext cx="6858001" cy="874716"/>
                </a:xfrm>
                <a:custGeom>
                  <a:avLst/>
                  <a:gdLst>
                    <a:gd name="connsiteX0" fmla="*/ 0 w 6858001"/>
                    <a:gd name="connsiteY0" fmla="*/ 533314 h 874716"/>
                    <a:gd name="connsiteX1" fmla="*/ 0 w 6858001"/>
                    <a:gd name="connsiteY1" fmla="*/ 69206 h 874716"/>
                    <a:gd name="connsiteX2" fmla="*/ 21486 w 6858001"/>
                    <a:gd name="connsiteY2" fmla="*/ 71924 h 874716"/>
                    <a:gd name="connsiteX3" fmla="*/ 228948 w 6858001"/>
                    <a:gd name="connsiteY3" fmla="*/ 88116 h 874716"/>
                    <a:gd name="connsiteX4" fmla="*/ 313533 w 6858001"/>
                    <a:gd name="connsiteY4" fmla="*/ 62779 h 874716"/>
                    <a:gd name="connsiteX5" fmla="*/ 338870 w 6858001"/>
                    <a:gd name="connsiteY5" fmla="*/ 62207 h 874716"/>
                    <a:gd name="connsiteX6" fmla="*/ 395640 w 6858001"/>
                    <a:gd name="connsiteY6" fmla="*/ 72114 h 874716"/>
                    <a:gd name="connsiteX7" fmla="*/ 512802 w 6858001"/>
                    <a:gd name="connsiteY7" fmla="*/ 65446 h 874716"/>
                    <a:gd name="connsiteX8" fmla="*/ 556047 w 6858001"/>
                    <a:gd name="connsiteY8" fmla="*/ 55349 h 874716"/>
                    <a:gd name="connsiteX9" fmla="*/ 580050 w 6858001"/>
                    <a:gd name="connsiteY9" fmla="*/ 48871 h 874716"/>
                    <a:gd name="connsiteX10" fmla="*/ 703308 w 6858001"/>
                    <a:gd name="connsiteY10" fmla="*/ 30964 h 874716"/>
                    <a:gd name="connsiteX11" fmla="*/ 758174 w 6858001"/>
                    <a:gd name="connsiteY11" fmla="*/ 11724 h 874716"/>
                    <a:gd name="connsiteX12" fmla="*/ 773035 w 6858001"/>
                    <a:gd name="connsiteY12" fmla="*/ 8866 h 874716"/>
                    <a:gd name="connsiteX13" fmla="*/ 854379 w 6858001"/>
                    <a:gd name="connsiteY13" fmla="*/ 16866 h 874716"/>
                    <a:gd name="connsiteX14" fmla="*/ 915343 w 6858001"/>
                    <a:gd name="connsiteY14" fmla="*/ 47919 h 874716"/>
                    <a:gd name="connsiteX15" fmla="*/ 927155 w 6858001"/>
                    <a:gd name="connsiteY15" fmla="*/ 58397 h 874716"/>
                    <a:gd name="connsiteX16" fmla="*/ 1097087 w 6858001"/>
                    <a:gd name="connsiteY16" fmla="*/ 54777 h 874716"/>
                    <a:gd name="connsiteX17" fmla="*/ 1123185 w 6858001"/>
                    <a:gd name="connsiteY17" fmla="*/ 50395 h 874716"/>
                    <a:gd name="connsiteX18" fmla="*/ 1249302 w 6858001"/>
                    <a:gd name="connsiteY18" fmla="*/ 68684 h 874716"/>
                    <a:gd name="connsiteX19" fmla="*/ 1286069 w 6858001"/>
                    <a:gd name="connsiteY19" fmla="*/ 72304 h 874716"/>
                    <a:gd name="connsiteX20" fmla="*/ 1417899 w 6858001"/>
                    <a:gd name="connsiteY20" fmla="*/ 88688 h 874716"/>
                    <a:gd name="connsiteX21" fmla="*/ 1436568 w 6858001"/>
                    <a:gd name="connsiteY21" fmla="*/ 73448 h 874716"/>
                    <a:gd name="connsiteX22" fmla="*/ 1490292 w 6858001"/>
                    <a:gd name="connsiteY22" fmla="*/ 35154 h 874716"/>
                    <a:gd name="connsiteX23" fmla="*/ 1596213 w 6858001"/>
                    <a:gd name="connsiteY23" fmla="*/ 1245 h 874716"/>
                    <a:gd name="connsiteX24" fmla="*/ 1624980 w 6858001"/>
                    <a:gd name="connsiteY24" fmla="*/ 3150 h 874716"/>
                    <a:gd name="connsiteX25" fmla="*/ 1697753 w 6858001"/>
                    <a:gd name="connsiteY25" fmla="*/ 59731 h 874716"/>
                    <a:gd name="connsiteX26" fmla="*/ 1733188 w 6858001"/>
                    <a:gd name="connsiteY26" fmla="*/ 82400 h 874716"/>
                    <a:gd name="connsiteX27" fmla="*/ 1833775 w 6858001"/>
                    <a:gd name="connsiteY27" fmla="*/ 124121 h 874716"/>
                    <a:gd name="connsiteX28" fmla="*/ 1842158 w 6858001"/>
                    <a:gd name="connsiteY28" fmla="*/ 131742 h 874716"/>
                    <a:gd name="connsiteX29" fmla="*/ 1916454 w 6858001"/>
                    <a:gd name="connsiteY29" fmla="*/ 222233 h 874716"/>
                    <a:gd name="connsiteX30" fmla="*/ 1933219 w 6858001"/>
                    <a:gd name="connsiteY30" fmla="*/ 237663 h 874716"/>
                    <a:gd name="connsiteX31" fmla="*/ 1953413 w 6858001"/>
                    <a:gd name="connsiteY31" fmla="*/ 261668 h 874716"/>
                    <a:gd name="connsiteX32" fmla="*/ 2016469 w 6858001"/>
                    <a:gd name="connsiteY32" fmla="*/ 308151 h 874716"/>
                    <a:gd name="connsiteX33" fmla="*/ 2094578 w 6858001"/>
                    <a:gd name="connsiteY33" fmla="*/ 323010 h 874716"/>
                    <a:gd name="connsiteX34" fmla="*/ 2188879 w 6858001"/>
                    <a:gd name="connsiteY34" fmla="*/ 345681 h 874716"/>
                    <a:gd name="connsiteX35" fmla="*/ 2228314 w 6858001"/>
                    <a:gd name="connsiteY35" fmla="*/ 360921 h 874716"/>
                    <a:gd name="connsiteX36" fmla="*/ 2334044 w 6858001"/>
                    <a:gd name="connsiteY36" fmla="*/ 389878 h 874716"/>
                    <a:gd name="connsiteX37" fmla="*/ 2409485 w 6858001"/>
                    <a:gd name="connsiteY37" fmla="*/ 414263 h 874716"/>
                    <a:gd name="connsiteX38" fmla="*/ 2518264 w 6858001"/>
                    <a:gd name="connsiteY38" fmla="*/ 428552 h 874716"/>
                    <a:gd name="connsiteX39" fmla="*/ 2571034 w 6858001"/>
                    <a:gd name="connsiteY39" fmla="*/ 429122 h 874716"/>
                    <a:gd name="connsiteX40" fmla="*/ 2668001 w 6858001"/>
                    <a:gd name="connsiteY40" fmla="*/ 502276 h 874716"/>
                    <a:gd name="connsiteX41" fmla="*/ 2745348 w 6858001"/>
                    <a:gd name="connsiteY41" fmla="*/ 550666 h 874716"/>
                    <a:gd name="connsiteX42" fmla="*/ 2826694 w 6858001"/>
                    <a:gd name="connsiteY42" fmla="*/ 527233 h 874716"/>
                    <a:gd name="connsiteX43" fmla="*/ 2848793 w 6858001"/>
                    <a:gd name="connsiteY43" fmla="*/ 505134 h 874716"/>
                    <a:gd name="connsiteX44" fmla="*/ 2982148 w 6858001"/>
                    <a:gd name="connsiteY44" fmla="*/ 484179 h 874716"/>
                    <a:gd name="connsiteX45" fmla="*/ 3172654 w 6858001"/>
                    <a:gd name="connsiteY45" fmla="*/ 483417 h 874716"/>
                    <a:gd name="connsiteX46" fmla="*/ 3489467 w 6858001"/>
                    <a:gd name="connsiteY46" fmla="*/ 435790 h 874716"/>
                    <a:gd name="connsiteX47" fmla="*/ 3544713 w 6858001"/>
                    <a:gd name="connsiteY47" fmla="*/ 413691 h 874716"/>
                    <a:gd name="connsiteX48" fmla="*/ 3606817 w 6858001"/>
                    <a:gd name="connsiteY48" fmla="*/ 408167 h 874716"/>
                    <a:gd name="connsiteX49" fmla="*/ 3630632 w 6858001"/>
                    <a:gd name="connsiteY49" fmla="*/ 421693 h 874716"/>
                    <a:gd name="connsiteX50" fmla="*/ 3734837 w 6858001"/>
                    <a:gd name="connsiteY50" fmla="*/ 441886 h 874716"/>
                    <a:gd name="connsiteX51" fmla="*/ 3754652 w 6858001"/>
                    <a:gd name="connsiteY51" fmla="*/ 442268 h 874716"/>
                    <a:gd name="connsiteX52" fmla="*/ 3822472 w 6858001"/>
                    <a:gd name="connsiteY52" fmla="*/ 433694 h 874716"/>
                    <a:gd name="connsiteX53" fmla="*/ 3885338 w 6858001"/>
                    <a:gd name="connsiteY53" fmla="*/ 428742 h 874716"/>
                    <a:gd name="connsiteX54" fmla="*/ 4043839 w 6858001"/>
                    <a:gd name="connsiteY54" fmla="*/ 444934 h 874716"/>
                    <a:gd name="connsiteX55" fmla="*/ 4165383 w 6858001"/>
                    <a:gd name="connsiteY55" fmla="*/ 441124 h 874716"/>
                    <a:gd name="connsiteX56" fmla="*/ 4221391 w 6858001"/>
                    <a:gd name="connsiteY56" fmla="*/ 444934 h 874716"/>
                    <a:gd name="connsiteX57" fmla="*/ 4253014 w 6858001"/>
                    <a:gd name="connsiteY57" fmla="*/ 450650 h 874716"/>
                    <a:gd name="connsiteX58" fmla="*/ 4324645 w 6858001"/>
                    <a:gd name="connsiteY58" fmla="*/ 490466 h 874716"/>
                    <a:gd name="connsiteX59" fmla="*/ 4363890 w 6858001"/>
                    <a:gd name="connsiteY59" fmla="*/ 499420 h 874716"/>
                    <a:gd name="connsiteX60" fmla="*/ 4482004 w 6858001"/>
                    <a:gd name="connsiteY60" fmla="*/ 498658 h 874716"/>
                    <a:gd name="connsiteX61" fmla="*/ 4659174 w 6858001"/>
                    <a:gd name="connsiteY61" fmla="*/ 438648 h 874716"/>
                    <a:gd name="connsiteX62" fmla="*/ 4677655 w 6858001"/>
                    <a:gd name="connsiteY62" fmla="*/ 430646 h 874716"/>
                    <a:gd name="connsiteX63" fmla="*/ 4767764 w 6858001"/>
                    <a:gd name="connsiteY63" fmla="*/ 420739 h 874716"/>
                    <a:gd name="connsiteX64" fmla="*/ 4828916 w 6858001"/>
                    <a:gd name="connsiteY64" fmla="*/ 434266 h 874716"/>
                    <a:gd name="connsiteX65" fmla="*/ 4912168 w 6858001"/>
                    <a:gd name="connsiteY65" fmla="*/ 462271 h 874716"/>
                    <a:gd name="connsiteX66" fmla="*/ 4987037 w 6858001"/>
                    <a:gd name="connsiteY66" fmla="*/ 485703 h 874716"/>
                    <a:gd name="connsiteX67" fmla="*/ 5041521 w 6858001"/>
                    <a:gd name="connsiteY67" fmla="*/ 512182 h 874716"/>
                    <a:gd name="connsiteX68" fmla="*/ 5166113 w 6858001"/>
                    <a:gd name="connsiteY68" fmla="*/ 531615 h 874716"/>
                    <a:gd name="connsiteX69" fmla="*/ 5179067 w 6858001"/>
                    <a:gd name="connsiteY69" fmla="*/ 534853 h 874716"/>
                    <a:gd name="connsiteX70" fmla="*/ 5272796 w 6858001"/>
                    <a:gd name="connsiteY70" fmla="*/ 511230 h 874716"/>
                    <a:gd name="connsiteX71" fmla="*/ 5385384 w 6858001"/>
                    <a:gd name="connsiteY71" fmla="*/ 487227 h 874716"/>
                    <a:gd name="connsiteX72" fmla="*/ 5425582 w 6858001"/>
                    <a:gd name="connsiteY72" fmla="*/ 495418 h 874716"/>
                    <a:gd name="connsiteX73" fmla="*/ 5480637 w 6858001"/>
                    <a:gd name="connsiteY73" fmla="*/ 507040 h 874716"/>
                    <a:gd name="connsiteX74" fmla="*/ 5531693 w 6858001"/>
                    <a:gd name="connsiteY74" fmla="*/ 500944 h 874716"/>
                    <a:gd name="connsiteX75" fmla="*/ 5562746 w 6858001"/>
                    <a:gd name="connsiteY75" fmla="*/ 500372 h 874716"/>
                    <a:gd name="connsiteX76" fmla="*/ 5704483 w 6858001"/>
                    <a:gd name="connsiteY76" fmla="*/ 571620 h 874716"/>
                    <a:gd name="connsiteX77" fmla="*/ 5740488 w 6858001"/>
                    <a:gd name="connsiteY77" fmla="*/ 577526 h 874716"/>
                    <a:gd name="connsiteX78" fmla="*/ 5760873 w 6858001"/>
                    <a:gd name="connsiteY78" fmla="*/ 586291 h 874716"/>
                    <a:gd name="connsiteX79" fmla="*/ 5883751 w 6858001"/>
                    <a:gd name="connsiteY79" fmla="*/ 674686 h 874716"/>
                    <a:gd name="connsiteX80" fmla="*/ 5935949 w 6858001"/>
                    <a:gd name="connsiteY80" fmla="*/ 692592 h 874716"/>
                    <a:gd name="connsiteX81" fmla="*/ 5993291 w 6858001"/>
                    <a:gd name="connsiteY81" fmla="*/ 688972 h 874716"/>
                    <a:gd name="connsiteX82" fmla="*/ 6026440 w 6858001"/>
                    <a:gd name="connsiteY82" fmla="*/ 682496 h 874716"/>
                    <a:gd name="connsiteX83" fmla="*/ 6108738 w 6858001"/>
                    <a:gd name="connsiteY83" fmla="*/ 626296 h 874716"/>
                    <a:gd name="connsiteX84" fmla="*/ 6155602 w 6858001"/>
                    <a:gd name="connsiteY84" fmla="*/ 628202 h 874716"/>
                    <a:gd name="connsiteX85" fmla="*/ 6228756 w 6858001"/>
                    <a:gd name="connsiteY85" fmla="*/ 666873 h 874716"/>
                    <a:gd name="connsiteX86" fmla="*/ 6361539 w 6858001"/>
                    <a:gd name="connsiteY86" fmla="*/ 684210 h 874716"/>
                    <a:gd name="connsiteX87" fmla="*/ 6428979 w 6858001"/>
                    <a:gd name="connsiteY87" fmla="*/ 630106 h 874716"/>
                    <a:gd name="connsiteX88" fmla="*/ 6463840 w 6858001"/>
                    <a:gd name="connsiteY88" fmla="*/ 578098 h 874716"/>
                    <a:gd name="connsiteX89" fmla="*/ 6564620 w 6858001"/>
                    <a:gd name="connsiteY89" fmla="*/ 517708 h 874716"/>
                    <a:gd name="connsiteX90" fmla="*/ 6588625 w 6858001"/>
                    <a:gd name="connsiteY90" fmla="*/ 540187 h 874716"/>
                    <a:gd name="connsiteX91" fmla="*/ 6662541 w 6858001"/>
                    <a:gd name="connsiteY91" fmla="*/ 549714 h 874716"/>
                    <a:gd name="connsiteX92" fmla="*/ 6742552 w 6858001"/>
                    <a:gd name="connsiteY92" fmla="*/ 548952 h 874716"/>
                    <a:gd name="connsiteX93" fmla="*/ 6812063 w 6858001"/>
                    <a:gd name="connsiteY93" fmla="*/ 568430 h 874716"/>
                    <a:gd name="connsiteX94" fmla="*/ 6858001 w 6858001"/>
                    <a:gd name="connsiteY94" fmla="*/ 562267 h 874716"/>
                    <a:gd name="connsiteX95" fmla="*/ 6858001 w 6858001"/>
                    <a:gd name="connsiteY95" fmla="*/ 734520 h 874716"/>
                    <a:gd name="connsiteX96" fmla="*/ 6815516 w 6858001"/>
                    <a:gd name="connsiteY96" fmla="*/ 744220 h 874716"/>
                    <a:gd name="connsiteX97" fmla="*/ 6748458 w 6858001"/>
                    <a:gd name="connsiteY97" fmla="*/ 763271 h 874716"/>
                    <a:gd name="connsiteX98" fmla="*/ 6584812 w 6858001"/>
                    <a:gd name="connsiteY98" fmla="*/ 784797 h 874716"/>
                    <a:gd name="connsiteX99" fmla="*/ 6415833 w 6858001"/>
                    <a:gd name="connsiteY99" fmla="*/ 805562 h 874716"/>
                    <a:gd name="connsiteX100" fmla="*/ 6323058 w 6858001"/>
                    <a:gd name="connsiteY100" fmla="*/ 812420 h 874716"/>
                    <a:gd name="connsiteX101" fmla="*/ 6242093 w 6858001"/>
                    <a:gd name="connsiteY101" fmla="*/ 823281 h 874716"/>
                    <a:gd name="connsiteX102" fmla="*/ 6171605 w 6858001"/>
                    <a:gd name="connsiteY102" fmla="*/ 830139 h 874716"/>
                    <a:gd name="connsiteX103" fmla="*/ 6059397 w 6858001"/>
                    <a:gd name="connsiteY103" fmla="*/ 844045 h 874716"/>
                    <a:gd name="connsiteX104" fmla="*/ 6012723 w 6858001"/>
                    <a:gd name="connsiteY104" fmla="*/ 847665 h 874716"/>
                    <a:gd name="connsiteX105" fmla="*/ 5902610 w 6858001"/>
                    <a:gd name="connsiteY105" fmla="*/ 847473 h 874716"/>
                    <a:gd name="connsiteX106" fmla="*/ 5864318 w 6858001"/>
                    <a:gd name="connsiteY106" fmla="*/ 845569 h 874716"/>
                    <a:gd name="connsiteX107" fmla="*/ 5790592 w 6858001"/>
                    <a:gd name="connsiteY107" fmla="*/ 821947 h 874716"/>
                    <a:gd name="connsiteX108" fmla="*/ 5781830 w 6858001"/>
                    <a:gd name="connsiteY108" fmla="*/ 820233 h 874716"/>
                    <a:gd name="connsiteX109" fmla="*/ 5733440 w 6858001"/>
                    <a:gd name="connsiteY109" fmla="*/ 810896 h 874716"/>
                    <a:gd name="connsiteX110" fmla="*/ 5706959 w 6858001"/>
                    <a:gd name="connsiteY110" fmla="*/ 807848 h 874716"/>
                    <a:gd name="connsiteX111" fmla="*/ 5606372 w 6858001"/>
                    <a:gd name="connsiteY111" fmla="*/ 788417 h 874716"/>
                    <a:gd name="connsiteX112" fmla="*/ 5548460 w 6858001"/>
                    <a:gd name="connsiteY112" fmla="*/ 779273 h 874716"/>
                    <a:gd name="connsiteX113" fmla="*/ 5501594 w 6858001"/>
                    <a:gd name="connsiteY113" fmla="*/ 780607 h 874716"/>
                    <a:gd name="connsiteX114" fmla="*/ 5419295 w 6858001"/>
                    <a:gd name="connsiteY114" fmla="*/ 782321 h 874716"/>
                    <a:gd name="connsiteX115" fmla="*/ 5393005 w 6858001"/>
                    <a:gd name="connsiteY115" fmla="*/ 786703 h 874716"/>
                    <a:gd name="connsiteX116" fmla="*/ 5274129 w 6858001"/>
                    <a:gd name="connsiteY116" fmla="*/ 774129 h 874716"/>
                    <a:gd name="connsiteX117" fmla="*/ 5206308 w 6858001"/>
                    <a:gd name="connsiteY117" fmla="*/ 773177 h 874716"/>
                    <a:gd name="connsiteX118" fmla="*/ 5129916 w 6858001"/>
                    <a:gd name="connsiteY118" fmla="*/ 757554 h 874716"/>
                    <a:gd name="connsiteX119" fmla="*/ 5107627 w 6858001"/>
                    <a:gd name="connsiteY119" fmla="*/ 758316 h 874716"/>
                    <a:gd name="connsiteX120" fmla="*/ 5082670 w 6858001"/>
                    <a:gd name="connsiteY120" fmla="*/ 759651 h 874716"/>
                    <a:gd name="connsiteX121" fmla="*/ 5006086 w 6858001"/>
                    <a:gd name="connsiteY121" fmla="*/ 760795 h 874716"/>
                    <a:gd name="connsiteX122" fmla="*/ 4959602 w 6858001"/>
                    <a:gd name="connsiteY122" fmla="*/ 766509 h 874716"/>
                    <a:gd name="connsiteX123" fmla="*/ 4871019 w 6858001"/>
                    <a:gd name="connsiteY123" fmla="*/ 763081 h 874716"/>
                    <a:gd name="connsiteX124" fmla="*/ 4838250 w 6858001"/>
                    <a:gd name="connsiteY124" fmla="*/ 768033 h 874716"/>
                    <a:gd name="connsiteX125" fmla="*/ 4755381 w 6858001"/>
                    <a:gd name="connsiteY125" fmla="*/ 768605 h 874716"/>
                    <a:gd name="connsiteX126" fmla="*/ 4681083 w 6858001"/>
                    <a:gd name="connsiteY126" fmla="*/ 765747 h 874716"/>
                    <a:gd name="connsiteX127" fmla="*/ 4609452 w 6858001"/>
                    <a:gd name="connsiteY127" fmla="*/ 767271 h 874716"/>
                    <a:gd name="connsiteX128" fmla="*/ 4558207 w 6858001"/>
                    <a:gd name="connsiteY128" fmla="*/ 773557 h 874716"/>
                    <a:gd name="connsiteX129" fmla="*/ 4502579 w 6858001"/>
                    <a:gd name="connsiteY129" fmla="*/ 777367 h 874716"/>
                    <a:gd name="connsiteX130" fmla="*/ 4349222 w 6858001"/>
                    <a:gd name="connsiteY130" fmla="*/ 800038 h 874716"/>
                    <a:gd name="connsiteX131" fmla="*/ 4320837 w 6858001"/>
                    <a:gd name="connsiteY131" fmla="*/ 794514 h 874716"/>
                    <a:gd name="connsiteX132" fmla="*/ 4159667 w 6858001"/>
                    <a:gd name="connsiteY132" fmla="*/ 789370 h 874716"/>
                    <a:gd name="connsiteX133" fmla="*/ 4124614 w 6858001"/>
                    <a:gd name="connsiteY133" fmla="*/ 789752 h 874716"/>
                    <a:gd name="connsiteX134" fmla="*/ 4030503 w 6858001"/>
                    <a:gd name="connsiteY134" fmla="*/ 767271 h 874716"/>
                    <a:gd name="connsiteX135" fmla="*/ 3885338 w 6858001"/>
                    <a:gd name="connsiteY135" fmla="*/ 802896 h 874716"/>
                    <a:gd name="connsiteX136" fmla="*/ 3749506 w 6858001"/>
                    <a:gd name="connsiteY136" fmla="*/ 847473 h 874716"/>
                    <a:gd name="connsiteX137" fmla="*/ 3732361 w 6858001"/>
                    <a:gd name="connsiteY137" fmla="*/ 853190 h 874716"/>
                    <a:gd name="connsiteX138" fmla="*/ 3683591 w 6858001"/>
                    <a:gd name="connsiteY138" fmla="*/ 862906 h 874716"/>
                    <a:gd name="connsiteX139" fmla="*/ 3623201 w 6858001"/>
                    <a:gd name="connsiteY139" fmla="*/ 866334 h 874716"/>
                    <a:gd name="connsiteX140" fmla="*/ 3546617 w 6858001"/>
                    <a:gd name="connsiteY140" fmla="*/ 874716 h 874716"/>
                    <a:gd name="connsiteX141" fmla="*/ 3485275 w 6858001"/>
                    <a:gd name="connsiteY141" fmla="*/ 864238 h 874716"/>
                    <a:gd name="connsiteX142" fmla="*/ 3399546 w 6858001"/>
                    <a:gd name="connsiteY142" fmla="*/ 848618 h 874716"/>
                    <a:gd name="connsiteX143" fmla="*/ 3318771 w 6858001"/>
                    <a:gd name="connsiteY143" fmla="*/ 833757 h 874716"/>
                    <a:gd name="connsiteX144" fmla="*/ 3293244 w 6858001"/>
                    <a:gd name="connsiteY144" fmla="*/ 851284 h 874716"/>
                    <a:gd name="connsiteX145" fmla="*/ 3253809 w 6858001"/>
                    <a:gd name="connsiteY145" fmla="*/ 866524 h 874716"/>
                    <a:gd name="connsiteX146" fmla="*/ 3209993 w 6858001"/>
                    <a:gd name="connsiteY146" fmla="*/ 848235 h 874716"/>
                    <a:gd name="connsiteX147" fmla="*/ 3107500 w 6858001"/>
                    <a:gd name="connsiteY147" fmla="*/ 810326 h 874716"/>
                    <a:gd name="connsiteX148" fmla="*/ 3042728 w 6858001"/>
                    <a:gd name="connsiteY148" fmla="*/ 808610 h 874716"/>
                    <a:gd name="connsiteX149" fmla="*/ 2901943 w 6858001"/>
                    <a:gd name="connsiteY149" fmla="*/ 792418 h 874716"/>
                    <a:gd name="connsiteX150" fmla="*/ 2809930 w 6858001"/>
                    <a:gd name="connsiteY150" fmla="*/ 769367 h 874716"/>
                    <a:gd name="connsiteX151" fmla="*/ 2743826 w 6858001"/>
                    <a:gd name="connsiteY151" fmla="*/ 743268 h 874716"/>
                    <a:gd name="connsiteX152" fmla="*/ 2649143 w 6858001"/>
                    <a:gd name="connsiteY152" fmla="*/ 709167 h 874716"/>
                    <a:gd name="connsiteX153" fmla="*/ 2554079 w 6858001"/>
                    <a:gd name="connsiteY153" fmla="*/ 691450 h 874716"/>
                    <a:gd name="connsiteX154" fmla="*/ 2485307 w 6858001"/>
                    <a:gd name="connsiteY154" fmla="*/ 669160 h 874716"/>
                    <a:gd name="connsiteX155" fmla="*/ 2401292 w 6858001"/>
                    <a:gd name="connsiteY155" fmla="*/ 653919 h 874716"/>
                    <a:gd name="connsiteX156" fmla="*/ 2330806 w 6858001"/>
                    <a:gd name="connsiteY156" fmla="*/ 653349 h 874716"/>
                    <a:gd name="connsiteX157" fmla="*/ 2220312 w 6858001"/>
                    <a:gd name="connsiteY157" fmla="*/ 656015 h 874716"/>
                    <a:gd name="connsiteX158" fmla="*/ 2085054 w 6858001"/>
                    <a:gd name="connsiteY158" fmla="*/ 609914 h 874716"/>
                    <a:gd name="connsiteX159" fmla="*/ 2030378 w 6858001"/>
                    <a:gd name="connsiteY159" fmla="*/ 599625 h 874716"/>
                    <a:gd name="connsiteX160" fmla="*/ 1978940 w 6858001"/>
                    <a:gd name="connsiteY160" fmla="*/ 594863 h 874716"/>
                    <a:gd name="connsiteX161" fmla="*/ 1869780 w 6858001"/>
                    <a:gd name="connsiteY161" fmla="*/ 564192 h 874716"/>
                    <a:gd name="connsiteX162" fmla="*/ 1825393 w 6858001"/>
                    <a:gd name="connsiteY162" fmla="*/ 554094 h 874716"/>
                    <a:gd name="connsiteX163" fmla="*/ 1763287 w 6858001"/>
                    <a:gd name="connsiteY163" fmla="*/ 554286 h 874716"/>
                    <a:gd name="connsiteX164" fmla="*/ 1650317 w 6858001"/>
                    <a:gd name="connsiteY164" fmla="*/ 540187 h 874716"/>
                    <a:gd name="connsiteX165" fmla="*/ 1537537 w 6858001"/>
                    <a:gd name="connsiteY165" fmla="*/ 499038 h 874716"/>
                    <a:gd name="connsiteX166" fmla="*/ 1489720 w 6858001"/>
                    <a:gd name="connsiteY166" fmla="*/ 503038 h 874716"/>
                    <a:gd name="connsiteX167" fmla="*/ 1472575 w 6858001"/>
                    <a:gd name="connsiteY167" fmla="*/ 502086 h 874716"/>
                    <a:gd name="connsiteX168" fmla="*/ 1318456 w 6858001"/>
                    <a:gd name="connsiteY168" fmla="*/ 479415 h 874716"/>
                    <a:gd name="connsiteX169" fmla="*/ 1303024 w 6858001"/>
                    <a:gd name="connsiteY169" fmla="*/ 476939 h 874716"/>
                    <a:gd name="connsiteX170" fmla="*/ 1230633 w 6858001"/>
                    <a:gd name="connsiteY170" fmla="*/ 456746 h 874716"/>
                    <a:gd name="connsiteX171" fmla="*/ 1048125 w 6858001"/>
                    <a:gd name="connsiteY171" fmla="*/ 444172 h 874716"/>
                    <a:gd name="connsiteX172" fmla="*/ 1036887 w 6858001"/>
                    <a:gd name="connsiteY172" fmla="*/ 442648 h 874716"/>
                    <a:gd name="connsiteX173" fmla="*/ 975733 w 6858001"/>
                    <a:gd name="connsiteY173" fmla="*/ 452744 h 874716"/>
                    <a:gd name="connsiteX174" fmla="*/ 945444 w 6858001"/>
                    <a:gd name="connsiteY174" fmla="*/ 467033 h 874716"/>
                    <a:gd name="connsiteX175" fmla="*/ 898198 w 6858001"/>
                    <a:gd name="connsiteY175" fmla="*/ 481893 h 874716"/>
                    <a:gd name="connsiteX176" fmla="*/ 850189 w 6858001"/>
                    <a:gd name="connsiteY176" fmla="*/ 487417 h 874716"/>
                    <a:gd name="connsiteX177" fmla="*/ 769605 w 6858001"/>
                    <a:gd name="connsiteY177" fmla="*/ 464937 h 874716"/>
                    <a:gd name="connsiteX178" fmla="*/ 740268 w 6858001"/>
                    <a:gd name="connsiteY178" fmla="*/ 462651 h 874716"/>
                    <a:gd name="connsiteX179" fmla="*/ 674923 w 6858001"/>
                    <a:gd name="connsiteY179" fmla="*/ 451792 h 874716"/>
                    <a:gd name="connsiteX180" fmla="*/ 617772 w 6858001"/>
                    <a:gd name="connsiteY180" fmla="*/ 452554 h 874716"/>
                    <a:gd name="connsiteX181" fmla="*/ 571860 w 6858001"/>
                    <a:gd name="connsiteY181" fmla="*/ 469891 h 874716"/>
                    <a:gd name="connsiteX182" fmla="*/ 505182 w 6858001"/>
                    <a:gd name="connsiteY182" fmla="*/ 473319 h 874716"/>
                    <a:gd name="connsiteX183" fmla="*/ 462126 w 6858001"/>
                    <a:gd name="connsiteY183" fmla="*/ 460747 h 874716"/>
                    <a:gd name="connsiteX184" fmla="*/ 453364 w 6858001"/>
                    <a:gd name="connsiteY184" fmla="*/ 459033 h 874716"/>
                    <a:gd name="connsiteX185" fmla="*/ 340774 w 6858001"/>
                    <a:gd name="connsiteY185" fmla="*/ 458268 h 874716"/>
                    <a:gd name="connsiteX186" fmla="*/ 200182 w 6858001"/>
                    <a:gd name="connsiteY186" fmla="*/ 496180 h 874716"/>
                    <a:gd name="connsiteX187" fmla="*/ 176939 w 6858001"/>
                    <a:gd name="connsiteY187" fmla="*/ 504182 h 874716"/>
                    <a:gd name="connsiteX188" fmla="*/ 63587 w 6858001"/>
                    <a:gd name="connsiteY188" fmla="*/ 518088 h 874716"/>
                    <a:gd name="connsiteX189" fmla="*/ 2817 w 6858001"/>
                    <a:gd name="connsiteY189" fmla="*/ 532187 h 874716"/>
                    <a:gd name="connsiteX190" fmla="*/ 0 w 6858001"/>
                    <a:gd name="connsiteY190" fmla="*/ 533314 h 87471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  <a:cxn ang="0">
                      <a:pos x="connsiteX154" y="connsiteY154"/>
                    </a:cxn>
                    <a:cxn ang="0">
                      <a:pos x="connsiteX155" y="connsiteY155"/>
                    </a:cxn>
                    <a:cxn ang="0">
                      <a:pos x="connsiteX156" y="connsiteY156"/>
                    </a:cxn>
                    <a:cxn ang="0">
                      <a:pos x="connsiteX157" y="connsiteY157"/>
                    </a:cxn>
                    <a:cxn ang="0">
                      <a:pos x="connsiteX158" y="connsiteY158"/>
                    </a:cxn>
                    <a:cxn ang="0">
                      <a:pos x="connsiteX159" y="connsiteY159"/>
                    </a:cxn>
                    <a:cxn ang="0">
                      <a:pos x="connsiteX160" y="connsiteY160"/>
                    </a:cxn>
                    <a:cxn ang="0">
                      <a:pos x="connsiteX161" y="connsiteY161"/>
                    </a:cxn>
                    <a:cxn ang="0">
                      <a:pos x="connsiteX162" y="connsiteY162"/>
                    </a:cxn>
                    <a:cxn ang="0">
                      <a:pos x="connsiteX163" y="connsiteY163"/>
                    </a:cxn>
                    <a:cxn ang="0">
                      <a:pos x="connsiteX164" y="connsiteY164"/>
                    </a:cxn>
                    <a:cxn ang="0">
                      <a:pos x="connsiteX165" y="connsiteY165"/>
                    </a:cxn>
                    <a:cxn ang="0">
                      <a:pos x="connsiteX166" y="connsiteY166"/>
                    </a:cxn>
                    <a:cxn ang="0">
                      <a:pos x="connsiteX167" y="connsiteY167"/>
                    </a:cxn>
                    <a:cxn ang="0">
                      <a:pos x="connsiteX168" y="connsiteY168"/>
                    </a:cxn>
                    <a:cxn ang="0">
                      <a:pos x="connsiteX169" y="connsiteY169"/>
                    </a:cxn>
                    <a:cxn ang="0">
                      <a:pos x="connsiteX170" y="connsiteY170"/>
                    </a:cxn>
                    <a:cxn ang="0">
                      <a:pos x="connsiteX171" y="connsiteY171"/>
                    </a:cxn>
                    <a:cxn ang="0">
                      <a:pos x="connsiteX172" y="connsiteY172"/>
                    </a:cxn>
                    <a:cxn ang="0">
                      <a:pos x="connsiteX173" y="connsiteY173"/>
                    </a:cxn>
                    <a:cxn ang="0">
                      <a:pos x="connsiteX174" y="connsiteY174"/>
                    </a:cxn>
                    <a:cxn ang="0">
                      <a:pos x="connsiteX175" y="connsiteY175"/>
                    </a:cxn>
                    <a:cxn ang="0">
                      <a:pos x="connsiteX176" y="connsiteY176"/>
                    </a:cxn>
                    <a:cxn ang="0">
                      <a:pos x="connsiteX177" y="connsiteY177"/>
                    </a:cxn>
                    <a:cxn ang="0">
                      <a:pos x="connsiteX178" y="connsiteY178"/>
                    </a:cxn>
                    <a:cxn ang="0">
                      <a:pos x="connsiteX179" y="connsiteY179"/>
                    </a:cxn>
                    <a:cxn ang="0">
                      <a:pos x="connsiteX180" y="connsiteY180"/>
                    </a:cxn>
                    <a:cxn ang="0">
                      <a:pos x="connsiteX181" y="connsiteY181"/>
                    </a:cxn>
                    <a:cxn ang="0">
                      <a:pos x="connsiteX182" y="connsiteY182"/>
                    </a:cxn>
                    <a:cxn ang="0">
                      <a:pos x="connsiteX183" y="connsiteY183"/>
                    </a:cxn>
                    <a:cxn ang="0">
                      <a:pos x="connsiteX184" y="connsiteY184"/>
                    </a:cxn>
                    <a:cxn ang="0">
                      <a:pos x="connsiteX185" y="connsiteY185"/>
                    </a:cxn>
                    <a:cxn ang="0">
                      <a:pos x="connsiteX186" y="connsiteY186"/>
                    </a:cxn>
                    <a:cxn ang="0">
                      <a:pos x="connsiteX187" y="connsiteY187"/>
                    </a:cxn>
                    <a:cxn ang="0">
                      <a:pos x="connsiteX188" y="connsiteY188"/>
                    </a:cxn>
                    <a:cxn ang="0">
                      <a:pos x="connsiteX189" y="connsiteY189"/>
                    </a:cxn>
                    <a:cxn ang="0">
                      <a:pos x="connsiteX190" y="connsiteY190"/>
                    </a:cxn>
                  </a:cxnLst>
                  <a:rect l="l" t="t" r="r" b="b"/>
                  <a:pathLst>
                    <a:path w="6858001" h="874716">
                      <a:moveTo>
                        <a:pt x="0" y="533314"/>
                      </a:moveTo>
                      <a:lnTo>
                        <a:pt x="0" y="69206"/>
                      </a:lnTo>
                      <a:lnTo>
                        <a:pt x="21486" y="71924"/>
                      </a:lnTo>
                      <a:cubicBezTo>
                        <a:pt x="92546" y="60493"/>
                        <a:pt x="159604" y="87354"/>
                        <a:pt x="228948" y="88116"/>
                      </a:cubicBezTo>
                      <a:cubicBezTo>
                        <a:pt x="260382" y="88496"/>
                        <a:pt x="291435" y="94592"/>
                        <a:pt x="313533" y="62779"/>
                      </a:cubicBezTo>
                      <a:cubicBezTo>
                        <a:pt x="316389" y="58587"/>
                        <a:pt x="330298" y="60873"/>
                        <a:pt x="338870" y="62207"/>
                      </a:cubicBezTo>
                      <a:cubicBezTo>
                        <a:pt x="357921" y="65066"/>
                        <a:pt x="376781" y="72304"/>
                        <a:pt x="395640" y="72114"/>
                      </a:cubicBezTo>
                      <a:cubicBezTo>
                        <a:pt x="434695" y="71924"/>
                        <a:pt x="473939" y="68876"/>
                        <a:pt x="512802" y="65446"/>
                      </a:cubicBezTo>
                      <a:cubicBezTo>
                        <a:pt x="527470" y="64112"/>
                        <a:pt x="541569" y="58969"/>
                        <a:pt x="556047" y="55349"/>
                      </a:cubicBezTo>
                      <a:cubicBezTo>
                        <a:pt x="564048" y="53253"/>
                        <a:pt x="572622" y="47729"/>
                        <a:pt x="580050" y="48871"/>
                      </a:cubicBezTo>
                      <a:cubicBezTo>
                        <a:pt x="623106" y="55539"/>
                        <a:pt x="662541" y="39157"/>
                        <a:pt x="703308" y="30964"/>
                      </a:cubicBezTo>
                      <a:cubicBezTo>
                        <a:pt x="722169" y="27154"/>
                        <a:pt x="739886" y="18010"/>
                        <a:pt x="758174" y="11724"/>
                      </a:cubicBezTo>
                      <a:cubicBezTo>
                        <a:pt x="762936" y="10008"/>
                        <a:pt x="768271" y="8484"/>
                        <a:pt x="773035" y="8866"/>
                      </a:cubicBezTo>
                      <a:cubicBezTo>
                        <a:pt x="800276" y="11152"/>
                        <a:pt x="827329" y="14390"/>
                        <a:pt x="854379" y="16866"/>
                      </a:cubicBezTo>
                      <a:cubicBezTo>
                        <a:pt x="878956" y="19152"/>
                        <a:pt x="903722" y="19914"/>
                        <a:pt x="915343" y="47919"/>
                      </a:cubicBezTo>
                      <a:cubicBezTo>
                        <a:pt x="917059" y="52301"/>
                        <a:pt x="922773" y="55539"/>
                        <a:pt x="927155" y="58397"/>
                      </a:cubicBezTo>
                      <a:cubicBezTo>
                        <a:pt x="994785" y="102405"/>
                        <a:pt x="1030980" y="101261"/>
                        <a:pt x="1097087" y="54777"/>
                      </a:cubicBezTo>
                      <a:cubicBezTo>
                        <a:pt x="1103945" y="50015"/>
                        <a:pt x="1118613" y="46585"/>
                        <a:pt x="1123185" y="50395"/>
                      </a:cubicBezTo>
                      <a:cubicBezTo>
                        <a:pt x="1162049" y="82020"/>
                        <a:pt x="1204532" y="78590"/>
                        <a:pt x="1249302" y="68684"/>
                      </a:cubicBezTo>
                      <a:cubicBezTo>
                        <a:pt x="1260922" y="66018"/>
                        <a:pt x="1277307" y="66018"/>
                        <a:pt x="1286069" y="72304"/>
                      </a:cubicBezTo>
                      <a:cubicBezTo>
                        <a:pt x="1327790" y="101451"/>
                        <a:pt x="1372560" y="97261"/>
                        <a:pt x="1417899" y="88688"/>
                      </a:cubicBezTo>
                      <a:cubicBezTo>
                        <a:pt x="1424948" y="87354"/>
                        <a:pt x="1433522" y="80114"/>
                        <a:pt x="1436568" y="73448"/>
                      </a:cubicBezTo>
                      <a:cubicBezTo>
                        <a:pt x="1447428" y="49825"/>
                        <a:pt x="1467813" y="41823"/>
                        <a:pt x="1490292" y="35154"/>
                      </a:cubicBezTo>
                      <a:cubicBezTo>
                        <a:pt x="1525727" y="24296"/>
                        <a:pt x="1560588" y="11532"/>
                        <a:pt x="1596213" y="1245"/>
                      </a:cubicBezTo>
                      <a:cubicBezTo>
                        <a:pt x="1604978" y="-1231"/>
                        <a:pt x="1615836" y="293"/>
                        <a:pt x="1624980" y="3150"/>
                      </a:cubicBezTo>
                      <a:cubicBezTo>
                        <a:pt x="1656223" y="12866"/>
                        <a:pt x="1676036" y="37251"/>
                        <a:pt x="1697753" y="59731"/>
                      </a:cubicBezTo>
                      <a:cubicBezTo>
                        <a:pt x="1707279" y="69638"/>
                        <a:pt x="1720423" y="76686"/>
                        <a:pt x="1733188" y="82400"/>
                      </a:cubicBezTo>
                      <a:cubicBezTo>
                        <a:pt x="1766335" y="97071"/>
                        <a:pt x="1800246" y="110215"/>
                        <a:pt x="1833775" y="124121"/>
                      </a:cubicBezTo>
                      <a:cubicBezTo>
                        <a:pt x="1837013" y="125455"/>
                        <a:pt x="1839679" y="128884"/>
                        <a:pt x="1842158" y="131742"/>
                      </a:cubicBezTo>
                      <a:cubicBezTo>
                        <a:pt x="1866922" y="161843"/>
                        <a:pt x="1891497" y="192132"/>
                        <a:pt x="1916454" y="222233"/>
                      </a:cubicBezTo>
                      <a:cubicBezTo>
                        <a:pt x="1921216" y="227947"/>
                        <a:pt x="1928076" y="232139"/>
                        <a:pt x="1933219" y="237663"/>
                      </a:cubicBezTo>
                      <a:cubicBezTo>
                        <a:pt x="1940459" y="245283"/>
                        <a:pt x="1949603" y="252524"/>
                        <a:pt x="1953413" y="261668"/>
                      </a:cubicBezTo>
                      <a:cubicBezTo>
                        <a:pt x="1965224" y="290433"/>
                        <a:pt x="1987894" y="302817"/>
                        <a:pt x="2016469" y="308151"/>
                      </a:cubicBezTo>
                      <a:cubicBezTo>
                        <a:pt x="2042570" y="313104"/>
                        <a:pt x="2068669" y="317296"/>
                        <a:pt x="2094578" y="323010"/>
                      </a:cubicBezTo>
                      <a:cubicBezTo>
                        <a:pt x="2126201" y="329868"/>
                        <a:pt x="2157636" y="337298"/>
                        <a:pt x="2188879" y="345681"/>
                      </a:cubicBezTo>
                      <a:cubicBezTo>
                        <a:pt x="2202404" y="349301"/>
                        <a:pt x="2216692" y="353491"/>
                        <a:pt x="2228314" y="360921"/>
                      </a:cubicBezTo>
                      <a:cubicBezTo>
                        <a:pt x="2260890" y="381496"/>
                        <a:pt x="2295753" y="395402"/>
                        <a:pt x="2334044" y="389878"/>
                      </a:cubicBezTo>
                      <a:cubicBezTo>
                        <a:pt x="2364715" y="385496"/>
                        <a:pt x="2390434" y="396736"/>
                        <a:pt x="2409485" y="414263"/>
                      </a:cubicBezTo>
                      <a:cubicBezTo>
                        <a:pt x="2444158" y="446078"/>
                        <a:pt x="2481305" y="438838"/>
                        <a:pt x="2518264" y="428552"/>
                      </a:cubicBezTo>
                      <a:cubicBezTo>
                        <a:pt x="2537315" y="423217"/>
                        <a:pt x="2552935" y="423979"/>
                        <a:pt x="2571034" y="429122"/>
                      </a:cubicBezTo>
                      <a:cubicBezTo>
                        <a:pt x="2612945" y="441124"/>
                        <a:pt x="2640950" y="473701"/>
                        <a:pt x="2668001" y="502276"/>
                      </a:cubicBezTo>
                      <a:cubicBezTo>
                        <a:pt x="2691054" y="526661"/>
                        <a:pt x="2716963" y="540377"/>
                        <a:pt x="2745348" y="550666"/>
                      </a:cubicBezTo>
                      <a:cubicBezTo>
                        <a:pt x="2781163" y="563810"/>
                        <a:pt x="2809548" y="558858"/>
                        <a:pt x="2826694" y="527233"/>
                      </a:cubicBezTo>
                      <a:cubicBezTo>
                        <a:pt x="2831457" y="518278"/>
                        <a:pt x="2839839" y="507800"/>
                        <a:pt x="2848793" y="505134"/>
                      </a:cubicBezTo>
                      <a:cubicBezTo>
                        <a:pt x="2892037" y="491800"/>
                        <a:pt x="2935854" y="472367"/>
                        <a:pt x="2982148" y="484179"/>
                      </a:cubicBezTo>
                      <a:cubicBezTo>
                        <a:pt x="3046158" y="500372"/>
                        <a:pt x="3108644" y="499420"/>
                        <a:pt x="3172654" y="483417"/>
                      </a:cubicBezTo>
                      <a:cubicBezTo>
                        <a:pt x="3276480" y="457508"/>
                        <a:pt x="3380305" y="430076"/>
                        <a:pt x="3489467" y="435790"/>
                      </a:cubicBezTo>
                      <a:cubicBezTo>
                        <a:pt x="3507563" y="436742"/>
                        <a:pt x="3529090" y="425121"/>
                        <a:pt x="3544713" y="413691"/>
                      </a:cubicBezTo>
                      <a:cubicBezTo>
                        <a:pt x="3574622" y="391974"/>
                        <a:pt x="3573288" y="390258"/>
                        <a:pt x="3606817" y="408167"/>
                      </a:cubicBezTo>
                      <a:cubicBezTo>
                        <a:pt x="3614819" y="412549"/>
                        <a:pt x="3624725" y="415215"/>
                        <a:pt x="3630632" y="421693"/>
                      </a:cubicBezTo>
                      <a:cubicBezTo>
                        <a:pt x="3660731" y="454650"/>
                        <a:pt x="3697880" y="446648"/>
                        <a:pt x="3734837" y="441886"/>
                      </a:cubicBezTo>
                      <a:cubicBezTo>
                        <a:pt x="3741315" y="440934"/>
                        <a:pt x="3749125" y="439600"/>
                        <a:pt x="3754652" y="442268"/>
                      </a:cubicBezTo>
                      <a:cubicBezTo>
                        <a:pt x="3779607" y="454268"/>
                        <a:pt x="3800753" y="450078"/>
                        <a:pt x="3822472" y="433694"/>
                      </a:cubicBezTo>
                      <a:cubicBezTo>
                        <a:pt x="3841331" y="419597"/>
                        <a:pt x="3863049" y="411215"/>
                        <a:pt x="3885338" y="428742"/>
                      </a:cubicBezTo>
                      <a:cubicBezTo>
                        <a:pt x="3934870" y="467605"/>
                        <a:pt x="3987829" y="469509"/>
                        <a:pt x="4043839" y="444934"/>
                      </a:cubicBezTo>
                      <a:cubicBezTo>
                        <a:pt x="4083845" y="427407"/>
                        <a:pt x="4123280" y="423407"/>
                        <a:pt x="4165383" y="441124"/>
                      </a:cubicBezTo>
                      <a:cubicBezTo>
                        <a:pt x="4181576" y="447982"/>
                        <a:pt x="4202531" y="443410"/>
                        <a:pt x="4221391" y="444934"/>
                      </a:cubicBezTo>
                      <a:cubicBezTo>
                        <a:pt x="4232060" y="445696"/>
                        <a:pt x="4243872" y="445886"/>
                        <a:pt x="4253014" y="450650"/>
                      </a:cubicBezTo>
                      <a:cubicBezTo>
                        <a:pt x="4277401" y="462843"/>
                        <a:pt x="4300070" y="478463"/>
                        <a:pt x="4324645" y="490466"/>
                      </a:cubicBezTo>
                      <a:cubicBezTo>
                        <a:pt x="4336457" y="496180"/>
                        <a:pt x="4350554" y="499228"/>
                        <a:pt x="4363890" y="499420"/>
                      </a:cubicBezTo>
                      <a:cubicBezTo>
                        <a:pt x="4403325" y="500372"/>
                        <a:pt x="4442761" y="500372"/>
                        <a:pt x="4482004" y="498658"/>
                      </a:cubicBezTo>
                      <a:cubicBezTo>
                        <a:pt x="4546776" y="495990"/>
                        <a:pt x="4612500" y="495418"/>
                        <a:pt x="4659174" y="438648"/>
                      </a:cubicBezTo>
                      <a:cubicBezTo>
                        <a:pt x="4662986" y="434076"/>
                        <a:pt x="4671176" y="431408"/>
                        <a:pt x="4677655" y="430646"/>
                      </a:cubicBezTo>
                      <a:cubicBezTo>
                        <a:pt x="4707564" y="427027"/>
                        <a:pt x="4738235" y="426645"/>
                        <a:pt x="4767764" y="420739"/>
                      </a:cubicBezTo>
                      <a:cubicBezTo>
                        <a:pt x="4791386" y="415977"/>
                        <a:pt x="4811009" y="417501"/>
                        <a:pt x="4828916" y="434266"/>
                      </a:cubicBezTo>
                      <a:cubicBezTo>
                        <a:pt x="4852348" y="456364"/>
                        <a:pt x="4880925" y="469319"/>
                        <a:pt x="4912168" y="462271"/>
                      </a:cubicBezTo>
                      <a:cubicBezTo>
                        <a:pt x="4943409" y="455412"/>
                        <a:pt x="4963984" y="470271"/>
                        <a:pt x="4987037" y="485703"/>
                      </a:cubicBezTo>
                      <a:cubicBezTo>
                        <a:pt x="5003801" y="496942"/>
                        <a:pt x="5022852" y="511040"/>
                        <a:pt x="5041521" y="512182"/>
                      </a:cubicBezTo>
                      <a:cubicBezTo>
                        <a:pt x="5083814" y="514658"/>
                        <a:pt x="5120201" y="553904"/>
                        <a:pt x="5166113" y="531615"/>
                      </a:cubicBezTo>
                      <a:cubicBezTo>
                        <a:pt x="5169161" y="530091"/>
                        <a:pt x="5174685" y="533901"/>
                        <a:pt x="5179067" y="534853"/>
                      </a:cubicBezTo>
                      <a:cubicBezTo>
                        <a:pt x="5214121" y="542093"/>
                        <a:pt x="5247078" y="535043"/>
                        <a:pt x="5272796" y="511230"/>
                      </a:cubicBezTo>
                      <a:cubicBezTo>
                        <a:pt x="5306516" y="480177"/>
                        <a:pt x="5343855" y="477129"/>
                        <a:pt x="5385384" y="487227"/>
                      </a:cubicBezTo>
                      <a:cubicBezTo>
                        <a:pt x="5398721" y="490466"/>
                        <a:pt x="5412057" y="492752"/>
                        <a:pt x="5425582" y="495418"/>
                      </a:cubicBezTo>
                      <a:cubicBezTo>
                        <a:pt x="5443870" y="499228"/>
                        <a:pt x="5462351" y="503230"/>
                        <a:pt x="5480637" y="507040"/>
                      </a:cubicBezTo>
                      <a:cubicBezTo>
                        <a:pt x="5498356" y="510850"/>
                        <a:pt x="5517979" y="517326"/>
                        <a:pt x="5531693" y="500944"/>
                      </a:cubicBezTo>
                      <a:cubicBezTo>
                        <a:pt x="5543506" y="486845"/>
                        <a:pt x="5551888" y="488179"/>
                        <a:pt x="5562746" y="500372"/>
                      </a:cubicBezTo>
                      <a:cubicBezTo>
                        <a:pt x="5600467" y="543045"/>
                        <a:pt x="5646189" y="569716"/>
                        <a:pt x="5704483" y="571620"/>
                      </a:cubicBezTo>
                      <a:cubicBezTo>
                        <a:pt x="5716485" y="572002"/>
                        <a:pt x="5728678" y="574668"/>
                        <a:pt x="5740488" y="577526"/>
                      </a:cubicBezTo>
                      <a:cubicBezTo>
                        <a:pt x="5747728" y="579241"/>
                        <a:pt x="5756493" y="581147"/>
                        <a:pt x="5760873" y="586291"/>
                      </a:cubicBezTo>
                      <a:cubicBezTo>
                        <a:pt x="5794974" y="625534"/>
                        <a:pt x="5837457" y="652777"/>
                        <a:pt x="5883751" y="674686"/>
                      </a:cubicBezTo>
                      <a:cubicBezTo>
                        <a:pt x="5900323" y="682496"/>
                        <a:pt x="5918042" y="690306"/>
                        <a:pt x="5935949" y="692592"/>
                      </a:cubicBezTo>
                      <a:cubicBezTo>
                        <a:pt x="5954617" y="694878"/>
                        <a:pt x="5974240" y="691068"/>
                        <a:pt x="5993291" y="688972"/>
                      </a:cubicBezTo>
                      <a:cubicBezTo>
                        <a:pt x="6004531" y="687830"/>
                        <a:pt x="6017485" y="688020"/>
                        <a:pt x="6026440" y="682496"/>
                      </a:cubicBezTo>
                      <a:cubicBezTo>
                        <a:pt x="6054825" y="665159"/>
                        <a:pt x="6082258" y="646491"/>
                        <a:pt x="6108738" y="626296"/>
                      </a:cubicBezTo>
                      <a:cubicBezTo>
                        <a:pt x="6131409" y="608960"/>
                        <a:pt x="6135981" y="606483"/>
                        <a:pt x="6155602" y="628202"/>
                      </a:cubicBezTo>
                      <a:cubicBezTo>
                        <a:pt x="6175797" y="650491"/>
                        <a:pt x="6200944" y="662111"/>
                        <a:pt x="6228756" y="666873"/>
                      </a:cubicBezTo>
                      <a:cubicBezTo>
                        <a:pt x="6272764" y="674304"/>
                        <a:pt x="6317151" y="680590"/>
                        <a:pt x="6361539" y="684210"/>
                      </a:cubicBezTo>
                      <a:cubicBezTo>
                        <a:pt x="6401736" y="687448"/>
                        <a:pt x="6420977" y="669922"/>
                        <a:pt x="6428979" y="630106"/>
                      </a:cubicBezTo>
                      <a:cubicBezTo>
                        <a:pt x="6433551" y="608007"/>
                        <a:pt x="6439458" y="584003"/>
                        <a:pt x="6463840" y="578098"/>
                      </a:cubicBezTo>
                      <a:cubicBezTo>
                        <a:pt x="6503658" y="568572"/>
                        <a:pt x="6544997" y="564382"/>
                        <a:pt x="6564620" y="517708"/>
                      </a:cubicBezTo>
                      <a:cubicBezTo>
                        <a:pt x="6575478" y="527995"/>
                        <a:pt x="6582146" y="534091"/>
                        <a:pt x="6588625" y="540187"/>
                      </a:cubicBezTo>
                      <a:cubicBezTo>
                        <a:pt x="6606531" y="557142"/>
                        <a:pt x="6643678" y="564382"/>
                        <a:pt x="6662541" y="549714"/>
                      </a:cubicBezTo>
                      <a:cubicBezTo>
                        <a:pt x="6690354" y="528377"/>
                        <a:pt x="6715883" y="532377"/>
                        <a:pt x="6742552" y="548952"/>
                      </a:cubicBezTo>
                      <a:cubicBezTo>
                        <a:pt x="6764841" y="562668"/>
                        <a:pt x="6788417" y="567954"/>
                        <a:pt x="6812063" y="568430"/>
                      </a:cubicBezTo>
                      <a:lnTo>
                        <a:pt x="6858001" y="562267"/>
                      </a:lnTo>
                      <a:lnTo>
                        <a:pt x="6858001" y="734520"/>
                      </a:lnTo>
                      <a:lnTo>
                        <a:pt x="6815516" y="744220"/>
                      </a:lnTo>
                      <a:cubicBezTo>
                        <a:pt x="6793035" y="749744"/>
                        <a:pt x="6771319" y="759651"/>
                        <a:pt x="6748458" y="763271"/>
                      </a:cubicBezTo>
                      <a:cubicBezTo>
                        <a:pt x="6694164" y="771843"/>
                        <a:pt x="6639488" y="777939"/>
                        <a:pt x="6584812" y="784797"/>
                      </a:cubicBezTo>
                      <a:cubicBezTo>
                        <a:pt x="6528424" y="791846"/>
                        <a:pt x="6472225" y="799276"/>
                        <a:pt x="6415833" y="805562"/>
                      </a:cubicBezTo>
                      <a:cubicBezTo>
                        <a:pt x="6384972" y="808802"/>
                        <a:pt x="6353919" y="809372"/>
                        <a:pt x="6323058" y="812420"/>
                      </a:cubicBezTo>
                      <a:cubicBezTo>
                        <a:pt x="6296005" y="815088"/>
                        <a:pt x="6269144" y="820041"/>
                        <a:pt x="6242093" y="823281"/>
                      </a:cubicBezTo>
                      <a:cubicBezTo>
                        <a:pt x="6218660" y="825947"/>
                        <a:pt x="6195037" y="827471"/>
                        <a:pt x="6171605" y="830139"/>
                      </a:cubicBezTo>
                      <a:cubicBezTo>
                        <a:pt x="6134075" y="834519"/>
                        <a:pt x="6096736" y="839473"/>
                        <a:pt x="6059397" y="844045"/>
                      </a:cubicBezTo>
                      <a:cubicBezTo>
                        <a:pt x="6043776" y="845759"/>
                        <a:pt x="6027392" y="850522"/>
                        <a:pt x="6012723" y="847665"/>
                      </a:cubicBezTo>
                      <a:cubicBezTo>
                        <a:pt x="5975764" y="840425"/>
                        <a:pt x="5939377" y="842521"/>
                        <a:pt x="5902610" y="847473"/>
                      </a:cubicBezTo>
                      <a:cubicBezTo>
                        <a:pt x="5890037" y="849190"/>
                        <a:pt x="5876511" y="848808"/>
                        <a:pt x="5864318" y="845569"/>
                      </a:cubicBezTo>
                      <a:cubicBezTo>
                        <a:pt x="5839361" y="839091"/>
                        <a:pt x="5815169" y="829947"/>
                        <a:pt x="5790592" y="821947"/>
                      </a:cubicBezTo>
                      <a:cubicBezTo>
                        <a:pt x="5787924" y="820995"/>
                        <a:pt x="5784686" y="820803"/>
                        <a:pt x="5781830" y="820233"/>
                      </a:cubicBezTo>
                      <a:cubicBezTo>
                        <a:pt x="5765635" y="816992"/>
                        <a:pt x="5749634" y="813754"/>
                        <a:pt x="5733440" y="810896"/>
                      </a:cubicBezTo>
                      <a:cubicBezTo>
                        <a:pt x="5724678" y="809372"/>
                        <a:pt x="5715723" y="809182"/>
                        <a:pt x="5706959" y="807848"/>
                      </a:cubicBezTo>
                      <a:cubicBezTo>
                        <a:pt x="5673050" y="802514"/>
                        <a:pt x="5635711" y="811468"/>
                        <a:pt x="5606372" y="788417"/>
                      </a:cubicBezTo>
                      <a:cubicBezTo>
                        <a:pt x="5587321" y="773557"/>
                        <a:pt x="5568842" y="776987"/>
                        <a:pt x="5548460" y="779273"/>
                      </a:cubicBezTo>
                      <a:cubicBezTo>
                        <a:pt x="5533027" y="780987"/>
                        <a:pt x="5517215" y="780415"/>
                        <a:pt x="5501594" y="780607"/>
                      </a:cubicBezTo>
                      <a:cubicBezTo>
                        <a:pt x="5474161" y="781177"/>
                        <a:pt x="5446728" y="781369"/>
                        <a:pt x="5419295" y="782321"/>
                      </a:cubicBezTo>
                      <a:cubicBezTo>
                        <a:pt x="5410531" y="782701"/>
                        <a:pt x="5401579" y="787465"/>
                        <a:pt x="5393005" y="786703"/>
                      </a:cubicBezTo>
                      <a:cubicBezTo>
                        <a:pt x="5353379" y="783083"/>
                        <a:pt x="5313754" y="777367"/>
                        <a:pt x="5274129" y="774129"/>
                      </a:cubicBezTo>
                      <a:cubicBezTo>
                        <a:pt x="5251650" y="772225"/>
                        <a:pt x="5228597" y="775843"/>
                        <a:pt x="5206308" y="773177"/>
                      </a:cubicBezTo>
                      <a:cubicBezTo>
                        <a:pt x="5180591" y="770129"/>
                        <a:pt x="5155445" y="762319"/>
                        <a:pt x="5129916" y="757554"/>
                      </a:cubicBezTo>
                      <a:cubicBezTo>
                        <a:pt x="5122867" y="756222"/>
                        <a:pt x="5115057" y="757936"/>
                        <a:pt x="5107627" y="758316"/>
                      </a:cubicBezTo>
                      <a:cubicBezTo>
                        <a:pt x="5099245" y="758699"/>
                        <a:pt x="5091052" y="759461"/>
                        <a:pt x="5082670" y="759651"/>
                      </a:cubicBezTo>
                      <a:cubicBezTo>
                        <a:pt x="5057141" y="760033"/>
                        <a:pt x="5031614" y="759461"/>
                        <a:pt x="5006086" y="760795"/>
                      </a:cubicBezTo>
                      <a:cubicBezTo>
                        <a:pt x="4990465" y="761557"/>
                        <a:pt x="4974082" y="769367"/>
                        <a:pt x="4959602" y="766509"/>
                      </a:cubicBezTo>
                      <a:cubicBezTo>
                        <a:pt x="4930075" y="760985"/>
                        <a:pt x="4900546" y="773367"/>
                        <a:pt x="4871019" y="763081"/>
                      </a:cubicBezTo>
                      <a:cubicBezTo>
                        <a:pt x="4861873" y="760033"/>
                        <a:pt x="4849300" y="767653"/>
                        <a:pt x="4838250" y="768033"/>
                      </a:cubicBezTo>
                      <a:cubicBezTo>
                        <a:pt x="4810627" y="768985"/>
                        <a:pt x="4783004" y="768795"/>
                        <a:pt x="4755381" y="768605"/>
                      </a:cubicBezTo>
                      <a:cubicBezTo>
                        <a:pt x="4730614" y="768415"/>
                        <a:pt x="4704895" y="771081"/>
                        <a:pt x="4681083" y="765747"/>
                      </a:cubicBezTo>
                      <a:cubicBezTo>
                        <a:pt x="4656126" y="760033"/>
                        <a:pt x="4633647" y="760795"/>
                        <a:pt x="4609452" y="767271"/>
                      </a:cubicBezTo>
                      <a:cubicBezTo>
                        <a:pt x="4592878" y="771653"/>
                        <a:pt x="4575351" y="772225"/>
                        <a:pt x="4558207" y="773557"/>
                      </a:cubicBezTo>
                      <a:cubicBezTo>
                        <a:pt x="4539728" y="775081"/>
                        <a:pt x="4519343" y="771081"/>
                        <a:pt x="4502579" y="777367"/>
                      </a:cubicBezTo>
                      <a:cubicBezTo>
                        <a:pt x="4452665" y="796038"/>
                        <a:pt x="4401419" y="800038"/>
                        <a:pt x="4349222" y="800038"/>
                      </a:cubicBezTo>
                      <a:cubicBezTo>
                        <a:pt x="4339695" y="800038"/>
                        <a:pt x="4329979" y="797372"/>
                        <a:pt x="4320837" y="794514"/>
                      </a:cubicBezTo>
                      <a:cubicBezTo>
                        <a:pt x="4267493" y="777367"/>
                        <a:pt x="4213961" y="778891"/>
                        <a:pt x="4159667" y="789370"/>
                      </a:cubicBezTo>
                      <a:cubicBezTo>
                        <a:pt x="4148427" y="791656"/>
                        <a:pt x="4135854" y="792038"/>
                        <a:pt x="4124614" y="789752"/>
                      </a:cubicBezTo>
                      <a:cubicBezTo>
                        <a:pt x="4092989" y="783083"/>
                        <a:pt x="4062318" y="772033"/>
                        <a:pt x="4030503" y="767271"/>
                      </a:cubicBezTo>
                      <a:cubicBezTo>
                        <a:pt x="3977925" y="759461"/>
                        <a:pt x="3932394" y="785749"/>
                        <a:pt x="3885338" y="802896"/>
                      </a:cubicBezTo>
                      <a:cubicBezTo>
                        <a:pt x="3840569" y="819089"/>
                        <a:pt x="3802467" y="855666"/>
                        <a:pt x="3749506" y="847473"/>
                      </a:cubicBezTo>
                      <a:cubicBezTo>
                        <a:pt x="3744173" y="846711"/>
                        <a:pt x="3738267" y="851856"/>
                        <a:pt x="3732361" y="853190"/>
                      </a:cubicBezTo>
                      <a:cubicBezTo>
                        <a:pt x="3716168" y="856810"/>
                        <a:pt x="3699976" y="861190"/>
                        <a:pt x="3683591" y="862906"/>
                      </a:cubicBezTo>
                      <a:cubicBezTo>
                        <a:pt x="3663589" y="865192"/>
                        <a:pt x="3643204" y="864430"/>
                        <a:pt x="3623201" y="866334"/>
                      </a:cubicBezTo>
                      <a:cubicBezTo>
                        <a:pt x="3597482" y="868620"/>
                        <a:pt x="3572146" y="874716"/>
                        <a:pt x="3546617" y="874716"/>
                      </a:cubicBezTo>
                      <a:cubicBezTo>
                        <a:pt x="3526042" y="874716"/>
                        <a:pt x="3505657" y="867668"/>
                        <a:pt x="3485275" y="864238"/>
                      </a:cubicBezTo>
                      <a:cubicBezTo>
                        <a:pt x="3456508" y="859476"/>
                        <a:pt x="3424883" y="860810"/>
                        <a:pt x="3399546" y="848618"/>
                      </a:cubicBezTo>
                      <a:cubicBezTo>
                        <a:pt x="3372495" y="835663"/>
                        <a:pt x="3346776" y="829757"/>
                        <a:pt x="3318771" y="833757"/>
                      </a:cubicBezTo>
                      <a:cubicBezTo>
                        <a:pt x="3309437" y="835091"/>
                        <a:pt x="3297434" y="843093"/>
                        <a:pt x="3293244" y="851284"/>
                      </a:cubicBezTo>
                      <a:cubicBezTo>
                        <a:pt x="3283908" y="869572"/>
                        <a:pt x="3271145" y="872812"/>
                        <a:pt x="3253809" y="866524"/>
                      </a:cubicBezTo>
                      <a:cubicBezTo>
                        <a:pt x="3238758" y="861190"/>
                        <a:pt x="3220280" y="858524"/>
                        <a:pt x="3209993" y="848235"/>
                      </a:cubicBezTo>
                      <a:cubicBezTo>
                        <a:pt x="3180844" y="819089"/>
                        <a:pt x="3143695" y="818136"/>
                        <a:pt x="3107500" y="810326"/>
                      </a:cubicBezTo>
                      <a:cubicBezTo>
                        <a:pt x="3085403" y="805562"/>
                        <a:pt x="3064827" y="805372"/>
                        <a:pt x="3042728" y="808610"/>
                      </a:cubicBezTo>
                      <a:cubicBezTo>
                        <a:pt x="2994722" y="815850"/>
                        <a:pt x="2948047" y="805562"/>
                        <a:pt x="2901943" y="792418"/>
                      </a:cubicBezTo>
                      <a:cubicBezTo>
                        <a:pt x="2871462" y="783655"/>
                        <a:pt x="2840219" y="778321"/>
                        <a:pt x="2809930" y="769367"/>
                      </a:cubicBezTo>
                      <a:cubicBezTo>
                        <a:pt x="2787259" y="762509"/>
                        <a:pt x="2764590" y="754316"/>
                        <a:pt x="2743826" y="743268"/>
                      </a:cubicBezTo>
                      <a:cubicBezTo>
                        <a:pt x="2713723" y="727073"/>
                        <a:pt x="2687436" y="702689"/>
                        <a:pt x="2649143" y="709167"/>
                      </a:cubicBezTo>
                      <a:cubicBezTo>
                        <a:pt x="2615421" y="714881"/>
                        <a:pt x="2584942" y="702881"/>
                        <a:pt x="2554079" y="691450"/>
                      </a:cubicBezTo>
                      <a:cubicBezTo>
                        <a:pt x="2531409" y="683068"/>
                        <a:pt x="2508742" y="674494"/>
                        <a:pt x="2485307" y="669160"/>
                      </a:cubicBezTo>
                      <a:cubicBezTo>
                        <a:pt x="2457492" y="662873"/>
                        <a:pt x="2426059" y="665541"/>
                        <a:pt x="2401292" y="653919"/>
                      </a:cubicBezTo>
                      <a:cubicBezTo>
                        <a:pt x="2375383" y="641727"/>
                        <a:pt x="2353859" y="649919"/>
                        <a:pt x="2330806" y="653349"/>
                      </a:cubicBezTo>
                      <a:cubicBezTo>
                        <a:pt x="2294039" y="658683"/>
                        <a:pt x="2257459" y="668590"/>
                        <a:pt x="2220312" y="656015"/>
                      </a:cubicBezTo>
                      <a:cubicBezTo>
                        <a:pt x="2175163" y="640775"/>
                        <a:pt x="2130393" y="624392"/>
                        <a:pt x="2085054" y="609914"/>
                      </a:cubicBezTo>
                      <a:cubicBezTo>
                        <a:pt x="2067525" y="604387"/>
                        <a:pt x="2048668" y="602101"/>
                        <a:pt x="2030378" y="599625"/>
                      </a:cubicBezTo>
                      <a:cubicBezTo>
                        <a:pt x="2013043" y="597529"/>
                        <a:pt x="1992279" y="602863"/>
                        <a:pt x="1978940" y="594863"/>
                      </a:cubicBezTo>
                      <a:cubicBezTo>
                        <a:pt x="1944649" y="574288"/>
                        <a:pt x="1909408" y="564192"/>
                        <a:pt x="1869780" y="564192"/>
                      </a:cubicBezTo>
                      <a:cubicBezTo>
                        <a:pt x="1854920" y="564192"/>
                        <a:pt x="1840441" y="555618"/>
                        <a:pt x="1825393" y="554094"/>
                      </a:cubicBezTo>
                      <a:cubicBezTo>
                        <a:pt x="1804816" y="552190"/>
                        <a:pt x="1781194" y="547045"/>
                        <a:pt x="1763287" y="554286"/>
                      </a:cubicBezTo>
                      <a:cubicBezTo>
                        <a:pt x="1721185" y="571430"/>
                        <a:pt x="1687086" y="557142"/>
                        <a:pt x="1650317" y="540187"/>
                      </a:cubicBezTo>
                      <a:cubicBezTo>
                        <a:pt x="1614120" y="523423"/>
                        <a:pt x="1576019" y="510088"/>
                        <a:pt x="1537537" y="499038"/>
                      </a:cubicBezTo>
                      <a:cubicBezTo>
                        <a:pt x="1523059" y="495038"/>
                        <a:pt x="1505724" y="501706"/>
                        <a:pt x="1489720" y="503038"/>
                      </a:cubicBezTo>
                      <a:cubicBezTo>
                        <a:pt x="1484004" y="503420"/>
                        <a:pt x="1477717" y="503992"/>
                        <a:pt x="1472575" y="502086"/>
                      </a:cubicBezTo>
                      <a:cubicBezTo>
                        <a:pt x="1422854" y="483797"/>
                        <a:pt x="1372368" y="469891"/>
                        <a:pt x="1318456" y="479415"/>
                      </a:cubicBezTo>
                      <a:cubicBezTo>
                        <a:pt x="1313504" y="480369"/>
                        <a:pt x="1307978" y="478273"/>
                        <a:pt x="1303024" y="476939"/>
                      </a:cubicBezTo>
                      <a:cubicBezTo>
                        <a:pt x="1278829" y="470081"/>
                        <a:pt x="1255206" y="459223"/>
                        <a:pt x="1230633" y="456746"/>
                      </a:cubicBezTo>
                      <a:cubicBezTo>
                        <a:pt x="1170051" y="450650"/>
                        <a:pt x="1109091" y="448172"/>
                        <a:pt x="1048125" y="444172"/>
                      </a:cubicBezTo>
                      <a:cubicBezTo>
                        <a:pt x="1044315" y="443982"/>
                        <a:pt x="1040315" y="443982"/>
                        <a:pt x="1036887" y="442648"/>
                      </a:cubicBezTo>
                      <a:cubicBezTo>
                        <a:pt x="1014406" y="434456"/>
                        <a:pt x="994785" y="437124"/>
                        <a:pt x="975733" y="452744"/>
                      </a:cubicBezTo>
                      <a:cubicBezTo>
                        <a:pt x="967350" y="459603"/>
                        <a:pt x="955920" y="463223"/>
                        <a:pt x="945444" y="467033"/>
                      </a:cubicBezTo>
                      <a:cubicBezTo>
                        <a:pt x="930011" y="472749"/>
                        <a:pt x="914200" y="478273"/>
                        <a:pt x="898198" y="481893"/>
                      </a:cubicBezTo>
                      <a:cubicBezTo>
                        <a:pt x="882384" y="485321"/>
                        <a:pt x="865430" y="490084"/>
                        <a:pt x="850189" y="487417"/>
                      </a:cubicBezTo>
                      <a:cubicBezTo>
                        <a:pt x="822756" y="482655"/>
                        <a:pt x="796655" y="471987"/>
                        <a:pt x="769605" y="464937"/>
                      </a:cubicBezTo>
                      <a:cubicBezTo>
                        <a:pt x="760270" y="462461"/>
                        <a:pt x="749982" y="462843"/>
                        <a:pt x="740268" y="462651"/>
                      </a:cubicBezTo>
                      <a:cubicBezTo>
                        <a:pt x="717977" y="462081"/>
                        <a:pt x="695116" y="467605"/>
                        <a:pt x="674923" y="451792"/>
                      </a:cubicBezTo>
                      <a:cubicBezTo>
                        <a:pt x="656255" y="436934"/>
                        <a:pt x="637392" y="441314"/>
                        <a:pt x="617772" y="452554"/>
                      </a:cubicBezTo>
                      <a:cubicBezTo>
                        <a:pt x="603673" y="460557"/>
                        <a:pt x="587672" y="466843"/>
                        <a:pt x="571860" y="469891"/>
                      </a:cubicBezTo>
                      <a:cubicBezTo>
                        <a:pt x="550141" y="474081"/>
                        <a:pt x="528615" y="475797"/>
                        <a:pt x="505182" y="473319"/>
                      </a:cubicBezTo>
                      <a:cubicBezTo>
                        <a:pt x="488607" y="471605"/>
                        <a:pt x="475081" y="470843"/>
                        <a:pt x="462126" y="460747"/>
                      </a:cubicBezTo>
                      <a:cubicBezTo>
                        <a:pt x="460032" y="459223"/>
                        <a:pt x="456222" y="458841"/>
                        <a:pt x="453364" y="459033"/>
                      </a:cubicBezTo>
                      <a:cubicBezTo>
                        <a:pt x="415835" y="462271"/>
                        <a:pt x="378686" y="460557"/>
                        <a:pt x="340774" y="458268"/>
                      </a:cubicBezTo>
                      <a:cubicBezTo>
                        <a:pt x="292579" y="455222"/>
                        <a:pt x="241901" y="464175"/>
                        <a:pt x="200182" y="496180"/>
                      </a:cubicBezTo>
                      <a:cubicBezTo>
                        <a:pt x="194085" y="500944"/>
                        <a:pt x="184941" y="503038"/>
                        <a:pt x="176939" y="504182"/>
                      </a:cubicBezTo>
                      <a:cubicBezTo>
                        <a:pt x="139219" y="509134"/>
                        <a:pt x="101308" y="512564"/>
                        <a:pt x="63587" y="518088"/>
                      </a:cubicBezTo>
                      <a:cubicBezTo>
                        <a:pt x="43012" y="521137"/>
                        <a:pt x="21486" y="523805"/>
                        <a:pt x="2817" y="532187"/>
                      </a:cubicBezTo>
                      <a:lnTo>
                        <a:pt x="0" y="533314"/>
                      </a:lnTo>
                      <a:close/>
                    </a:path>
                  </a:pathLst>
                </a:custGeom>
                <a:grpFill/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5" name="Group 14">
                <a:extLst>
                  <a:ext uri="{FF2B5EF4-FFF2-40B4-BE49-F238E27FC236}">
                    <a16:creationId xmlns:a16="http://schemas.microsoft.com/office/drawing/2014/main" id="{E6609F08-9B2C-4879-AC68-E3E537BED78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>
                <a:off x="3697284" y="0"/>
                <a:ext cx="884241" cy="6858001"/>
                <a:chOff x="3697284" y="-1"/>
                <a:chExt cx="884241" cy="6858001"/>
              </a:xfrm>
              <a:blipFill>
                <a:blip r:embed="rId2">
                  <a:alphaModFix amt="57000"/>
                </a:blip>
                <a:tile tx="0" ty="0" sx="100000" sy="100000" flip="none" algn="tl"/>
              </a:blipFill>
              <a:effectLst/>
            </p:grpSpPr>
            <p:sp>
              <p:nvSpPr>
                <p:cNvPr id="16" name="Freeform: Shape 15">
                  <a:extLst>
                    <a:ext uri="{FF2B5EF4-FFF2-40B4-BE49-F238E27FC236}">
                      <a16:creationId xmlns:a16="http://schemas.microsoft.com/office/drawing/2014/main" id="{6910EFC9-D70D-42FD-BCCD-AB1F710BFD43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 rot="16200000" flipH="1">
                  <a:off x="705641" y="2991642"/>
                  <a:ext cx="6858001" cy="874716"/>
                </a:xfrm>
                <a:custGeom>
                  <a:avLst/>
                  <a:gdLst>
                    <a:gd name="connsiteX0" fmla="*/ 0 w 6858001"/>
                    <a:gd name="connsiteY0" fmla="*/ 533314 h 874716"/>
                    <a:gd name="connsiteX1" fmla="*/ 0 w 6858001"/>
                    <a:gd name="connsiteY1" fmla="*/ 69206 h 874716"/>
                    <a:gd name="connsiteX2" fmla="*/ 21486 w 6858001"/>
                    <a:gd name="connsiteY2" fmla="*/ 71924 h 874716"/>
                    <a:gd name="connsiteX3" fmla="*/ 228948 w 6858001"/>
                    <a:gd name="connsiteY3" fmla="*/ 88116 h 874716"/>
                    <a:gd name="connsiteX4" fmla="*/ 313533 w 6858001"/>
                    <a:gd name="connsiteY4" fmla="*/ 62779 h 874716"/>
                    <a:gd name="connsiteX5" fmla="*/ 338870 w 6858001"/>
                    <a:gd name="connsiteY5" fmla="*/ 62207 h 874716"/>
                    <a:gd name="connsiteX6" fmla="*/ 395640 w 6858001"/>
                    <a:gd name="connsiteY6" fmla="*/ 72114 h 874716"/>
                    <a:gd name="connsiteX7" fmla="*/ 512802 w 6858001"/>
                    <a:gd name="connsiteY7" fmla="*/ 65446 h 874716"/>
                    <a:gd name="connsiteX8" fmla="*/ 556047 w 6858001"/>
                    <a:gd name="connsiteY8" fmla="*/ 55349 h 874716"/>
                    <a:gd name="connsiteX9" fmla="*/ 580050 w 6858001"/>
                    <a:gd name="connsiteY9" fmla="*/ 48871 h 874716"/>
                    <a:gd name="connsiteX10" fmla="*/ 703308 w 6858001"/>
                    <a:gd name="connsiteY10" fmla="*/ 30964 h 874716"/>
                    <a:gd name="connsiteX11" fmla="*/ 758174 w 6858001"/>
                    <a:gd name="connsiteY11" fmla="*/ 11724 h 874716"/>
                    <a:gd name="connsiteX12" fmla="*/ 773035 w 6858001"/>
                    <a:gd name="connsiteY12" fmla="*/ 8866 h 874716"/>
                    <a:gd name="connsiteX13" fmla="*/ 854379 w 6858001"/>
                    <a:gd name="connsiteY13" fmla="*/ 16866 h 874716"/>
                    <a:gd name="connsiteX14" fmla="*/ 915343 w 6858001"/>
                    <a:gd name="connsiteY14" fmla="*/ 47919 h 874716"/>
                    <a:gd name="connsiteX15" fmla="*/ 927155 w 6858001"/>
                    <a:gd name="connsiteY15" fmla="*/ 58397 h 874716"/>
                    <a:gd name="connsiteX16" fmla="*/ 1097087 w 6858001"/>
                    <a:gd name="connsiteY16" fmla="*/ 54777 h 874716"/>
                    <a:gd name="connsiteX17" fmla="*/ 1123185 w 6858001"/>
                    <a:gd name="connsiteY17" fmla="*/ 50395 h 874716"/>
                    <a:gd name="connsiteX18" fmla="*/ 1249302 w 6858001"/>
                    <a:gd name="connsiteY18" fmla="*/ 68684 h 874716"/>
                    <a:gd name="connsiteX19" fmla="*/ 1286069 w 6858001"/>
                    <a:gd name="connsiteY19" fmla="*/ 72304 h 874716"/>
                    <a:gd name="connsiteX20" fmla="*/ 1417899 w 6858001"/>
                    <a:gd name="connsiteY20" fmla="*/ 88688 h 874716"/>
                    <a:gd name="connsiteX21" fmla="*/ 1436568 w 6858001"/>
                    <a:gd name="connsiteY21" fmla="*/ 73448 h 874716"/>
                    <a:gd name="connsiteX22" fmla="*/ 1490292 w 6858001"/>
                    <a:gd name="connsiteY22" fmla="*/ 35154 h 874716"/>
                    <a:gd name="connsiteX23" fmla="*/ 1596213 w 6858001"/>
                    <a:gd name="connsiteY23" fmla="*/ 1245 h 874716"/>
                    <a:gd name="connsiteX24" fmla="*/ 1624980 w 6858001"/>
                    <a:gd name="connsiteY24" fmla="*/ 3150 h 874716"/>
                    <a:gd name="connsiteX25" fmla="*/ 1697753 w 6858001"/>
                    <a:gd name="connsiteY25" fmla="*/ 59731 h 874716"/>
                    <a:gd name="connsiteX26" fmla="*/ 1733188 w 6858001"/>
                    <a:gd name="connsiteY26" fmla="*/ 82400 h 874716"/>
                    <a:gd name="connsiteX27" fmla="*/ 1833775 w 6858001"/>
                    <a:gd name="connsiteY27" fmla="*/ 124121 h 874716"/>
                    <a:gd name="connsiteX28" fmla="*/ 1842158 w 6858001"/>
                    <a:gd name="connsiteY28" fmla="*/ 131742 h 874716"/>
                    <a:gd name="connsiteX29" fmla="*/ 1916454 w 6858001"/>
                    <a:gd name="connsiteY29" fmla="*/ 222233 h 874716"/>
                    <a:gd name="connsiteX30" fmla="*/ 1933219 w 6858001"/>
                    <a:gd name="connsiteY30" fmla="*/ 237663 h 874716"/>
                    <a:gd name="connsiteX31" fmla="*/ 1953413 w 6858001"/>
                    <a:gd name="connsiteY31" fmla="*/ 261668 h 874716"/>
                    <a:gd name="connsiteX32" fmla="*/ 2016469 w 6858001"/>
                    <a:gd name="connsiteY32" fmla="*/ 308151 h 874716"/>
                    <a:gd name="connsiteX33" fmla="*/ 2094578 w 6858001"/>
                    <a:gd name="connsiteY33" fmla="*/ 323010 h 874716"/>
                    <a:gd name="connsiteX34" fmla="*/ 2188879 w 6858001"/>
                    <a:gd name="connsiteY34" fmla="*/ 345681 h 874716"/>
                    <a:gd name="connsiteX35" fmla="*/ 2228314 w 6858001"/>
                    <a:gd name="connsiteY35" fmla="*/ 360921 h 874716"/>
                    <a:gd name="connsiteX36" fmla="*/ 2334044 w 6858001"/>
                    <a:gd name="connsiteY36" fmla="*/ 389878 h 874716"/>
                    <a:gd name="connsiteX37" fmla="*/ 2409485 w 6858001"/>
                    <a:gd name="connsiteY37" fmla="*/ 414263 h 874716"/>
                    <a:gd name="connsiteX38" fmla="*/ 2518264 w 6858001"/>
                    <a:gd name="connsiteY38" fmla="*/ 428552 h 874716"/>
                    <a:gd name="connsiteX39" fmla="*/ 2571034 w 6858001"/>
                    <a:gd name="connsiteY39" fmla="*/ 429122 h 874716"/>
                    <a:gd name="connsiteX40" fmla="*/ 2668001 w 6858001"/>
                    <a:gd name="connsiteY40" fmla="*/ 502276 h 874716"/>
                    <a:gd name="connsiteX41" fmla="*/ 2745348 w 6858001"/>
                    <a:gd name="connsiteY41" fmla="*/ 550666 h 874716"/>
                    <a:gd name="connsiteX42" fmla="*/ 2826694 w 6858001"/>
                    <a:gd name="connsiteY42" fmla="*/ 527233 h 874716"/>
                    <a:gd name="connsiteX43" fmla="*/ 2848793 w 6858001"/>
                    <a:gd name="connsiteY43" fmla="*/ 505134 h 874716"/>
                    <a:gd name="connsiteX44" fmla="*/ 2982148 w 6858001"/>
                    <a:gd name="connsiteY44" fmla="*/ 484179 h 874716"/>
                    <a:gd name="connsiteX45" fmla="*/ 3172654 w 6858001"/>
                    <a:gd name="connsiteY45" fmla="*/ 483417 h 874716"/>
                    <a:gd name="connsiteX46" fmla="*/ 3489467 w 6858001"/>
                    <a:gd name="connsiteY46" fmla="*/ 435790 h 874716"/>
                    <a:gd name="connsiteX47" fmla="*/ 3544713 w 6858001"/>
                    <a:gd name="connsiteY47" fmla="*/ 413691 h 874716"/>
                    <a:gd name="connsiteX48" fmla="*/ 3606817 w 6858001"/>
                    <a:gd name="connsiteY48" fmla="*/ 408167 h 874716"/>
                    <a:gd name="connsiteX49" fmla="*/ 3630632 w 6858001"/>
                    <a:gd name="connsiteY49" fmla="*/ 421693 h 874716"/>
                    <a:gd name="connsiteX50" fmla="*/ 3734837 w 6858001"/>
                    <a:gd name="connsiteY50" fmla="*/ 441886 h 874716"/>
                    <a:gd name="connsiteX51" fmla="*/ 3754652 w 6858001"/>
                    <a:gd name="connsiteY51" fmla="*/ 442268 h 874716"/>
                    <a:gd name="connsiteX52" fmla="*/ 3822472 w 6858001"/>
                    <a:gd name="connsiteY52" fmla="*/ 433694 h 874716"/>
                    <a:gd name="connsiteX53" fmla="*/ 3885338 w 6858001"/>
                    <a:gd name="connsiteY53" fmla="*/ 428742 h 874716"/>
                    <a:gd name="connsiteX54" fmla="*/ 4043839 w 6858001"/>
                    <a:gd name="connsiteY54" fmla="*/ 444934 h 874716"/>
                    <a:gd name="connsiteX55" fmla="*/ 4165383 w 6858001"/>
                    <a:gd name="connsiteY55" fmla="*/ 441124 h 874716"/>
                    <a:gd name="connsiteX56" fmla="*/ 4221391 w 6858001"/>
                    <a:gd name="connsiteY56" fmla="*/ 444934 h 874716"/>
                    <a:gd name="connsiteX57" fmla="*/ 4253014 w 6858001"/>
                    <a:gd name="connsiteY57" fmla="*/ 450650 h 874716"/>
                    <a:gd name="connsiteX58" fmla="*/ 4324645 w 6858001"/>
                    <a:gd name="connsiteY58" fmla="*/ 490466 h 874716"/>
                    <a:gd name="connsiteX59" fmla="*/ 4363890 w 6858001"/>
                    <a:gd name="connsiteY59" fmla="*/ 499420 h 874716"/>
                    <a:gd name="connsiteX60" fmla="*/ 4482004 w 6858001"/>
                    <a:gd name="connsiteY60" fmla="*/ 498658 h 874716"/>
                    <a:gd name="connsiteX61" fmla="*/ 4659174 w 6858001"/>
                    <a:gd name="connsiteY61" fmla="*/ 438648 h 874716"/>
                    <a:gd name="connsiteX62" fmla="*/ 4677655 w 6858001"/>
                    <a:gd name="connsiteY62" fmla="*/ 430646 h 874716"/>
                    <a:gd name="connsiteX63" fmla="*/ 4767764 w 6858001"/>
                    <a:gd name="connsiteY63" fmla="*/ 420739 h 874716"/>
                    <a:gd name="connsiteX64" fmla="*/ 4828916 w 6858001"/>
                    <a:gd name="connsiteY64" fmla="*/ 434266 h 874716"/>
                    <a:gd name="connsiteX65" fmla="*/ 4912168 w 6858001"/>
                    <a:gd name="connsiteY65" fmla="*/ 462271 h 874716"/>
                    <a:gd name="connsiteX66" fmla="*/ 4987037 w 6858001"/>
                    <a:gd name="connsiteY66" fmla="*/ 485703 h 874716"/>
                    <a:gd name="connsiteX67" fmla="*/ 5041521 w 6858001"/>
                    <a:gd name="connsiteY67" fmla="*/ 512182 h 874716"/>
                    <a:gd name="connsiteX68" fmla="*/ 5166113 w 6858001"/>
                    <a:gd name="connsiteY68" fmla="*/ 531615 h 874716"/>
                    <a:gd name="connsiteX69" fmla="*/ 5179067 w 6858001"/>
                    <a:gd name="connsiteY69" fmla="*/ 534853 h 874716"/>
                    <a:gd name="connsiteX70" fmla="*/ 5272796 w 6858001"/>
                    <a:gd name="connsiteY70" fmla="*/ 511230 h 874716"/>
                    <a:gd name="connsiteX71" fmla="*/ 5385384 w 6858001"/>
                    <a:gd name="connsiteY71" fmla="*/ 487227 h 874716"/>
                    <a:gd name="connsiteX72" fmla="*/ 5425582 w 6858001"/>
                    <a:gd name="connsiteY72" fmla="*/ 495418 h 874716"/>
                    <a:gd name="connsiteX73" fmla="*/ 5480637 w 6858001"/>
                    <a:gd name="connsiteY73" fmla="*/ 507040 h 874716"/>
                    <a:gd name="connsiteX74" fmla="*/ 5531693 w 6858001"/>
                    <a:gd name="connsiteY74" fmla="*/ 500944 h 874716"/>
                    <a:gd name="connsiteX75" fmla="*/ 5562746 w 6858001"/>
                    <a:gd name="connsiteY75" fmla="*/ 500372 h 874716"/>
                    <a:gd name="connsiteX76" fmla="*/ 5704483 w 6858001"/>
                    <a:gd name="connsiteY76" fmla="*/ 571620 h 874716"/>
                    <a:gd name="connsiteX77" fmla="*/ 5740488 w 6858001"/>
                    <a:gd name="connsiteY77" fmla="*/ 577526 h 874716"/>
                    <a:gd name="connsiteX78" fmla="*/ 5760873 w 6858001"/>
                    <a:gd name="connsiteY78" fmla="*/ 586291 h 874716"/>
                    <a:gd name="connsiteX79" fmla="*/ 5883751 w 6858001"/>
                    <a:gd name="connsiteY79" fmla="*/ 674686 h 874716"/>
                    <a:gd name="connsiteX80" fmla="*/ 5935949 w 6858001"/>
                    <a:gd name="connsiteY80" fmla="*/ 692592 h 874716"/>
                    <a:gd name="connsiteX81" fmla="*/ 5993291 w 6858001"/>
                    <a:gd name="connsiteY81" fmla="*/ 688972 h 874716"/>
                    <a:gd name="connsiteX82" fmla="*/ 6026440 w 6858001"/>
                    <a:gd name="connsiteY82" fmla="*/ 682496 h 874716"/>
                    <a:gd name="connsiteX83" fmla="*/ 6108738 w 6858001"/>
                    <a:gd name="connsiteY83" fmla="*/ 626296 h 874716"/>
                    <a:gd name="connsiteX84" fmla="*/ 6155602 w 6858001"/>
                    <a:gd name="connsiteY84" fmla="*/ 628202 h 874716"/>
                    <a:gd name="connsiteX85" fmla="*/ 6228756 w 6858001"/>
                    <a:gd name="connsiteY85" fmla="*/ 666873 h 874716"/>
                    <a:gd name="connsiteX86" fmla="*/ 6361539 w 6858001"/>
                    <a:gd name="connsiteY86" fmla="*/ 684210 h 874716"/>
                    <a:gd name="connsiteX87" fmla="*/ 6428979 w 6858001"/>
                    <a:gd name="connsiteY87" fmla="*/ 630106 h 874716"/>
                    <a:gd name="connsiteX88" fmla="*/ 6463840 w 6858001"/>
                    <a:gd name="connsiteY88" fmla="*/ 578098 h 874716"/>
                    <a:gd name="connsiteX89" fmla="*/ 6564620 w 6858001"/>
                    <a:gd name="connsiteY89" fmla="*/ 517708 h 874716"/>
                    <a:gd name="connsiteX90" fmla="*/ 6588625 w 6858001"/>
                    <a:gd name="connsiteY90" fmla="*/ 540187 h 874716"/>
                    <a:gd name="connsiteX91" fmla="*/ 6662541 w 6858001"/>
                    <a:gd name="connsiteY91" fmla="*/ 549714 h 874716"/>
                    <a:gd name="connsiteX92" fmla="*/ 6742552 w 6858001"/>
                    <a:gd name="connsiteY92" fmla="*/ 548952 h 874716"/>
                    <a:gd name="connsiteX93" fmla="*/ 6812063 w 6858001"/>
                    <a:gd name="connsiteY93" fmla="*/ 568430 h 874716"/>
                    <a:gd name="connsiteX94" fmla="*/ 6858001 w 6858001"/>
                    <a:gd name="connsiteY94" fmla="*/ 562267 h 874716"/>
                    <a:gd name="connsiteX95" fmla="*/ 6858001 w 6858001"/>
                    <a:gd name="connsiteY95" fmla="*/ 734520 h 874716"/>
                    <a:gd name="connsiteX96" fmla="*/ 6815516 w 6858001"/>
                    <a:gd name="connsiteY96" fmla="*/ 744220 h 874716"/>
                    <a:gd name="connsiteX97" fmla="*/ 6748458 w 6858001"/>
                    <a:gd name="connsiteY97" fmla="*/ 763271 h 874716"/>
                    <a:gd name="connsiteX98" fmla="*/ 6584812 w 6858001"/>
                    <a:gd name="connsiteY98" fmla="*/ 784797 h 874716"/>
                    <a:gd name="connsiteX99" fmla="*/ 6415833 w 6858001"/>
                    <a:gd name="connsiteY99" fmla="*/ 805562 h 874716"/>
                    <a:gd name="connsiteX100" fmla="*/ 6323058 w 6858001"/>
                    <a:gd name="connsiteY100" fmla="*/ 812420 h 874716"/>
                    <a:gd name="connsiteX101" fmla="*/ 6242093 w 6858001"/>
                    <a:gd name="connsiteY101" fmla="*/ 823281 h 874716"/>
                    <a:gd name="connsiteX102" fmla="*/ 6171605 w 6858001"/>
                    <a:gd name="connsiteY102" fmla="*/ 830139 h 874716"/>
                    <a:gd name="connsiteX103" fmla="*/ 6059397 w 6858001"/>
                    <a:gd name="connsiteY103" fmla="*/ 844045 h 874716"/>
                    <a:gd name="connsiteX104" fmla="*/ 6012723 w 6858001"/>
                    <a:gd name="connsiteY104" fmla="*/ 847665 h 874716"/>
                    <a:gd name="connsiteX105" fmla="*/ 5902610 w 6858001"/>
                    <a:gd name="connsiteY105" fmla="*/ 847473 h 874716"/>
                    <a:gd name="connsiteX106" fmla="*/ 5864318 w 6858001"/>
                    <a:gd name="connsiteY106" fmla="*/ 845569 h 874716"/>
                    <a:gd name="connsiteX107" fmla="*/ 5790592 w 6858001"/>
                    <a:gd name="connsiteY107" fmla="*/ 821947 h 874716"/>
                    <a:gd name="connsiteX108" fmla="*/ 5781830 w 6858001"/>
                    <a:gd name="connsiteY108" fmla="*/ 820233 h 874716"/>
                    <a:gd name="connsiteX109" fmla="*/ 5733440 w 6858001"/>
                    <a:gd name="connsiteY109" fmla="*/ 810896 h 874716"/>
                    <a:gd name="connsiteX110" fmla="*/ 5706959 w 6858001"/>
                    <a:gd name="connsiteY110" fmla="*/ 807848 h 874716"/>
                    <a:gd name="connsiteX111" fmla="*/ 5606372 w 6858001"/>
                    <a:gd name="connsiteY111" fmla="*/ 788417 h 874716"/>
                    <a:gd name="connsiteX112" fmla="*/ 5548460 w 6858001"/>
                    <a:gd name="connsiteY112" fmla="*/ 779273 h 874716"/>
                    <a:gd name="connsiteX113" fmla="*/ 5501594 w 6858001"/>
                    <a:gd name="connsiteY113" fmla="*/ 780607 h 874716"/>
                    <a:gd name="connsiteX114" fmla="*/ 5419295 w 6858001"/>
                    <a:gd name="connsiteY114" fmla="*/ 782321 h 874716"/>
                    <a:gd name="connsiteX115" fmla="*/ 5393005 w 6858001"/>
                    <a:gd name="connsiteY115" fmla="*/ 786703 h 874716"/>
                    <a:gd name="connsiteX116" fmla="*/ 5274129 w 6858001"/>
                    <a:gd name="connsiteY116" fmla="*/ 774129 h 874716"/>
                    <a:gd name="connsiteX117" fmla="*/ 5206308 w 6858001"/>
                    <a:gd name="connsiteY117" fmla="*/ 773177 h 874716"/>
                    <a:gd name="connsiteX118" fmla="*/ 5129916 w 6858001"/>
                    <a:gd name="connsiteY118" fmla="*/ 757554 h 874716"/>
                    <a:gd name="connsiteX119" fmla="*/ 5107627 w 6858001"/>
                    <a:gd name="connsiteY119" fmla="*/ 758316 h 874716"/>
                    <a:gd name="connsiteX120" fmla="*/ 5082670 w 6858001"/>
                    <a:gd name="connsiteY120" fmla="*/ 759651 h 874716"/>
                    <a:gd name="connsiteX121" fmla="*/ 5006086 w 6858001"/>
                    <a:gd name="connsiteY121" fmla="*/ 760795 h 874716"/>
                    <a:gd name="connsiteX122" fmla="*/ 4959602 w 6858001"/>
                    <a:gd name="connsiteY122" fmla="*/ 766509 h 874716"/>
                    <a:gd name="connsiteX123" fmla="*/ 4871019 w 6858001"/>
                    <a:gd name="connsiteY123" fmla="*/ 763081 h 874716"/>
                    <a:gd name="connsiteX124" fmla="*/ 4838250 w 6858001"/>
                    <a:gd name="connsiteY124" fmla="*/ 768033 h 874716"/>
                    <a:gd name="connsiteX125" fmla="*/ 4755381 w 6858001"/>
                    <a:gd name="connsiteY125" fmla="*/ 768605 h 874716"/>
                    <a:gd name="connsiteX126" fmla="*/ 4681083 w 6858001"/>
                    <a:gd name="connsiteY126" fmla="*/ 765747 h 874716"/>
                    <a:gd name="connsiteX127" fmla="*/ 4609452 w 6858001"/>
                    <a:gd name="connsiteY127" fmla="*/ 767271 h 874716"/>
                    <a:gd name="connsiteX128" fmla="*/ 4558207 w 6858001"/>
                    <a:gd name="connsiteY128" fmla="*/ 773557 h 874716"/>
                    <a:gd name="connsiteX129" fmla="*/ 4502579 w 6858001"/>
                    <a:gd name="connsiteY129" fmla="*/ 777367 h 874716"/>
                    <a:gd name="connsiteX130" fmla="*/ 4349222 w 6858001"/>
                    <a:gd name="connsiteY130" fmla="*/ 800038 h 874716"/>
                    <a:gd name="connsiteX131" fmla="*/ 4320837 w 6858001"/>
                    <a:gd name="connsiteY131" fmla="*/ 794514 h 874716"/>
                    <a:gd name="connsiteX132" fmla="*/ 4159667 w 6858001"/>
                    <a:gd name="connsiteY132" fmla="*/ 789370 h 874716"/>
                    <a:gd name="connsiteX133" fmla="*/ 4124614 w 6858001"/>
                    <a:gd name="connsiteY133" fmla="*/ 789752 h 874716"/>
                    <a:gd name="connsiteX134" fmla="*/ 4030503 w 6858001"/>
                    <a:gd name="connsiteY134" fmla="*/ 767271 h 874716"/>
                    <a:gd name="connsiteX135" fmla="*/ 3885338 w 6858001"/>
                    <a:gd name="connsiteY135" fmla="*/ 802896 h 874716"/>
                    <a:gd name="connsiteX136" fmla="*/ 3749506 w 6858001"/>
                    <a:gd name="connsiteY136" fmla="*/ 847473 h 874716"/>
                    <a:gd name="connsiteX137" fmla="*/ 3732361 w 6858001"/>
                    <a:gd name="connsiteY137" fmla="*/ 853190 h 874716"/>
                    <a:gd name="connsiteX138" fmla="*/ 3683591 w 6858001"/>
                    <a:gd name="connsiteY138" fmla="*/ 862906 h 874716"/>
                    <a:gd name="connsiteX139" fmla="*/ 3623201 w 6858001"/>
                    <a:gd name="connsiteY139" fmla="*/ 866334 h 874716"/>
                    <a:gd name="connsiteX140" fmla="*/ 3546617 w 6858001"/>
                    <a:gd name="connsiteY140" fmla="*/ 874716 h 874716"/>
                    <a:gd name="connsiteX141" fmla="*/ 3485275 w 6858001"/>
                    <a:gd name="connsiteY141" fmla="*/ 864238 h 874716"/>
                    <a:gd name="connsiteX142" fmla="*/ 3399546 w 6858001"/>
                    <a:gd name="connsiteY142" fmla="*/ 848618 h 874716"/>
                    <a:gd name="connsiteX143" fmla="*/ 3318771 w 6858001"/>
                    <a:gd name="connsiteY143" fmla="*/ 833757 h 874716"/>
                    <a:gd name="connsiteX144" fmla="*/ 3293244 w 6858001"/>
                    <a:gd name="connsiteY144" fmla="*/ 851284 h 874716"/>
                    <a:gd name="connsiteX145" fmla="*/ 3253809 w 6858001"/>
                    <a:gd name="connsiteY145" fmla="*/ 866524 h 874716"/>
                    <a:gd name="connsiteX146" fmla="*/ 3209993 w 6858001"/>
                    <a:gd name="connsiteY146" fmla="*/ 848235 h 874716"/>
                    <a:gd name="connsiteX147" fmla="*/ 3107500 w 6858001"/>
                    <a:gd name="connsiteY147" fmla="*/ 810326 h 874716"/>
                    <a:gd name="connsiteX148" fmla="*/ 3042728 w 6858001"/>
                    <a:gd name="connsiteY148" fmla="*/ 808610 h 874716"/>
                    <a:gd name="connsiteX149" fmla="*/ 2901943 w 6858001"/>
                    <a:gd name="connsiteY149" fmla="*/ 792418 h 874716"/>
                    <a:gd name="connsiteX150" fmla="*/ 2809930 w 6858001"/>
                    <a:gd name="connsiteY150" fmla="*/ 769367 h 874716"/>
                    <a:gd name="connsiteX151" fmla="*/ 2743826 w 6858001"/>
                    <a:gd name="connsiteY151" fmla="*/ 743268 h 874716"/>
                    <a:gd name="connsiteX152" fmla="*/ 2649143 w 6858001"/>
                    <a:gd name="connsiteY152" fmla="*/ 709167 h 874716"/>
                    <a:gd name="connsiteX153" fmla="*/ 2554079 w 6858001"/>
                    <a:gd name="connsiteY153" fmla="*/ 691450 h 874716"/>
                    <a:gd name="connsiteX154" fmla="*/ 2485307 w 6858001"/>
                    <a:gd name="connsiteY154" fmla="*/ 669160 h 874716"/>
                    <a:gd name="connsiteX155" fmla="*/ 2401292 w 6858001"/>
                    <a:gd name="connsiteY155" fmla="*/ 653919 h 874716"/>
                    <a:gd name="connsiteX156" fmla="*/ 2330806 w 6858001"/>
                    <a:gd name="connsiteY156" fmla="*/ 653349 h 874716"/>
                    <a:gd name="connsiteX157" fmla="*/ 2220312 w 6858001"/>
                    <a:gd name="connsiteY157" fmla="*/ 656015 h 874716"/>
                    <a:gd name="connsiteX158" fmla="*/ 2085054 w 6858001"/>
                    <a:gd name="connsiteY158" fmla="*/ 609914 h 874716"/>
                    <a:gd name="connsiteX159" fmla="*/ 2030378 w 6858001"/>
                    <a:gd name="connsiteY159" fmla="*/ 599625 h 874716"/>
                    <a:gd name="connsiteX160" fmla="*/ 1978940 w 6858001"/>
                    <a:gd name="connsiteY160" fmla="*/ 594863 h 874716"/>
                    <a:gd name="connsiteX161" fmla="*/ 1869780 w 6858001"/>
                    <a:gd name="connsiteY161" fmla="*/ 564192 h 874716"/>
                    <a:gd name="connsiteX162" fmla="*/ 1825393 w 6858001"/>
                    <a:gd name="connsiteY162" fmla="*/ 554094 h 874716"/>
                    <a:gd name="connsiteX163" fmla="*/ 1763287 w 6858001"/>
                    <a:gd name="connsiteY163" fmla="*/ 554286 h 874716"/>
                    <a:gd name="connsiteX164" fmla="*/ 1650317 w 6858001"/>
                    <a:gd name="connsiteY164" fmla="*/ 540187 h 874716"/>
                    <a:gd name="connsiteX165" fmla="*/ 1537537 w 6858001"/>
                    <a:gd name="connsiteY165" fmla="*/ 499038 h 874716"/>
                    <a:gd name="connsiteX166" fmla="*/ 1489720 w 6858001"/>
                    <a:gd name="connsiteY166" fmla="*/ 503038 h 874716"/>
                    <a:gd name="connsiteX167" fmla="*/ 1472575 w 6858001"/>
                    <a:gd name="connsiteY167" fmla="*/ 502086 h 874716"/>
                    <a:gd name="connsiteX168" fmla="*/ 1318456 w 6858001"/>
                    <a:gd name="connsiteY168" fmla="*/ 479415 h 874716"/>
                    <a:gd name="connsiteX169" fmla="*/ 1303024 w 6858001"/>
                    <a:gd name="connsiteY169" fmla="*/ 476939 h 874716"/>
                    <a:gd name="connsiteX170" fmla="*/ 1230633 w 6858001"/>
                    <a:gd name="connsiteY170" fmla="*/ 456746 h 874716"/>
                    <a:gd name="connsiteX171" fmla="*/ 1048125 w 6858001"/>
                    <a:gd name="connsiteY171" fmla="*/ 444172 h 874716"/>
                    <a:gd name="connsiteX172" fmla="*/ 1036887 w 6858001"/>
                    <a:gd name="connsiteY172" fmla="*/ 442648 h 874716"/>
                    <a:gd name="connsiteX173" fmla="*/ 975733 w 6858001"/>
                    <a:gd name="connsiteY173" fmla="*/ 452744 h 874716"/>
                    <a:gd name="connsiteX174" fmla="*/ 945444 w 6858001"/>
                    <a:gd name="connsiteY174" fmla="*/ 467033 h 874716"/>
                    <a:gd name="connsiteX175" fmla="*/ 898198 w 6858001"/>
                    <a:gd name="connsiteY175" fmla="*/ 481893 h 874716"/>
                    <a:gd name="connsiteX176" fmla="*/ 850189 w 6858001"/>
                    <a:gd name="connsiteY176" fmla="*/ 487417 h 874716"/>
                    <a:gd name="connsiteX177" fmla="*/ 769605 w 6858001"/>
                    <a:gd name="connsiteY177" fmla="*/ 464937 h 874716"/>
                    <a:gd name="connsiteX178" fmla="*/ 740268 w 6858001"/>
                    <a:gd name="connsiteY178" fmla="*/ 462651 h 874716"/>
                    <a:gd name="connsiteX179" fmla="*/ 674923 w 6858001"/>
                    <a:gd name="connsiteY179" fmla="*/ 451792 h 874716"/>
                    <a:gd name="connsiteX180" fmla="*/ 617772 w 6858001"/>
                    <a:gd name="connsiteY180" fmla="*/ 452554 h 874716"/>
                    <a:gd name="connsiteX181" fmla="*/ 571860 w 6858001"/>
                    <a:gd name="connsiteY181" fmla="*/ 469891 h 874716"/>
                    <a:gd name="connsiteX182" fmla="*/ 505182 w 6858001"/>
                    <a:gd name="connsiteY182" fmla="*/ 473319 h 874716"/>
                    <a:gd name="connsiteX183" fmla="*/ 462126 w 6858001"/>
                    <a:gd name="connsiteY183" fmla="*/ 460747 h 874716"/>
                    <a:gd name="connsiteX184" fmla="*/ 453364 w 6858001"/>
                    <a:gd name="connsiteY184" fmla="*/ 459033 h 874716"/>
                    <a:gd name="connsiteX185" fmla="*/ 340774 w 6858001"/>
                    <a:gd name="connsiteY185" fmla="*/ 458268 h 874716"/>
                    <a:gd name="connsiteX186" fmla="*/ 200182 w 6858001"/>
                    <a:gd name="connsiteY186" fmla="*/ 496180 h 874716"/>
                    <a:gd name="connsiteX187" fmla="*/ 176939 w 6858001"/>
                    <a:gd name="connsiteY187" fmla="*/ 504182 h 874716"/>
                    <a:gd name="connsiteX188" fmla="*/ 63587 w 6858001"/>
                    <a:gd name="connsiteY188" fmla="*/ 518088 h 874716"/>
                    <a:gd name="connsiteX189" fmla="*/ 2817 w 6858001"/>
                    <a:gd name="connsiteY189" fmla="*/ 532187 h 874716"/>
                    <a:gd name="connsiteX190" fmla="*/ 0 w 6858001"/>
                    <a:gd name="connsiteY190" fmla="*/ 533314 h 87471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  <a:cxn ang="0">
                      <a:pos x="connsiteX154" y="connsiteY154"/>
                    </a:cxn>
                    <a:cxn ang="0">
                      <a:pos x="connsiteX155" y="connsiteY155"/>
                    </a:cxn>
                    <a:cxn ang="0">
                      <a:pos x="connsiteX156" y="connsiteY156"/>
                    </a:cxn>
                    <a:cxn ang="0">
                      <a:pos x="connsiteX157" y="connsiteY157"/>
                    </a:cxn>
                    <a:cxn ang="0">
                      <a:pos x="connsiteX158" y="connsiteY158"/>
                    </a:cxn>
                    <a:cxn ang="0">
                      <a:pos x="connsiteX159" y="connsiteY159"/>
                    </a:cxn>
                    <a:cxn ang="0">
                      <a:pos x="connsiteX160" y="connsiteY160"/>
                    </a:cxn>
                    <a:cxn ang="0">
                      <a:pos x="connsiteX161" y="connsiteY161"/>
                    </a:cxn>
                    <a:cxn ang="0">
                      <a:pos x="connsiteX162" y="connsiteY162"/>
                    </a:cxn>
                    <a:cxn ang="0">
                      <a:pos x="connsiteX163" y="connsiteY163"/>
                    </a:cxn>
                    <a:cxn ang="0">
                      <a:pos x="connsiteX164" y="connsiteY164"/>
                    </a:cxn>
                    <a:cxn ang="0">
                      <a:pos x="connsiteX165" y="connsiteY165"/>
                    </a:cxn>
                    <a:cxn ang="0">
                      <a:pos x="connsiteX166" y="connsiteY166"/>
                    </a:cxn>
                    <a:cxn ang="0">
                      <a:pos x="connsiteX167" y="connsiteY167"/>
                    </a:cxn>
                    <a:cxn ang="0">
                      <a:pos x="connsiteX168" y="connsiteY168"/>
                    </a:cxn>
                    <a:cxn ang="0">
                      <a:pos x="connsiteX169" y="connsiteY169"/>
                    </a:cxn>
                    <a:cxn ang="0">
                      <a:pos x="connsiteX170" y="connsiteY170"/>
                    </a:cxn>
                    <a:cxn ang="0">
                      <a:pos x="connsiteX171" y="connsiteY171"/>
                    </a:cxn>
                    <a:cxn ang="0">
                      <a:pos x="connsiteX172" y="connsiteY172"/>
                    </a:cxn>
                    <a:cxn ang="0">
                      <a:pos x="connsiteX173" y="connsiteY173"/>
                    </a:cxn>
                    <a:cxn ang="0">
                      <a:pos x="connsiteX174" y="connsiteY174"/>
                    </a:cxn>
                    <a:cxn ang="0">
                      <a:pos x="connsiteX175" y="connsiteY175"/>
                    </a:cxn>
                    <a:cxn ang="0">
                      <a:pos x="connsiteX176" y="connsiteY176"/>
                    </a:cxn>
                    <a:cxn ang="0">
                      <a:pos x="connsiteX177" y="connsiteY177"/>
                    </a:cxn>
                    <a:cxn ang="0">
                      <a:pos x="connsiteX178" y="connsiteY178"/>
                    </a:cxn>
                    <a:cxn ang="0">
                      <a:pos x="connsiteX179" y="connsiteY179"/>
                    </a:cxn>
                    <a:cxn ang="0">
                      <a:pos x="connsiteX180" y="connsiteY180"/>
                    </a:cxn>
                    <a:cxn ang="0">
                      <a:pos x="connsiteX181" y="connsiteY181"/>
                    </a:cxn>
                    <a:cxn ang="0">
                      <a:pos x="connsiteX182" y="connsiteY182"/>
                    </a:cxn>
                    <a:cxn ang="0">
                      <a:pos x="connsiteX183" y="connsiteY183"/>
                    </a:cxn>
                    <a:cxn ang="0">
                      <a:pos x="connsiteX184" y="connsiteY184"/>
                    </a:cxn>
                    <a:cxn ang="0">
                      <a:pos x="connsiteX185" y="connsiteY185"/>
                    </a:cxn>
                    <a:cxn ang="0">
                      <a:pos x="connsiteX186" y="connsiteY186"/>
                    </a:cxn>
                    <a:cxn ang="0">
                      <a:pos x="connsiteX187" y="connsiteY187"/>
                    </a:cxn>
                    <a:cxn ang="0">
                      <a:pos x="connsiteX188" y="connsiteY188"/>
                    </a:cxn>
                    <a:cxn ang="0">
                      <a:pos x="connsiteX189" y="connsiteY189"/>
                    </a:cxn>
                    <a:cxn ang="0">
                      <a:pos x="connsiteX190" y="connsiteY190"/>
                    </a:cxn>
                  </a:cxnLst>
                  <a:rect l="l" t="t" r="r" b="b"/>
                  <a:pathLst>
                    <a:path w="6858001" h="874716">
                      <a:moveTo>
                        <a:pt x="0" y="533314"/>
                      </a:moveTo>
                      <a:lnTo>
                        <a:pt x="0" y="69206"/>
                      </a:lnTo>
                      <a:lnTo>
                        <a:pt x="21486" y="71924"/>
                      </a:lnTo>
                      <a:cubicBezTo>
                        <a:pt x="92546" y="60493"/>
                        <a:pt x="159604" y="87354"/>
                        <a:pt x="228948" y="88116"/>
                      </a:cubicBezTo>
                      <a:cubicBezTo>
                        <a:pt x="260382" y="88496"/>
                        <a:pt x="291435" y="94592"/>
                        <a:pt x="313533" y="62779"/>
                      </a:cubicBezTo>
                      <a:cubicBezTo>
                        <a:pt x="316389" y="58587"/>
                        <a:pt x="330298" y="60873"/>
                        <a:pt x="338870" y="62207"/>
                      </a:cubicBezTo>
                      <a:cubicBezTo>
                        <a:pt x="357921" y="65066"/>
                        <a:pt x="376781" y="72304"/>
                        <a:pt x="395640" y="72114"/>
                      </a:cubicBezTo>
                      <a:cubicBezTo>
                        <a:pt x="434695" y="71924"/>
                        <a:pt x="473939" y="68876"/>
                        <a:pt x="512802" y="65446"/>
                      </a:cubicBezTo>
                      <a:cubicBezTo>
                        <a:pt x="527470" y="64112"/>
                        <a:pt x="541569" y="58969"/>
                        <a:pt x="556047" y="55349"/>
                      </a:cubicBezTo>
                      <a:cubicBezTo>
                        <a:pt x="564048" y="53253"/>
                        <a:pt x="572622" y="47729"/>
                        <a:pt x="580050" y="48871"/>
                      </a:cubicBezTo>
                      <a:cubicBezTo>
                        <a:pt x="623106" y="55539"/>
                        <a:pt x="662541" y="39157"/>
                        <a:pt x="703308" y="30964"/>
                      </a:cubicBezTo>
                      <a:cubicBezTo>
                        <a:pt x="722169" y="27154"/>
                        <a:pt x="739886" y="18010"/>
                        <a:pt x="758174" y="11724"/>
                      </a:cubicBezTo>
                      <a:cubicBezTo>
                        <a:pt x="762936" y="10008"/>
                        <a:pt x="768271" y="8484"/>
                        <a:pt x="773035" y="8866"/>
                      </a:cubicBezTo>
                      <a:cubicBezTo>
                        <a:pt x="800276" y="11152"/>
                        <a:pt x="827329" y="14390"/>
                        <a:pt x="854379" y="16866"/>
                      </a:cubicBezTo>
                      <a:cubicBezTo>
                        <a:pt x="878956" y="19152"/>
                        <a:pt x="903722" y="19914"/>
                        <a:pt x="915343" y="47919"/>
                      </a:cubicBezTo>
                      <a:cubicBezTo>
                        <a:pt x="917059" y="52301"/>
                        <a:pt x="922773" y="55539"/>
                        <a:pt x="927155" y="58397"/>
                      </a:cubicBezTo>
                      <a:cubicBezTo>
                        <a:pt x="994785" y="102405"/>
                        <a:pt x="1030980" y="101261"/>
                        <a:pt x="1097087" y="54777"/>
                      </a:cubicBezTo>
                      <a:cubicBezTo>
                        <a:pt x="1103945" y="50015"/>
                        <a:pt x="1118613" y="46585"/>
                        <a:pt x="1123185" y="50395"/>
                      </a:cubicBezTo>
                      <a:cubicBezTo>
                        <a:pt x="1162049" y="82020"/>
                        <a:pt x="1204532" y="78590"/>
                        <a:pt x="1249302" y="68684"/>
                      </a:cubicBezTo>
                      <a:cubicBezTo>
                        <a:pt x="1260922" y="66018"/>
                        <a:pt x="1277307" y="66018"/>
                        <a:pt x="1286069" y="72304"/>
                      </a:cubicBezTo>
                      <a:cubicBezTo>
                        <a:pt x="1327790" y="101451"/>
                        <a:pt x="1372560" y="97261"/>
                        <a:pt x="1417899" y="88688"/>
                      </a:cubicBezTo>
                      <a:cubicBezTo>
                        <a:pt x="1424948" y="87354"/>
                        <a:pt x="1433522" y="80114"/>
                        <a:pt x="1436568" y="73448"/>
                      </a:cubicBezTo>
                      <a:cubicBezTo>
                        <a:pt x="1447428" y="49825"/>
                        <a:pt x="1467813" y="41823"/>
                        <a:pt x="1490292" y="35154"/>
                      </a:cubicBezTo>
                      <a:cubicBezTo>
                        <a:pt x="1525727" y="24296"/>
                        <a:pt x="1560588" y="11532"/>
                        <a:pt x="1596213" y="1245"/>
                      </a:cubicBezTo>
                      <a:cubicBezTo>
                        <a:pt x="1604978" y="-1231"/>
                        <a:pt x="1615836" y="293"/>
                        <a:pt x="1624980" y="3150"/>
                      </a:cubicBezTo>
                      <a:cubicBezTo>
                        <a:pt x="1656223" y="12866"/>
                        <a:pt x="1676036" y="37251"/>
                        <a:pt x="1697753" y="59731"/>
                      </a:cubicBezTo>
                      <a:cubicBezTo>
                        <a:pt x="1707279" y="69638"/>
                        <a:pt x="1720423" y="76686"/>
                        <a:pt x="1733188" y="82400"/>
                      </a:cubicBezTo>
                      <a:cubicBezTo>
                        <a:pt x="1766335" y="97071"/>
                        <a:pt x="1800246" y="110215"/>
                        <a:pt x="1833775" y="124121"/>
                      </a:cubicBezTo>
                      <a:cubicBezTo>
                        <a:pt x="1837013" y="125455"/>
                        <a:pt x="1839679" y="128884"/>
                        <a:pt x="1842158" y="131742"/>
                      </a:cubicBezTo>
                      <a:cubicBezTo>
                        <a:pt x="1866922" y="161843"/>
                        <a:pt x="1891497" y="192132"/>
                        <a:pt x="1916454" y="222233"/>
                      </a:cubicBezTo>
                      <a:cubicBezTo>
                        <a:pt x="1921216" y="227947"/>
                        <a:pt x="1928076" y="232139"/>
                        <a:pt x="1933219" y="237663"/>
                      </a:cubicBezTo>
                      <a:cubicBezTo>
                        <a:pt x="1940459" y="245283"/>
                        <a:pt x="1949603" y="252524"/>
                        <a:pt x="1953413" y="261668"/>
                      </a:cubicBezTo>
                      <a:cubicBezTo>
                        <a:pt x="1965224" y="290433"/>
                        <a:pt x="1987894" y="302817"/>
                        <a:pt x="2016469" y="308151"/>
                      </a:cubicBezTo>
                      <a:cubicBezTo>
                        <a:pt x="2042570" y="313104"/>
                        <a:pt x="2068669" y="317296"/>
                        <a:pt x="2094578" y="323010"/>
                      </a:cubicBezTo>
                      <a:cubicBezTo>
                        <a:pt x="2126201" y="329868"/>
                        <a:pt x="2157636" y="337298"/>
                        <a:pt x="2188879" y="345681"/>
                      </a:cubicBezTo>
                      <a:cubicBezTo>
                        <a:pt x="2202404" y="349301"/>
                        <a:pt x="2216692" y="353491"/>
                        <a:pt x="2228314" y="360921"/>
                      </a:cubicBezTo>
                      <a:cubicBezTo>
                        <a:pt x="2260890" y="381496"/>
                        <a:pt x="2295753" y="395402"/>
                        <a:pt x="2334044" y="389878"/>
                      </a:cubicBezTo>
                      <a:cubicBezTo>
                        <a:pt x="2364715" y="385496"/>
                        <a:pt x="2390434" y="396736"/>
                        <a:pt x="2409485" y="414263"/>
                      </a:cubicBezTo>
                      <a:cubicBezTo>
                        <a:pt x="2444158" y="446078"/>
                        <a:pt x="2481305" y="438838"/>
                        <a:pt x="2518264" y="428552"/>
                      </a:cubicBezTo>
                      <a:cubicBezTo>
                        <a:pt x="2537315" y="423217"/>
                        <a:pt x="2552935" y="423979"/>
                        <a:pt x="2571034" y="429122"/>
                      </a:cubicBezTo>
                      <a:cubicBezTo>
                        <a:pt x="2612945" y="441124"/>
                        <a:pt x="2640950" y="473701"/>
                        <a:pt x="2668001" y="502276"/>
                      </a:cubicBezTo>
                      <a:cubicBezTo>
                        <a:pt x="2691054" y="526661"/>
                        <a:pt x="2716963" y="540377"/>
                        <a:pt x="2745348" y="550666"/>
                      </a:cubicBezTo>
                      <a:cubicBezTo>
                        <a:pt x="2781163" y="563810"/>
                        <a:pt x="2809548" y="558858"/>
                        <a:pt x="2826694" y="527233"/>
                      </a:cubicBezTo>
                      <a:cubicBezTo>
                        <a:pt x="2831457" y="518278"/>
                        <a:pt x="2839839" y="507800"/>
                        <a:pt x="2848793" y="505134"/>
                      </a:cubicBezTo>
                      <a:cubicBezTo>
                        <a:pt x="2892037" y="491800"/>
                        <a:pt x="2935854" y="472367"/>
                        <a:pt x="2982148" y="484179"/>
                      </a:cubicBezTo>
                      <a:cubicBezTo>
                        <a:pt x="3046158" y="500372"/>
                        <a:pt x="3108644" y="499420"/>
                        <a:pt x="3172654" y="483417"/>
                      </a:cubicBezTo>
                      <a:cubicBezTo>
                        <a:pt x="3276480" y="457508"/>
                        <a:pt x="3380305" y="430076"/>
                        <a:pt x="3489467" y="435790"/>
                      </a:cubicBezTo>
                      <a:cubicBezTo>
                        <a:pt x="3507563" y="436742"/>
                        <a:pt x="3529090" y="425121"/>
                        <a:pt x="3544713" y="413691"/>
                      </a:cubicBezTo>
                      <a:cubicBezTo>
                        <a:pt x="3574622" y="391974"/>
                        <a:pt x="3573288" y="390258"/>
                        <a:pt x="3606817" y="408167"/>
                      </a:cubicBezTo>
                      <a:cubicBezTo>
                        <a:pt x="3614819" y="412549"/>
                        <a:pt x="3624725" y="415215"/>
                        <a:pt x="3630632" y="421693"/>
                      </a:cubicBezTo>
                      <a:cubicBezTo>
                        <a:pt x="3660731" y="454650"/>
                        <a:pt x="3697880" y="446648"/>
                        <a:pt x="3734837" y="441886"/>
                      </a:cubicBezTo>
                      <a:cubicBezTo>
                        <a:pt x="3741315" y="440934"/>
                        <a:pt x="3749125" y="439600"/>
                        <a:pt x="3754652" y="442268"/>
                      </a:cubicBezTo>
                      <a:cubicBezTo>
                        <a:pt x="3779607" y="454268"/>
                        <a:pt x="3800753" y="450078"/>
                        <a:pt x="3822472" y="433694"/>
                      </a:cubicBezTo>
                      <a:cubicBezTo>
                        <a:pt x="3841331" y="419597"/>
                        <a:pt x="3863049" y="411215"/>
                        <a:pt x="3885338" y="428742"/>
                      </a:cubicBezTo>
                      <a:cubicBezTo>
                        <a:pt x="3934870" y="467605"/>
                        <a:pt x="3987829" y="469509"/>
                        <a:pt x="4043839" y="444934"/>
                      </a:cubicBezTo>
                      <a:cubicBezTo>
                        <a:pt x="4083845" y="427407"/>
                        <a:pt x="4123280" y="423407"/>
                        <a:pt x="4165383" y="441124"/>
                      </a:cubicBezTo>
                      <a:cubicBezTo>
                        <a:pt x="4181576" y="447982"/>
                        <a:pt x="4202531" y="443410"/>
                        <a:pt x="4221391" y="444934"/>
                      </a:cubicBezTo>
                      <a:cubicBezTo>
                        <a:pt x="4232060" y="445696"/>
                        <a:pt x="4243872" y="445886"/>
                        <a:pt x="4253014" y="450650"/>
                      </a:cubicBezTo>
                      <a:cubicBezTo>
                        <a:pt x="4277401" y="462843"/>
                        <a:pt x="4300070" y="478463"/>
                        <a:pt x="4324645" y="490466"/>
                      </a:cubicBezTo>
                      <a:cubicBezTo>
                        <a:pt x="4336457" y="496180"/>
                        <a:pt x="4350554" y="499228"/>
                        <a:pt x="4363890" y="499420"/>
                      </a:cubicBezTo>
                      <a:cubicBezTo>
                        <a:pt x="4403325" y="500372"/>
                        <a:pt x="4442761" y="500372"/>
                        <a:pt x="4482004" y="498658"/>
                      </a:cubicBezTo>
                      <a:cubicBezTo>
                        <a:pt x="4546776" y="495990"/>
                        <a:pt x="4612500" y="495418"/>
                        <a:pt x="4659174" y="438648"/>
                      </a:cubicBezTo>
                      <a:cubicBezTo>
                        <a:pt x="4662986" y="434076"/>
                        <a:pt x="4671176" y="431408"/>
                        <a:pt x="4677655" y="430646"/>
                      </a:cubicBezTo>
                      <a:cubicBezTo>
                        <a:pt x="4707564" y="427027"/>
                        <a:pt x="4738235" y="426645"/>
                        <a:pt x="4767764" y="420739"/>
                      </a:cubicBezTo>
                      <a:cubicBezTo>
                        <a:pt x="4791386" y="415977"/>
                        <a:pt x="4811009" y="417501"/>
                        <a:pt x="4828916" y="434266"/>
                      </a:cubicBezTo>
                      <a:cubicBezTo>
                        <a:pt x="4852348" y="456364"/>
                        <a:pt x="4880925" y="469319"/>
                        <a:pt x="4912168" y="462271"/>
                      </a:cubicBezTo>
                      <a:cubicBezTo>
                        <a:pt x="4943409" y="455412"/>
                        <a:pt x="4963984" y="470271"/>
                        <a:pt x="4987037" y="485703"/>
                      </a:cubicBezTo>
                      <a:cubicBezTo>
                        <a:pt x="5003801" y="496942"/>
                        <a:pt x="5022852" y="511040"/>
                        <a:pt x="5041521" y="512182"/>
                      </a:cubicBezTo>
                      <a:cubicBezTo>
                        <a:pt x="5083814" y="514658"/>
                        <a:pt x="5120201" y="553904"/>
                        <a:pt x="5166113" y="531615"/>
                      </a:cubicBezTo>
                      <a:cubicBezTo>
                        <a:pt x="5169161" y="530091"/>
                        <a:pt x="5174685" y="533901"/>
                        <a:pt x="5179067" y="534853"/>
                      </a:cubicBezTo>
                      <a:cubicBezTo>
                        <a:pt x="5214121" y="542093"/>
                        <a:pt x="5247078" y="535043"/>
                        <a:pt x="5272796" y="511230"/>
                      </a:cubicBezTo>
                      <a:cubicBezTo>
                        <a:pt x="5306516" y="480177"/>
                        <a:pt x="5343855" y="477129"/>
                        <a:pt x="5385384" y="487227"/>
                      </a:cubicBezTo>
                      <a:cubicBezTo>
                        <a:pt x="5398721" y="490466"/>
                        <a:pt x="5412057" y="492752"/>
                        <a:pt x="5425582" y="495418"/>
                      </a:cubicBezTo>
                      <a:cubicBezTo>
                        <a:pt x="5443870" y="499228"/>
                        <a:pt x="5462351" y="503230"/>
                        <a:pt x="5480637" y="507040"/>
                      </a:cubicBezTo>
                      <a:cubicBezTo>
                        <a:pt x="5498356" y="510850"/>
                        <a:pt x="5517979" y="517326"/>
                        <a:pt x="5531693" y="500944"/>
                      </a:cubicBezTo>
                      <a:cubicBezTo>
                        <a:pt x="5543506" y="486845"/>
                        <a:pt x="5551888" y="488179"/>
                        <a:pt x="5562746" y="500372"/>
                      </a:cubicBezTo>
                      <a:cubicBezTo>
                        <a:pt x="5600467" y="543045"/>
                        <a:pt x="5646189" y="569716"/>
                        <a:pt x="5704483" y="571620"/>
                      </a:cubicBezTo>
                      <a:cubicBezTo>
                        <a:pt x="5716485" y="572002"/>
                        <a:pt x="5728678" y="574668"/>
                        <a:pt x="5740488" y="577526"/>
                      </a:cubicBezTo>
                      <a:cubicBezTo>
                        <a:pt x="5747728" y="579241"/>
                        <a:pt x="5756493" y="581147"/>
                        <a:pt x="5760873" y="586291"/>
                      </a:cubicBezTo>
                      <a:cubicBezTo>
                        <a:pt x="5794974" y="625534"/>
                        <a:pt x="5837457" y="652777"/>
                        <a:pt x="5883751" y="674686"/>
                      </a:cubicBezTo>
                      <a:cubicBezTo>
                        <a:pt x="5900323" y="682496"/>
                        <a:pt x="5918042" y="690306"/>
                        <a:pt x="5935949" y="692592"/>
                      </a:cubicBezTo>
                      <a:cubicBezTo>
                        <a:pt x="5954617" y="694878"/>
                        <a:pt x="5974240" y="691068"/>
                        <a:pt x="5993291" y="688972"/>
                      </a:cubicBezTo>
                      <a:cubicBezTo>
                        <a:pt x="6004531" y="687830"/>
                        <a:pt x="6017485" y="688020"/>
                        <a:pt x="6026440" y="682496"/>
                      </a:cubicBezTo>
                      <a:cubicBezTo>
                        <a:pt x="6054825" y="665159"/>
                        <a:pt x="6082258" y="646491"/>
                        <a:pt x="6108738" y="626296"/>
                      </a:cubicBezTo>
                      <a:cubicBezTo>
                        <a:pt x="6131409" y="608960"/>
                        <a:pt x="6135981" y="606483"/>
                        <a:pt x="6155602" y="628202"/>
                      </a:cubicBezTo>
                      <a:cubicBezTo>
                        <a:pt x="6175797" y="650491"/>
                        <a:pt x="6200944" y="662111"/>
                        <a:pt x="6228756" y="666873"/>
                      </a:cubicBezTo>
                      <a:cubicBezTo>
                        <a:pt x="6272764" y="674304"/>
                        <a:pt x="6317151" y="680590"/>
                        <a:pt x="6361539" y="684210"/>
                      </a:cubicBezTo>
                      <a:cubicBezTo>
                        <a:pt x="6401736" y="687448"/>
                        <a:pt x="6420977" y="669922"/>
                        <a:pt x="6428979" y="630106"/>
                      </a:cubicBezTo>
                      <a:cubicBezTo>
                        <a:pt x="6433551" y="608007"/>
                        <a:pt x="6439458" y="584003"/>
                        <a:pt x="6463840" y="578098"/>
                      </a:cubicBezTo>
                      <a:cubicBezTo>
                        <a:pt x="6503658" y="568572"/>
                        <a:pt x="6544997" y="564382"/>
                        <a:pt x="6564620" y="517708"/>
                      </a:cubicBezTo>
                      <a:cubicBezTo>
                        <a:pt x="6575478" y="527995"/>
                        <a:pt x="6582146" y="534091"/>
                        <a:pt x="6588625" y="540187"/>
                      </a:cubicBezTo>
                      <a:cubicBezTo>
                        <a:pt x="6606531" y="557142"/>
                        <a:pt x="6643678" y="564382"/>
                        <a:pt x="6662541" y="549714"/>
                      </a:cubicBezTo>
                      <a:cubicBezTo>
                        <a:pt x="6690354" y="528377"/>
                        <a:pt x="6715883" y="532377"/>
                        <a:pt x="6742552" y="548952"/>
                      </a:cubicBezTo>
                      <a:cubicBezTo>
                        <a:pt x="6764841" y="562668"/>
                        <a:pt x="6788417" y="567954"/>
                        <a:pt x="6812063" y="568430"/>
                      </a:cubicBezTo>
                      <a:lnTo>
                        <a:pt x="6858001" y="562267"/>
                      </a:lnTo>
                      <a:lnTo>
                        <a:pt x="6858001" y="734520"/>
                      </a:lnTo>
                      <a:lnTo>
                        <a:pt x="6815516" y="744220"/>
                      </a:lnTo>
                      <a:cubicBezTo>
                        <a:pt x="6793035" y="749744"/>
                        <a:pt x="6771319" y="759651"/>
                        <a:pt x="6748458" y="763271"/>
                      </a:cubicBezTo>
                      <a:cubicBezTo>
                        <a:pt x="6694164" y="771843"/>
                        <a:pt x="6639488" y="777939"/>
                        <a:pt x="6584812" y="784797"/>
                      </a:cubicBezTo>
                      <a:cubicBezTo>
                        <a:pt x="6528424" y="791846"/>
                        <a:pt x="6472225" y="799276"/>
                        <a:pt x="6415833" y="805562"/>
                      </a:cubicBezTo>
                      <a:cubicBezTo>
                        <a:pt x="6384972" y="808802"/>
                        <a:pt x="6353919" y="809372"/>
                        <a:pt x="6323058" y="812420"/>
                      </a:cubicBezTo>
                      <a:cubicBezTo>
                        <a:pt x="6296005" y="815088"/>
                        <a:pt x="6269144" y="820041"/>
                        <a:pt x="6242093" y="823281"/>
                      </a:cubicBezTo>
                      <a:cubicBezTo>
                        <a:pt x="6218660" y="825947"/>
                        <a:pt x="6195037" y="827471"/>
                        <a:pt x="6171605" y="830139"/>
                      </a:cubicBezTo>
                      <a:cubicBezTo>
                        <a:pt x="6134075" y="834519"/>
                        <a:pt x="6096736" y="839473"/>
                        <a:pt x="6059397" y="844045"/>
                      </a:cubicBezTo>
                      <a:cubicBezTo>
                        <a:pt x="6043776" y="845759"/>
                        <a:pt x="6027392" y="850522"/>
                        <a:pt x="6012723" y="847665"/>
                      </a:cubicBezTo>
                      <a:cubicBezTo>
                        <a:pt x="5975764" y="840425"/>
                        <a:pt x="5939377" y="842521"/>
                        <a:pt x="5902610" y="847473"/>
                      </a:cubicBezTo>
                      <a:cubicBezTo>
                        <a:pt x="5890037" y="849190"/>
                        <a:pt x="5876511" y="848808"/>
                        <a:pt x="5864318" y="845569"/>
                      </a:cubicBezTo>
                      <a:cubicBezTo>
                        <a:pt x="5839361" y="839091"/>
                        <a:pt x="5815169" y="829947"/>
                        <a:pt x="5790592" y="821947"/>
                      </a:cubicBezTo>
                      <a:cubicBezTo>
                        <a:pt x="5787924" y="820995"/>
                        <a:pt x="5784686" y="820803"/>
                        <a:pt x="5781830" y="820233"/>
                      </a:cubicBezTo>
                      <a:cubicBezTo>
                        <a:pt x="5765635" y="816992"/>
                        <a:pt x="5749634" y="813754"/>
                        <a:pt x="5733440" y="810896"/>
                      </a:cubicBezTo>
                      <a:cubicBezTo>
                        <a:pt x="5724678" y="809372"/>
                        <a:pt x="5715723" y="809182"/>
                        <a:pt x="5706959" y="807848"/>
                      </a:cubicBezTo>
                      <a:cubicBezTo>
                        <a:pt x="5673050" y="802514"/>
                        <a:pt x="5635711" y="811468"/>
                        <a:pt x="5606372" y="788417"/>
                      </a:cubicBezTo>
                      <a:cubicBezTo>
                        <a:pt x="5587321" y="773557"/>
                        <a:pt x="5568842" y="776987"/>
                        <a:pt x="5548460" y="779273"/>
                      </a:cubicBezTo>
                      <a:cubicBezTo>
                        <a:pt x="5533027" y="780987"/>
                        <a:pt x="5517215" y="780415"/>
                        <a:pt x="5501594" y="780607"/>
                      </a:cubicBezTo>
                      <a:cubicBezTo>
                        <a:pt x="5474161" y="781177"/>
                        <a:pt x="5446728" y="781369"/>
                        <a:pt x="5419295" y="782321"/>
                      </a:cubicBezTo>
                      <a:cubicBezTo>
                        <a:pt x="5410531" y="782701"/>
                        <a:pt x="5401579" y="787465"/>
                        <a:pt x="5393005" y="786703"/>
                      </a:cubicBezTo>
                      <a:cubicBezTo>
                        <a:pt x="5353379" y="783083"/>
                        <a:pt x="5313754" y="777367"/>
                        <a:pt x="5274129" y="774129"/>
                      </a:cubicBezTo>
                      <a:cubicBezTo>
                        <a:pt x="5251650" y="772225"/>
                        <a:pt x="5228597" y="775843"/>
                        <a:pt x="5206308" y="773177"/>
                      </a:cubicBezTo>
                      <a:cubicBezTo>
                        <a:pt x="5180591" y="770129"/>
                        <a:pt x="5155445" y="762319"/>
                        <a:pt x="5129916" y="757554"/>
                      </a:cubicBezTo>
                      <a:cubicBezTo>
                        <a:pt x="5122867" y="756222"/>
                        <a:pt x="5115057" y="757936"/>
                        <a:pt x="5107627" y="758316"/>
                      </a:cubicBezTo>
                      <a:cubicBezTo>
                        <a:pt x="5099245" y="758699"/>
                        <a:pt x="5091052" y="759461"/>
                        <a:pt x="5082670" y="759651"/>
                      </a:cubicBezTo>
                      <a:cubicBezTo>
                        <a:pt x="5057141" y="760033"/>
                        <a:pt x="5031614" y="759461"/>
                        <a:pt x="5006086" y="760795"/>
                      </a:cubicBezTo>
                      <a:cubicBezTo>
                        <a:pt x="4990465" y="761557"/>
                        <a:pt x="4974082" y="769367"/>
                        <a:pt x="4959602" y="766509"/>
                      </a:cubicBezTo>
                      <a:cubicBezTo>
                        <a:pt x="4930075" y="760985"/>
                        <a:pt x="4900546" y="773367"/>
                        <a:pt x="4871019" y="763081"/>
                      </a:cubicBezTo>
                      <a:cubicBezTo>
                        <a:pt x="4861873" y="760033"/>
                        <a:pt x="4849300" y="767653"/>
                        <a:pt x="4838250" y="768033"/>
                      </a:cubicBezTo>
                      <a:cubicBezTo>
                        <a:pt x="4810627" y="768985"/>
                        <a:pt x="4783004" y="768795"/>
                        <a:pt x="4755381" y="768605"/>
                      </a:cubicBezTo>
                      <a:cubicBezTo>
                        <a:pt x="4730614" y="768415"/>
                        <a:pt x="4704895" y="771081"/>
                        <a:pt x="4681083" y="765747"/>
                      </a:cubicBezTo>
                      <a:cubicBezTo>
                        <a:pt x="4656126" y="760033"/>
                        <a:pt x="4633647" y="760795"/>
                        <a:pt x="4609452" y="767271"/>
                      </a:cubicBezTo>
                      <a:cubicBezTo>
                        <a:pt x="4592878" y="771653"/>
                        <a:pt x="4575351" y="772225"/>
                        <a:pt x="4558207" y="773557"/>
                      </a:cubicBezTo>
                      <a:cubicBezTo>
                        <a:pt x="4539728" y="775081"/>
                        <a:pt x="4519343" y="771081"/>
                        <a:pt x="4502579" y="777367"/>
                      </a:cubicBezTo>
                      <a:cubicBezTo>
                        <a:pt x="4452665" y="796038"/>
                        <a:pt x="4401419" y="800038"/>
                        <a:pt x="4349222" y="800038"/>
                      </a:cubicBezTo>
                      <a:cubicBezTo>
                        <a:pt x="4339695" y="800038"/>
                        <a:pt x="4329979" y="797372"/>
                        <a:pt x="4320837" y="794514"/>
                      </a:cubicBezTo>
                      <a:cubicBezTo>
                        <a:pt x="4267493" y="777367"/>
                        <a:pt x="4213961" y="778891"/>
                        <a:pt x="4159667" y="789370"/>
                      </a:cubicBezTo>
                      <a:cubicBezTo>
                        <a:pt x="4148427" y="791656"/>
                        <a:pt x="4135854" y="792038"/>
                        <a:pt x="4124614" y="789752"/>
                      </a:cubicBezTo>
                      <a:cubicBezTo>
                        <a:pt x="4092989" y="783083"/>
                        <a:pt x="4062318" y="772033"/>
                        <a:pt x="4030503" y="767271"/>
                      </a:cubicBezTo>
                      <a:cubicBezTo>
                        <a:pt x="3977925" y="759461"/>
                        <a:pt x="3932394" y="785749"/>
                        <a:pt x="3885338" y="802896"/>
                      </a:cubicBezTo>
                      <a:cubicBezTo>
                        <a:pt x="3840569" y="819089"/>
                        <a:pt x="3802467" y="855666"/>
                        <a:pt x="3749506" y="847473"/>
                      </a:cubicBezTo>
                      <a:cubicBezTo>
                        <a:pt x="3744173" y="846711"/>
                        <a:pt x="3738267" y="851856"/>
                        <a:pt x="3732361" y="853190"/>
                      </a:cubicBezTo>
                      <a:cubicBezTo>
                        <a:pt x="3716168" y="856810"/>
                        <a:pt x="3699976" y="861190"/>
                        <a:pt x="3683591" y="862906"/>
                      </a:cubicBezTo>
                      <a:cubicBezTo>
                        <a:pt x="3663589" y="865192"/>
                        <a:pt x="3643204" y="864430"/>
                        <a:pt x="3623201" y="866334"/>
                      </a:cubicBezTo>
                      <a:cubicBezTo>
                        <a:pt x="3597482" y="868620"/>
                        <a:pt x="3572146" y="874716"/>
                        <a:pt x="3546617" y="874716"/>
                      </a:cubicBezTo>
                      <a:cubicBezTo>
                        <a:pt x="3526042" y="874716"/>
                        <a:pt x="3505657" y="867668"/>
                        <a:pt x="3485275" y="864238"/>
                      </a:cubicBezTo>
                      <a:cubicBezTo>
                        <a:pt x="3456508" y="859476"/>
                        <a:pt x="3424883" y="860810"/>
                        <a:pt x="3399546" y="848618"/>
                      </a:cubicBezTo>
                      <a:cubicBezTo>
                        <a:pt x="3372495" y="835663"/>
                        <a:pt x="3346776" y="829757"/>
                        <a:pt x="3318771" y="833757"/>
                      </a:cubicBezTo>
                      <a:cubicBezTo>
                        <a:pt x="3309437" y="835091"/>
                        <a:pt x="3297434" y="843093"/>
                        <a:pt x="3293244" y="851284"/>
                      </a:cubicBezTo>
                      <a:cubicBezTo>
                        <a:pt x="3283908" y="869572"/>
                        <a:pt x="3271145" y="872812"/>
                        <a:pt x="3253809" y="866524"/>
                      </a:cubicBezTo>
                      <a:cubicBezTo>
                        <a:pt x="3238758" y="861190"/>
                        <a:pt x="3220280" y="858524"/>
                        <a:pt x="3209993" y="848235"/>
                      </a:cubicBezTo>
                      <a:cubicBezTo>
                        <a:pt x="3180844" y="819089"/>
                        <a:pt x="3143695" y="818136"/>
                        <a:pt x="3107500" y="810326"/>
                      </a:cubicBezTo>
                      <a:cubicBezTo>
                        <a:pt x="3085403" y="805562"/>
                        <a:pt x="3064827" y="805372"/>
                        <a:pt x="3042728" y="808610"/>
                      </a:cubicBezTo>
                      <a:cubicBezTo>
                        <a:pt x="2994722" y="815850"/>
                        <a:pt x="2948047" y="805562"/>
                        <a:pt x="2901943" y="792418"/>
                      </a:cubicBezTo>
                      <a:cubicBezTo>
                        <a:pt x="2871462" y="783655"/>
                        <a:pt x="2840219" y="778321"/>
                        <a:pt x="2809930" y="769367"/>
                      </a:cubicBezTo>
                      <a:cubicBezTo>
                        <a:pt x="2787259" y="762509"/>
                        <a:pt x="2764590" y="754316"/>
                        <a:pt x="2743826" y="743268"/>
                      </a:cubicBezTo>
                      <a:cubicBezTo>
                        <a:pt x="2713723" y="727073"/>
                        <a:pt x="2687436" y="702689"/>
                        <a:pt x="2649143" y="709167"/>
                      </a:cubicBezTo>
                      <a:cubicBezTo>
                        <a:pt x="2615421" y="714881"/>
                        <a:pt x="2584942" y="702881"/>
                        <a:pt x="2554079" y="691450"/>
                      </a:cubicBezTo>
                      <a:cubicBezTo>
                        <a:pt x="2531409" y="683068"/>
                        <a:pt x="2508742" y="674494"/>
                        <a:pt x="2485307" y="669160"/>
                      </a:cubicBezTo>
                      <a:cubicBezTo>
                        <a:pt x="2457492" y="662873"/>
                        <a:pt x="2426059" y="665541"/>
                        <a:pt x="2401292" y="653919"/>
                      </a:cubicBezTo>
                      <a:cubicBezTo>
                        <a:pt x="2375383" y="641727"/>
                        <a:pt x="2353859" y="649919"/>
                        <a:pt x="2330806" y="653349"/>
                      </a:cubicBezTo>
                      <a:cubicBezTo>
                        <a:pt x="2294039" y="658683"/>
                        <a:pt x="2257459" y="668590"/>
                        <a:pt x="2220312" y="656015"/>
                      </a:cubicBezTo>
                      <a:cubicBezTo>
                        <a:pt x="2175163" y="640775"/>
                        <a:pt x="2130393" y="624392"/>
                        <a:pt x="2085054" y="609914"/>
                      </a:cubicBezTo>
                      <a:cubicBezTo>
                        <a:pt x="2067525" y="604387"/>
                        <a:pt x="2048668" y="602101"/>
                        <a:pt x="2030378" y="599625"/>
                      </a:cubicBezTo>
                      <a:cubicBezTo>
                        <a:pt x="2013043" y="597529"/>
                        <a:pt x="1992279" y="602863"/>
                        <a:pt x="1978940" y="594863"/>
                      </a:cubicBezTo>
                      <a:cubicBezTo>
                        <a:pt x="1944649" y="574288"/>
                        <a:pt x="1909408" y="564192"/>
                        <a:pt x="1869780" y="564192"/>
                      </a:cubicBezTo>
                      <a:cubicBezTo>
                        <a:pt x="1854920" y="564192"/>
                        <a:pt x="1840441" y="555618"/>
                        <a:pt x="1825393" y="554094"/>
                      </a:cubicBezTo>
                      <a:cubicBezTo>
                        <a:pt x="1804816" y="552190"/>
                        <a:pt x="1781194" y="547045"/>
                        <a:pt x="1763287" y="554286"/>
                      </a:cubicBezTo>
                      <a:cubicBezTo>
                        <a:pt x="1721185" y="571430"/>
                        <a:pt x="1687086" y="557142"/>
                        <a:pt x="1650317" y="540187"/>
                      </a:cubicBezTo>
                      <a:cubicBezTo>
                        <a:pt x="1614120" y="523423"/>
                        <a:pt x="1576019" y="510088"/>
                        <a:pt x="1537537" y="499038"/>
                      </a:cubicBezTo>
                      <a:cubicBezTo>
                        <a:pt x="1523059" y="495038"/>
                        <a:pt x="1505724" y="501706"/>
                        <a:pt x="1489720" y="503038"/>
                      </a:cubicBezTo>
                      <a:cubicBezTo>
                        <a:pt x="1484004" y="503420"/>
                        <a:pt x="1477717" y="503992"/>
                        <a:pt x="1472575" y="502086"/>
                      </a:cubicBezTo>
                      <a:cubicBezTo>
                        <a:pt x="1422854" y="483797"/>
                        <a:pt x="1372368" y="469891"/>
                        <a:pt x="1318456" y="479415"/>
                      </a:cubicBezTo>
                      <a:cubicBezTo>
                        <a:pt x="1313504" y="480369"/>
                        <a:pt x="1307978" y="478273"/>
                        <a:pt x="1303024" y="476939"/>
                      </a:cubicBezTo>
                      <a:cubicBezTo>
                        <a:pt x="1278829" y="470081"/>
                        <a:pt x="1255206" y="459223"/>
                        <a:pt x="1230633" y="456746"/>
                      </a:cubicBezTo>
                      <a:cubicBezTo>
                        <a:pt x="1170051" y="450650"/>
                        <a:pt x="1109091" y="448172"/>
                        <a:pt x="1048125" y="444172"/>
                      </a:cubicBezTo>
                      <a:cubicBezTo>
                        <a:pt x="1044315" y="443982"/>
                        <a:pt x="1040315" y="443982"/>
                        <a:pt x="1036887" y="442648"/>
                      </a:cubicBezTo>
                      <a:cubicBezTo>
                        <a:pt x="1014406" y="434456"/>
                        <a:pt x="994785" y="437124"/>
                        <a:pt x="975733" y="452744"/>
                      </a:cubicBezTo>
                      <a:cubicBezTo>
                        <a:pt x="967350" y="459603"/>
                        <a:pt x="955920" y="463223"/>
                        <a:pt x="945444" y="467033"/>
                      </a:cubicBezTo>
                      <a:cubicBezTo>
                        <a:pt x="930011" y="472749"/>
                        <a:pt x="914200" y="478273"/>
                        <a:pt x="898198" y="481893"/>
                      </a:cubicBezTo>
                      <a:cubicBezTo>
                        <a:pt x="882384" y="485321"/>
                        <a:pt x="865430" y="490084"/>
                        <a:pt x="850189" y="487417"/>
                      </a:cubicBezTo>
                      <a:cubicBezTo>
                        <a:pt x="822756" y="482655"/>
                        <a:pt x="796655" y="471987"/>
                        <a:pt x="769605" y="464937"/>
                      </a:cubicBezTo>
                      <a:cubicBezTo>
                        <a:pt x="760270" y="462461"/>
                        <a:pt x="749982" y="462843"/>
                        <a:pt x="740268" y="462651"/>
                      </a:cubicBezTo>
                      <a:cubicBezTo>
                        <a:pt x="717977" y="462081"/>
                        <a:pt x="695116" y="467605"/>
                        <a:pt x="674923" y="451792"/>
                      </a:cubicBezTo>
                      <a:cubicBezTo>
                        <a:pt x="656255" y="436934"/>
                        <a:pt x="637392" y="441314"/>
                        <a:pt x="617772" y="452554"/>
                      </a:cubicBezTo>
                      <a:cubicBezTo>
                        <a:pt x="603673" y="460557"/>
                        <a:pt x="587672" y="466843"/>
                        <a:pt x="571860" y="469891"/>
                      </a:cubicBezTo>
                      <a:cubicBezTo>
                        <a:pt x="550141" y="474081"/>
                        <a:pt x="528615" y="475797"/>
                        <a:pt x="505182" y="473319"/>
                      </a:cubicBezTo>
                      <a:cubicBezTo>
                        <a:pt x="488607" y="471605"/>
                        <a:pt x="475081" y="470843"/>
                        <a:pt x="462126" y="460747"/>
                      </a:cubicBezTo>
                      <a:cubicBezTo>
                        <a:pt x="460032" y="459223"/>
                        <a:pt x="456222" y="458841"/>
                        <a:pt x="453364" y="459033"/>
                      </a:cubicBezTo>
                      <a:cubicBezTo>
                        <a:pt x="415835" y="462271"/>
                        <a:pt x="378686" y="460557"/>
                        <a:pt x="340774" y="458268"/>
                      </a:cubicBezTo>
                      <a:cubicBezTo>
                        <a:pt x="292579" y="455222"/>
                        <a:pt x="241901" y="464175"/>
                        <a:pt x="200182" y="496180"/>
                      </a:cubicBezTo>
                      <a:cubicBezTo>
                        <a:pt x="194085" y="500944"/>
                        <a:pt x="184941" y="503038"/>
                        <a:pt x="176939" y="504182"/>
                      </a:cubicBezTo>
                      <a:cubicBezTo>
                        <a:pt x="139219" y="509134"/>
                        <a:pt x="101308" y="512564"/>
                        <a:pt x="63587" y="518088"/>
                      </a:cubicBezTo>
                      <a:cubicBezTo>
                        <a:pt x="43012" y="521137"/>
                        <a:pt x="21486" y="523805"/>
                        <a:pt x="2817" y="532187"/>
                      </a:cubicBezTo>
                      <a:lnTo>
                        <a:pt x="0" y="533314"/>
                      </a:lnTo>
                      <a:close/>
                    </a:path>
                  </a:pathLst>
                </a:custGeom>
                <a:grpFill/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" name="Freeform: Shape 16">
                  <a:extLst>
                    <a:ext uri="{FF2B5EF4-FFF2-40B4-BE49-F238E27FC236}">
                      <a16:creationId xmlns:a16="http://schemas.microsoft.com/office/drawing/2014/main" id="{83BEF371-1E22-4C4F-A62F-AC6B92CAE0B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 rot="16200000" flipH="1">
                  <a:off x="715166" y="2991642"/>
                  <a:ext cx="6858001" cy="874716"/>
                </a:xfrm>
                <a:custGeom>
                  <a:avLst/>
                  <a:gdLst>
                    <a:gd name="connsiteX0" fmla="*/ 0 w 6858001"/>
                    <a:gd name="connsiteY0" fmla="*/ 533314 h 874716"/>
                    <a:gd name="connsiteX1" fmla="*/ 0 w 6858001"/>
                    <a:gd name="connsiteY1" fmla="*/ 69206 h 874716"/>
                    <a:gd name="connsiteX2" fmla="*/ 21486 w 6858001"/>
                    <a:gd name="connsiteY2" fmla="*/ 71924 h 874716"/>
                    <a:gd name="connsiteX3" fmla="*/ 228948 w 6858001"/>
                    <a:gd name="connsiteY3" fmla="*/ 88116 h 874716"/>
                    <a:gd name="connsiteX4" fmla="*/ 313533 w 6858001"/>
                    <a:gd name="connsiteY4" fmla="*/ 62779 h 874716"/>
                    <a:gd name="connsiteX5" fmla="*/ 338870 w 6858001"/>
                    <a:gd name="connsiteY5" fmla="*/ 62207 h 874716"/>
                    <a:gd name="connsiteX6" fmla="*/ 395640 w 6858001"/>
                    <a:gd name="connsiteY6" fmla="*/ 72114 h 874716"/>
                    <a:gd name="connsiteX7" fmla="*/ 512802 w 6858001"/>
                    <a:gd name="connsiteY7" fmla="*/ 65446 h 874716"/>
                    <a:gd name="connsiteX8" fmla="*/ 556047 w 6858001"/>
                    <a:gd name="connsiteY8" fmla="*/ 55349 h 874716"/>
                    <a:gd name="connsiteX9" fmla="*/ 580050 w 6858001"/>
                    <a:gd name="connsiteY9" fmla="*/ 48871 h 874716"/>
                    <a:gd name="connsiteX10" fmla="*/ 703308 w 6858001"/>
                    <a:gd name="connsiteY10" fmla="*/ 30964 h 874716"/>
                    <a:gd name="connsiteX11" fmla="*/ 758174 w 6858001"/>
                    <a:gd name="connsiteY11" fmla="*/ 11724 h 874716"/>
                    <a:gd name="connsiteX12" fmla="*/ 773035 w 6858001"/>
                    <a:gd name="connsiteY12" fmla="*/ 8866 h 874716"/>
                    <a:gd name="connsiteX13" fmla="*/ 854379 w 6858001"/>
                    <a:gd name="connsiteY13" fmla="*/ 16866 h 874716"/>
                    <a:gd name="connsiteX14" fmla="*/ 915343 w 6858001"/>
                    <a:gd name="connsiteY14" fmla="*/ 47919 h 874716"/>
                    <a:gd name="connsiteX15" fmla="*/ 927155 w 6858001"/>
                    <a:gd name="connsiteY15" fmla="*/ 58397 h 874716"/>
                    <a:gd name="connsiteX16" fmla="*/ 1097087 w 6858001"/>
                    <a:gd name="connsiteY16" fmla="*/ 54777 h 874716"/>
                    <a:gd name="connsiteX17" fmla="*/ 1123185 w 6858001"/>
                    <a:gd name="connsiteY17" fmla="*/ 50395 h 874716"/>
                    <a:gd name="connsiteX18" fmla="*/ 1249302 w 6858001"/>
                    <a:gd name="connsiteY18" fmla="*/ 68684 h 874716"/>
                    <a:gd name="connsiteX19" fmla="*/ 1286069 w 6858001"/>
                    <a:gd name="connsiteY19" fmla="*/ 72304 h 874716"/>
                    <a:gd name="connsiteX20" fmla="*/ 1417899 w 6858001"/>
                    <a:gd name="connsiteY20" fmla="*/ 88688 h 874716"/>
                    <a:gd name="connsiteX21" fmla="*/ 1436568 w 6858001"/>
                    <a:gd name="connsiteY21" fmla="*/ 73448 h 874716"/>
                    <a:gd name="connsiteX22" fmla="*/ 1490292 w 6858001"/>
                    <a:gd name="connsiteY22" fmla="*/ 35154 h 874716"/>
                    <a:gd name="connsiteX23" fmla="*/ 1596213 w 6858001"/>
                    <a:gd name="connsiteY23" fmla="*/ 1245 h 874716"/>
                    <a:gd name="connsiteX24" fmla="*/ 1624980 w 6858001"/>
                    <a:gd name="connsiteY24" fmla="*/ 3150 h 874716"/>
                    <a:gd name="connsiteX25" fmla="*/ 1697753 w 6858001"/>
                    <a:gd name="connsiteY25" fmla="*/ 59731 h 874716"/>
                    <a:gd name="connsiteX26" fmla="*/ 1733188 w 6858001"/>
                    <a:gd name="connsiteY26" fmla="*/ 82400 h 874716"/>
                    <a:gd name="connsiteX27" fmla="*/ 1833775 w 6858001"/>
                    <a:gd name="connsiteY27" fmla="*/ 124121 h 874716"/>
                    <a:gd name="connsiteX28" fmla="*/ 1842158 w 6858001"/>
                    <a:gd name="connsiteY28" fmla="*/ 131742 h 874716"/>
                    <a:gd name="connsiteX29" fmla="*/ 1916454 w 6858001"/>
                    <a:gd name="connsiteY29" fmla="*/ 222233 h 874716"/>
                    <a:gd name="connsiteX30" fmla="*/ 1933219 w 6858001"/>
                    <a:gd name="connsiteY30" fmla="*/ 237663 h 874716"/>
                    <a:gd name="connsiteX31" fmla="*/ 1953413 w 6858001"/>
                    <a:gd name="connsiteY31" fmla="*/ 261668 h 874716"/>
                    <a:gd name="connsiteX32" fmla="*/ 2016469 w 6858001"/>
                    <a:gd name="connsiteY32" fmla="*/ 308151 h 874716"/>
                    <a:gd name="connsiteX33" fmla="*/ 2094578 w 6858001"/>
                    <a:gd name="connsiteY33" fmla="*/ 323010 h 874716"/>
                    <a:gd name="connsiteX34" fmla="*/ 2188879 w 6858001"/>
                    <a:gd name="connsiteY34" fmla="*/ 345681 h 874716"/>
                    <a:gd name="connsiteX35" fmla="*/ 2228314 w 6858001"/>
                    <a:gd name="connsiteY35" fmla="*/ 360921 h 874716"/>
                    <a:gd name="connsiteX36" fmla="*/ 2334044 w 6858001"/>
                    <a:gd name="connsiteY36" fmla="*/ 389878 h 874716"/>
                    <a:gd name="connsiteX37" fmla="*/ 2409485 w 6858001"/>
                    <a:gd name="connsiteY37" fmla="*/ 414263 h 874716"/>
                    <a:gd name="connsiteX38" fmla="*/ 2518264 w 6858001"/>
                    <a:gd name="connsiteY38" fmla="*/ 428552 h 874716"/>
                    <a:gd name="connsiteX39" fmla="*/ 2571034 w 6858001"/>
                    <a:gd name="connsiteY39" fmla="*/ 429122 h 874716"/>
                    <a:gd name="connsiteX40" fmla="*/ 2668001 w 6858001"/>
                    <a:gd name="connsiteY40" fmla="*/ 502276 h 874716"/>
                    <a:gd name="connsiteX41" fmla="*/ 2745348 w 6858001"/>
                    <a:gd name="connsiteY41" fmla="*/ 550666 h 874716"/>
                    <a:gd name="connsiteX42" fmla="*/ 2826694 w 6858001"/>
                    <a:gd name="connsiteY42" fmla="*/ 527233 h 874716"/>
                    <a:gd name="connsiteX43" fmla="*/ 2848793 w 6858001"/>
                    <a:gd name="connsiteY43" fmla="*/ 505134 h 874716"/>
                    <a:gd name="connsiteX44" fmla="*/ 2982148 w 6858001"/>
                    <a:gd name="connsiteY44" fmla="*/ 484179 h 874716"/>
                    <a:gd name="connsiteX45" fmla="*/ 3172654 w 6858001"/>
                    <a:gd name="connsiteY45" fmla="*/ 483417 h 874716"/>
                    <a:gd name="connsiteX46" fmla="*/ 3489467 w 6858001"/>
                    <a:gd name="connsiteY46" fmla="*/ 435790 h 874716"/>
                    <a:gd name="connsiteX47" fmla="*/ 3544713 w 6858001"/>
                    <a:gd name="connsiteY47" fmla="*/ 413691 h 874716"/>
                    <a:gd name="connsiteX48" fmla="*/ 3606817 w 6858001"/>
                    <a:gd name="connsiteY48" fmla="*/ 408167 h 874716"/>
                    <a:gd name="connsiteX49" fmla="*/ 3630632 w 6858001"/>
                    <a:gd name="connsiteY49" fmla="*/ 421693 h 874716"/>
                    <a:gd name="connsiteX50" fmla="*/ 3734837 w 6858001"/>
                    <a:gd name="connsiteY50" fmla="*/ 441886 h 874716"/>
                    <a:gd name="connsiteX51" fmla="*/ 3754652 w 6858001"/>
                    <a:gd name="connsiteY51" fmla="*/ 442268 h 874716"/>
                    <a:gd name="connsiteX52" fmla="*/ 3822472 w 6858001"/>
                    <a:gd name="connsiteY52" fmla="*/ 433694 h 874716"/>
                    <a:gd name="connsiteX53" fmla="*/ 3885338 w 6858001"/>
                    <a:gd name="connsiteY53" fmla="*/ 428742 h 874716"/>
                    <a:gd name="connsiteX54" fmla="*/ 4043839 w 6858001"/>
                    <a:gd name="connsiteY54" fmla="*/ 444934 h 874716"/>
                    <a:gd name="connsiteX55" fmla="*/ 4165383 w 6858001"/>
                    <a:gd name="connsiteY55" fmla="*/ 441124 h 874716"/>
                    <a:gd name="connsiteX56" fmla="*/ 4221391 w 6858001"/>
                    <a:gd name="connsiteY56" fmla="*/ 444934 h 874716"/>
                    <a:gd name="connsiteX57" fmla="*/ 4253014 w 6858001"/>
                    <a:gd name="connsiteY57" fmla="*/ 450650 h 874716"/>
                    <a:gd name="connsiteX58" fmla="*/ 4324645 w 6858001"/>
                    <a:gd name="connsiteY58" fmla="*/ 490466 h 874716"/>
                    <a:gd name="connsiteX59" fmla="*/ 4363890 w 6858001"/>
                    <a:gd name="connsiteY59" fmla="*/ 499420 h 874716"/>
                    <a:gd name="connsiteX60" fmla="*/ 4482004 w 6858001"/>
                    <a:gd name="connsiteY60" fmla="*/ 498658 h 874716"/>
                    <a:gd name="connsiteX61" fmla="*/ 4659174 w 6858001"/>
                    <a:gd name="connsiteY61" fmla="*/ 438648 h 874716"/>
                    <a:gd name="connsiteX62" fmla="*/ 4677655 w 6858001"/>
                    <a:gd name="connsiteY62" fmla="*/ 430646 h 874716"/>
                    <a:gd name="connsiteX63" fmla="*/ 4767764 w 6858001"/>
                    <a:gd name="connsiteY63" fmla="*/ 420739 h 874716"/>
                    <a:gd name="connsiteX64" fmla="*/ 4828916 w 6858001"/>
                    <a:gd name="connsiteY64" fmla="*/ 434266 h 874716"/>
                    <a:gd name="connsiteX65" fmla="*/ 4912168 w 6858001"/>
                    <a:gd name="connsiteY65" fmla="*/ 462271 h 874716"/>
                    <a:gd name="connsiteX66" fmla="*/ 4987037 w 6858001"/>
                    <a:gd name="connsiteY66" fmla="*/ 485703 h 874716"/>
                    <a:gd name="connsiteX67" fmla="*/ 5041521 w 6858001"/>
                    <a:gd name="connsiteY67" fmla="*/ 512182 h 874716"/>
                    <a:gd name="connsiteX68" fmla="*/ 5166113 w 6858001"/>
                    <a:gd name="connsiteY68" fmla="*/ 531615 h 874716"/>
                    <a:gd name="connsiteX69" fmla="*/ 5179067 w 6858001"/>
                    <a:gd name="connsiteY69" fmla="*/ 534853 h 874716"/>
                    <a:gd name="connsiteX70" fmla="*/ 5272796 w 6858001"/>
                    <a:gd name="connsiteY70" fmla="*/ 511230 h 874716"/>
                    <a:gd name="connsiteX71" fmla="*/ 5385384 w 6858001"/>
                    <a:gd name="connsiteY71" fmla="*/ 487227 h 874716"/>
                    <a:gd name="connsiteX72" fmla="*/ 5425582 w 6858001"/>
                    <a:gd name="connsiteY72" fmla="*/ 495418 h 874716"/>
                    <a:gd name="connsiteX73" fmla="*/ 5480637 w 6858001"/>
                    <a:gd name="connsiteY73" fmla="*/ 507040 h 874716"/>
                    <a:gd name="connsiteX74" fmla="*/ 5531693 w 6858001"/>
                    <a:gd name="connsiteY74" fmla="*/ 500944 h 874716"/>
                    <a:gd name="connsiteX75" fmla="*/ 5562746 w 6858001"/>
                    <a:gd name="connsiteY75" fmla="*/ 500372 h 874716"/>
                    <a:gd name="connsiteX76" fmla="*/ 5704483 w 6858001"/>
                    <a:gd name="connsiteY76" fmla="*/ 571620 h 874716"/>
                    <a:gd name="connsiteX77" fmla="*/ 5740488 w 6858001"/>
                    <a:gd name="connsiteY77" fmla="*/ 577526 h 874716"/>
                    <a:gd name="connsiteX78" fmla="*/ 5760873 w 6858001"/>
                    <a:gd name="connsiteY78" fmla="*/ 586291 h 874716"/>
                    <a:gd name="connsiteX79" fmla="*/ 5883751 w 6858001"/>
                    <a:gd name="connsiteY79" fmla="*/ 674686 h 874716"/>
                    <a:gd name="connsiteX80" fmla="*/ 5935949 w 6858001"/>
                    <a:gd name="connsiteY80" fmla="*/ 692592 h 874716"/>
                    <a:gd name="connsiteX81" fmla="*/ 5993291 w 6858001"/>
                    <a:gd name="connsiteY81" fmla="*/ 688972 h 874716"/>
                    <a:gd name="connsiteX82" fmla="*/ 6026440 w 6858001"/>
                    <a:gd name="connsiteY82" fmla="*/ 682496 h 874716"/>
                    <a:gd name="connsiteX83" fmla="*/ 6108738 w 6858001"/>
                    <a:gd name="connsiteY83" fmla="*/ 626296 h 874716"/>
                    <a:gd name="connsiteX84" fmla="*/ 6155602 w 6858001"/>
                    <a:gd name="connsiteY84" fmla="*/ 628202 h 874716"/>
                    <a:gd name="connsiteX85" fmla="*/ 6228756 w 6858001"/>
                    <a:gd name="connsiteY85" fmla="*/ 666873 h 874716"/>
                    <a:gd name="connsiteX86" fmla="*/ 6361539 w 6858001"/>
                    <a:gd name="connsiteY86" fmla="*/ 684210 h 874716"/>
                    <a:gd name="connsiteX87" fmla="*/ 6428979 w 6858001"/>
                    <a:gd name="connsiteY87" fmla="*/ 630106 h 874716"/>
                    <a:gd name="connsiteX88" fmla="*/ 6463840 w 6858001"/>
                    <a:gd name="connsiteY88" fmla="*/ 578098 h 874716"/>
                    <a:gd name="connsiteX89" fmla="*/ 6564620 w 6858001"/>
                    <a:gd name="connsiteY89" fmla="*/ 517708 h 874716"/>
                    <a:gd name="connsiteX90" fmla="*/ 6588625 w 6858001"/>
                    <a:gd name="connsiteY90" fmla="*/ 540187 h 874716"/>
                    <a:gd name="connsiteX91" fmla="*/ 6662541 w 6858001"/>
                    <a:gd name="connsiteY91" fmla="*/ 549714 h 874716"/>
                    <a:gd name="connsiteX92" fmla="*/ 6742552 w 6858001"/>
                    <a:gd name="connsiteY92" fmla="*/ 548952 h 874716"/>
                    <a:gd name="connsiteX93" fmla="*/ 6812063 w 6858001"/>
                    <a:gd name="connsiteY93" fmla="*/ 568430 h 874716"/>
                    <a:gd name="connsiteX94" fmla="*/ 6858001 w 6858001"/>
                    <a:gd name="connsiteY94" fmla="*/ 562267 h 874716"/>
                    <a:gd name="connsiteX95" fmla="*/ 6858001 w 6858001"/>
                    <a:gd name="connsiteY95" fmla="*/ 734520 h 874716"/>
                    <a:gd name="connsiteX96" fmla="*/ 6815516 w 6858001"/>
                    <a:gd name="connsiteY96" fmla="*/ 744220 h 874716"/>
                    <a:gd name="connsiteX97" fmla="*/ 6748458 w 6858001"/>
                    <a:gd name="connsiteY97" fmla="*/ 763271 h 874716"/>
                    <a:gd name="connsiteX98" fmla="*/ 6584812 w 6858001"/>
                    <a:gd name="connsiteY98" fmla="*/ 784797 h 874716"/>
                    <a:gd name="connsiteX99" fmla="*/ 6415833 w 6858001"/>
                    <a:gd name="connsiteY99" fmla="*/ 805562 h 874716"/>
                    <a:gd name="connsiteX100" fmla="*/ 6323058 w 6858001"/>
                    <a:gd name="connsiteY100" fmla="*/ 812420 h 874716"/>
                    <a:gd name="connsiteX101" fmla="*/ 6242093 w 6858001"/>
                    <a:gd name="connsiteY101" fmla="*/ 823281 h 874716"/>
                    <a:gd name="connsiteX102" fmla="*/ 6171605 w 6858001"/>
                    <a:gd name="connsiteY102" fmla="*/ 830139 h 874716"/>
                    <a:gd name="connsiteX103" fmla="*/ 6059397 w 6858001"/>
                    <a:gd name="connsiteY103" fmla="*/ 844045 h 874716"/>
                    <a:gd name="connsiteX104" fmla="*/ 6012723 w 6858001"/>
                    <a:gd name="connsiteY104" fmla="*/ 847665 h 874716"/>
                    <a:gd name="connsiteX105" fmla="*/ 5902610 w 6858001"/>
                    <a:gd name="connsiteY105" fmla="*/ 847473 h 874716"/>
                    <a:gd name="connsiteX106" fmla="*/ 5864318 w 6858001"/>
                    <a:gd name="connsiteY106" fmla="*/ 845569 h 874716"/>
                    <a:gd name="connsiteX107" fmla="*/ 5790592 w 6858001"/>
                    <a:gd name="connsiteY107" fmla="*/ 821947 h 874716"/>
                    <a:gd name="connsiteX108" fmla="*/ 5781830 w 6858001"/>
                    <a:gd name="connsiteY108" fmla="*/ 820233 h 874716"/>
                    <a:gd name="connsiteX109" fmla="*/ 5733440 w 6858001"/>
                    <a:gd name="connsiteY109" fmla="*/ 810896 h 874716"/>
                    <a:gd name="connsiteX110" fmla="*/ 5706959 w 6858001"/>
                    <a:gd name="connsiteY110" fmla="*/ 807848 h 874716"/>
                    <a:gd name="connsiteX111" fmla="*/ 5606372 w 6858001"/>
                    <a:gd name="connsiteY111" fmla="*/ 788417 h 874716"/>
                    <a:gd name="connsiteX112" fmla="*/ 5548460 w 6858001"/>
                    <a:gd name="connsiteY112" fmla="*/ 779273 h 874716"/>
                    <a:gd name="connsiteX113" fmla="*/ 5501594 w 6858001"/>
                    <a:gd name="connsiteY113" fmla="*/ 780607 h 874716"/>
                    <a:gd name="connsiteX114" fmla="*/ 5419295 w 6858001"/>
                    <a:gd name="connsiteY114" fmla="*/ 782321 h 874716"/>
                    <a:gd name="connsiteX115" fmla="*/ 5393005 w 6858001"/>
                    <a:gd name="connsiteY115" fmla="*/ 786703 h 874716"/>
                    <a:gd name="connsiteX116" fmla="*/ 5274129 w 6858001"/>
                    <a:gd name="connsiteY116" fmla="*/ 774129 h 874716"/>
                    <a:gd name="connsiteX117" fmla="*/ 5206308 w 6858001"/>
                    <a:gd name="connsiteY117" fmla="*/ 773177 h 874716"/>
                    <a:gd name="connsiteX118" fmla="*/ 5129916 w 6858001"/>
                    <a:gd name="connsiteY118" fmla="*/ 757554 h 874716"/>
                    <a:gd name="connsiteX119" fmla="*/ 5107627 w 6858001"/>
                    <a:gd name="connsiteY119" fmla="*/ 758316 h 874716"/>
                    <a:gd name="connsiteX120" fmla="*/ 5082670 w 6858001"/>
                    <a:gd name="connsiteY120" fmla="*/ 759651 h 874716"/>
                    <a:gd name="connsiteX121" fmla="*/ 5006086 w 6858001"/>
                    <a:gd name="connsiteY121" fmla="*/ 760795 h 874716"/>
                    <a:gd name="connsiteX122" fmla="*/ 4959602 w 6858001"/>
                    <a:gd name="connsiteY122" fmla="*/ 766509 h 874716"/>
                    <a:gd name="connsiteX123" fmla="*/ 4871019 w 6858001"/>
                    <a:gd name="connsiteY123" fmla="*/ 763081 h 874716"/>
                    <a:gd name="connsiteX124" fmla="*/ 4838250 w 6858001"/>
                    <a:gd name="connsiteY124" fmla="*/ 768033 h 874716"/>
                    <a:gd name="connsiteX125" fmla="*/ 4755381 w 6858001"/>
                    <a:gd name="connsiteY125" fmla="*/ 768605 h 874716"/>
                    <a:gd name="connsiteX126" fmla="*/ 4681083 w 6858001"/>
                    <a:gd name="connsiteY126" fmla="*/ 765747 h 874716"/>
                    <a:gd name="connsiteX127" fmla="*/ 4609452 w 6858001"/>
                    <a:gd name="connsiteY127" fmla="*/ 767271 h 874716"/>
                    <a:gd name="connsiteX128" fmla="*/ 4558207 w 6858001"/>
                    <a:gd name="connsiteY128" fmla="*/ 773557 h 874716"/>
                    <a:gd name="connsiteX129" fmla="*/ 4502579 w 6858001"/>
                    <a:gd name="connsiteY129" fmla="*/ 777367 h 874716"/>
                    <a:gd name="connsiteX130" fmla="*/ 4349222 w 6858001"/>
                    <a:gd name="connsiteY130" fmla="*/ 800038 h 874716"/>
                    <a:gd name="connsiteX131" fmla="*/ 4320837 w 6858001"/>
                    <a:gd name="connsiteY131" fmla="*/ 794514 h 874716"/>
                    <a:gd name="connsiteX132" fmla="*/ 4159667 w 6858001"/>
                    <a:gd name="connsiteY132" fmla="*/ 789370 h 874716"/>
                    <a:gd name="connsiteX133" fmla="*/ 4124614 w 6858001"/>
                    <a:gd name="connsiteY133" fmla="*/ 789752 h 874716"/>
                    <a:gd name="connsiteX134" fmla="*/ 4030503 w 6858001"/>
                    <a:gd name="connsiteY134" fmla="*/ 767271 h 874716"/>
                    <a:gd name="connsiteX135" fmla="*/ 3885338 w 6858001"/>
                    <a:gd name="connsiteY135" fmla="*/ 802896 h 874716"/>
                    <a:gd name="connsiteX136" fmla="*/ 3749506 w 6858001"/>
                    <a:gd name="connsiteY136" fmla="*/ 847473 h 874716"/>
                    <a:gd name="connsiteX137" fmla="*/ 3732361 w 6858001"/>
                    <a:gd name="connsiteY137" fmla="*/ 853190 h 874716"/>
                    <a:gd name="connsiteX138" fmla="*/ 3683591 w 6858001"/>
                    <a:gd name="connsiteY138" fmla="*/ 862906 h 874716"/>
                    <a:gd name="connsiteX139" fmla="*/ 3623201 w 6858001"/>
                    <a:gd name="connsiteY139" fmla="*/ 866334 h 874716"/>
                    <a:gd name="connsiteX140" fmla="*/ 3546617 w 6858001"/>
                    <a:gd name="connsiteY140" fmla="*/ 874716 h 874716"/>
                    <a:gd name="connsiteX141" fmla="*/ 3485275 w 6858001"/>
                    <a:gd name="connsiteY141" fmla="*/ 864238 h 874716"/>
                    <a:gd name="connsiteX142" fmla="*/ 3399546 w 6858001"/>
                    <a:gd name="connsiteY142" fmla="*/ 848618 h 874716"/>
                    <a:gd name="connsiteX143" fmla="*/ 3318771 w 6858001"/>
                    <a:gd name="connsiteY143" fmla="*/ 833757 h 874716"/>
                    <a:gd name="connsiteX144" fmla="*/ 3293244 w 6858001"/>
                    <a:gd name="connsiteY144" fmla="*/ 851284 h 874716"/>
                    <a:gd name="connsiteX145" fmla="*/ 3253809 w 6858001"/>
                    <a:gd name="connsiteY145" fmla="*/ 866524 h 874716"/>
                    <a:gd name="connsiteX146" fmla="*/ 3209993 w 6858001"/>
                    <a:gd name="connsiteY146" fmla="*/ 848235 h 874716"/>
                    <a:gd name="connsiteX147" fmla="*/ 3107500 w 6858001"/>
                    <a:gd name="connsiteY147" fmla="*/ 810326 h 874716"/>
                    <a:gd name="connsiteX148" fmla="*/ 3042728 w 6858001"/>
                    <a:gd name="connsiteY148" fmla="*/ 808610 h 874716"/>
                    <a:gd name="connsiteX149" fmla="*/ 2901943 w 6858001"/>
                    <a:gd name="connsiteY149" fmla="*/ 792418 h 874716"/>
                    <a:gd name="connsiteX150" fmla="*/ 2809930 w 6858001"/>
                    <a:gd name="connsiteY150" fmla="*/ 769367 h 874716"/>
                    <a:gd name="connsiteX151" fmla="*/ 2743826 w 6858001"/>
                    <a:gd name="connsiteY151" fmla="*/ 743268 h 874716"/>
                    <a:gd name="connsiteX152" fmla="*/ 2649143 w 6858001"/>
                    <a:gd name="connsiteY152" fmla="*/ 709167 h 874716"/>
                    <a:gd name="connsiteX153" fmla="*/ 2554079 w 6858001"/>
                    <a:gd name="connsiteY153" fmla="*/ 691450 h 874716"/>
                    <a:gd name="connsiteX154" fmla="*/ 2485307 w 6858001"/>
                    <a:gd name="connsiteY154" fmla="*/ 669160 h 874716"/>
                    <a:gd name="connsiteX155" fmla="*/ 2401292 w 6858001"/>
                    <a:gd name="connsiteY155" fmla="*/ 653919 h 874716"/>
                    <a:gd name="connsiteX156" fmla="*/ 2330806 w 6858001"/>
                    <a:gd name="connsiteY156" fmla="*/ 653349 h 874716"/>
                    <a:gd name="connsiteX157" fmla="*/ 2220312 w 6858001"/>
                    <a:gd name="connsiteY157" fmla="*/ 656015 h 874716"/>
                    <a:gd name="connsiteX158" fmla="*/ 2085054 w 6858001"/>
                    <a:gd name="connsiteY158" fmla="*/ 609914 h 874716"/>
                    <a:gd name="connsiteX159" fmla="*/ 2030378 w 6858001"/>
                    <a:gd name="connsiteY159" fmla="*/ 599625 h 874716"/>
                    <a:gd name="connsiteX160" fmla="*/ 1978940 w 6858001"/>
                    <a:gd name="connsiteY160" fmla="*/ 594863 h 874716"/>
                    <a:gd name="connsiteX161" fmla="*/ 1869780 w 6858001"/>
                    <a:gd name="connsiteY161" fmla="*/ 564192 h 874716"/>
                    <a:gd name="connsiteX162" fmla="*/ 1825393 w 6858001"/>
                    <a:gd name="connsiteY162" fmla="*/ 554094 h 874716"/>
                    <a:gd name="connsiteX163" fmla="*/ 1763287 w 6858001"/>
                    <a:gd name="connsiteY163" fmla="*/ 554286 h 874716"/>
                    <a:gd name="connsiteX164" fmla="*/ 1650317 w 6858001"/>
                    <a:gd name="connsiteY164" fmla="*/ 540187 h 874716"/>
                    <a:gd name="connsiteX165" fmla="*/ 1537537 w 6858001"/>
                    <a:gd name="connsiteY165" fmla="*/ 499038 h 874716"/>
                    <a:gd name="connsiteX166" fmla="*/ 1489720 w 6858001"/>
                    <a:gd name="connsiteY166" fmla="*/ 503038 h 874716"/>
                    <a:gd name="connsiteX167" fmla="*/ 1472575 w 6858001"/>
                    <a:gd name="connsiteY167" fmla="*/ 502086 h 874716"/>
                    <a:gd name="connsiteX168" fmla="*/ 1318456 w 6858001"/>
                    <a:gd name="connsiteY168" fmla="*/ 479415 h 874716"/>
                    <a:gd name="connsiteX169" fmla="*/ 1303024 w 6858001"/>
                    <a:gd name="connsiteY169" fmla="*/ 476939 h 874716"/>
                    <a:gd name="connsiteX170" fmla="*/ 1230633 w 6858001"/>
                    <a:gd name="connsiteY170" fmla="*/ 456746 h 874716"/>
                    <a:gd name="connsiteX171" fmla="*/ 1048125 w 6858001"/>
                    <a:gd name="connsiteY171" fmla="*/ 444172 h 874716"/>
                    <a:gd name="connsiteX172" fmla="*/ 1036887 w 6858001"/>
                    <a:gd name="connsiteY172" fmla="*/ 442648 h 874716"/>
                    <a:gd name="connsiteX173" fmla="*/ 975733 w 6858001"/>
                    <a:gd name="connsiteY173" fmla="*/ 452744 h 874716"/>
                    <a:gd name="connsiteX174" fmla="*/ 945444 w 6858001"/>
                    <a:gd name="connsiteY174" fmla="*/ 467033 h 874716"/>
                    <a:gd name="connsiteX175" fmla="*/ 898198 w 6858001"/>
                    <a:gd name="connsiteY175" fmla="*/ 481893 h 874716"/>
                    <a:gd name="connsiteX176" fmla="*/ 850189 w 6858001"/>
                    <a:gd name="connsiteY176" fmla="*/ 487417 h 874716"/>
                    <a:gd name="connsiteX177" fmla="*/ 769605 w 6858001"/>
                    <a:gd name="connsiteY177" fmla="*/ 464937 h 874716"/>
                    <a:gd name="connsiteX178" fmla="*/ 740268 w 6858001"/>
                    <a:gd name="connsiteY178" fmla="*/ 462651 h 874716"/>
                    <a:gd name="connsiteX179" fmla="*/ 674923 w 6858001"/>
                    <a:gd name="connsiteY179" fmla="*/ 451792 h 874716"/>
                    <a:gd name="connsiteX180" fmla="*/ 617772 w 6858001"/>
                    <a:gd name="connsiteY180" fmla="*/ 452554 h 874716"/>
                    <a:gd name="connsiteX181" fmla="*/ 571860 w 6858001"/>
                    <a:gd name="connsiteY181" fmla="*/ 469891 h 874716"/>
                    <a:gd name="connsiteX182" fmla="*/ 505182 w 6858001"/>
                    <a:gd name="connsiteY182" fmla="*/ 473319 h 874716"/>
                    <a:gd name="connsiteX183" fmla="*/ 462126 w 6858001"/>
                    <a:gd name="connsiteY183" fmla="*/ 460747 h 874716"/>
                    <a:gd name="connsiteX184" fmla="*/ 453364 w 6858001"/>
                    <a:gd name="connsiteY184" fmla="*/ 459033 h 874716"/>
                    <a:gd name="connsiteX185" fmla="*/ 340774 w 6858001"/>
                    <a:gd name="connsiteY185" fmla="*/ 458268 h 874716"/>
                    <a:gd name="connsiteX186" fmla="*/ 200182 w 6858001"/>
                    <a:gd name="connsiteY186" fmla="*/ 496180 h 874716"/>
                    <a:gd name="connsiteX187" fmla="*/ 176939 w 6858001"/>
                    <a:gd name="connsiteY187" fmla="*/ 504182 h 874716"/>
                    <a:gd name="connsiteX188" fmla="*/ 63587 w 6858001"/>
                    <a:gd name="connsiteY188" fmla="*/ 518088 h 874716"/>
                    <a:gd name="connsiteX189" fmla="*/ 2817 w 6858001"/>
                    <a:gd name="connsiteY189" fmla="*/ 532187 h 874716"/>
                    <a:gd name="connsiteX190" fmla="*/ 0 w 6858001"/>
                    <a:gd name="connsiteY190" fmla="*/ 533314 h 87471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  <a:cxn ang="0">
                      <a:pos x="connsiteX154" y="connsiteY154"/>
                    </a:cxn>
                    <a:cxn ang="0">
                      <a:pos x="connsiteX155" y="connsiteY155"/>
                    </a:cxn>
                    <a:cxn ang="0">
                      <a:pos x="connsiteX156" y="connsiteY156"/>
                    </a:cxn>
                    <a:cxn ang="0">
                      <a:pos x="connsiteX157" y="connsiteY157"/>
                    </a:cxn>
                    <a:cxn ang="0">
                      <a:pos x="connsiteX158" y="connsiteY158"/>
                    </a:cxn>
                    <a:cxn ang="0">
                      <a:pos x="connsiteX159" y="connsiteY159"/>
                    </a:cxn>
                    <a:cxn ang="0">
                      <a:pos x="connsiteX160" y="connsiteY160"/>
                    </a:cxn>
                    <a:cxn ang="0">
                      <a:pos x="connsiteX161" y="connsiteY161"/>
                    </a:cxn>
                    <a:cxn ang="0">
                      <a:pos x="connsiteX162" y="connsiteY162"/>
                    </a:cxn>
                    <a:cxn ang="0">
                      <a:pos x="connsiteX163" y="connsiteY163"/>
                    </a:cxn>
                    <a:cxn ang="0">
                      <a:pos x="connsiteX164" y="connsiteY164"/>
                    </a:cxn>
                    <a:cxn ang="0">
                      <a:pos x="connsiteX165" y="connsiteY165"/>
                    </a:cxn>
                    <a:cxn ang="0">
                      <a:pos x="connsiteX166" y="connsiteY166"/>
                    </a:cxn>
                    <a:cxn ang="0">
                      <a:pos x="connsiteX167" y="connsiteY167"/>
                    </a:cxn>
                    <a:cxn ang="0">
                      <a:pos x="connsiteX168" y="connsiteY168"/>
                    </a:cxn>
                    <a:cxn ang="0">
                      <a:pos x="connsiteX169" y="connsiteY169"/>
                    </a:cxn>
                    <a:cxn ang="0">
                      <a:pos x="connsiteX170" y="connsiteY170"/>
                    </a:cxn>
                    <a:cxn ang="0">
                      <a:pos x="connsiteX171" y="connsiteY171"/>
                    </a:cxn>
                    <a:cxn ang="0">
                      <a:pos x="connsiteX172" y="connsiteY172"/>
                    </a:cxn>
                    <a:cxn ang="0">
                      <a:pos x="connsiteX173" y="connsiteY173"/>
                    </a:cxn>
                    <a:cxn ang="0">
                      <a:pos x="connsiteX174" y="connsiteY174"/>
                    </a:cxn>
                    <a:cxn ang="0">
                      <a:pos x="connsiteX175" y="connsiteY175"/>
                    </a:cxn>
                    <a:cxn ang="0">
                      <a:pos x="connsiteX176" y="connsiteY176"/>
                    </a:cxn>
                    <a:cxn ang="0">
                      <a:pos x="connsiteX177" y="connsiteY177"/>
                    </a:cxn>
                    <a:cxn ang="0">
                      <a:pos x="connsiteX178" y="connsiteY178"/>
                    </a:cxn>
                    <a:cxn ang="0">
                      <a:pos x="connsiteX179" y="connsiteY179"/>
                    </a:cxn>
                    <a:cxn ang="0">
                      <a:pos x="connsiteX180" y="connsiteY180"/>
                    </a:cxn>
                    <a:cxn ang="0">
                      <a:pos x="connsiteX181" y="connsiteY181"/>
                    </a:cxn>
                    <a:cxn ang="0">
                      <a:pos x="connsiteX182" y="connsiteY182"/>
                    </a:cxn>
                    <a:cxn ang="0">
                      <a:pos x="connsiteX183" y="connsiteY183"/>
                    </a:cxn>
                    <a:cxn ang="0">
                      <a:pos x="connsiteX184" y="connsiteY184"/>
                    </a:cxn>
                    <a:cxn ang="0">
                      <a:pos x="connsiteX185" y="connsiteY185"/>
                    </a:cxn>
                    <a:cxn ang="0">
                      <a:pos x="connsiteX186" y="connsiteY186"/>
                    </a:cxn>
                    <a:cxn ang="0">
                      <a:pos x="connsiteX187" y="connsiteY187"/>
                    </a:cxn>
                    <a:cxn ang="0">
                      <a:pos x="connsiteX188" y="connsiteY188"/>
                    </a:cxn>
                    <a:cxn ang="0">
                      <a:pos x="connsiteX189" y="connsiteY189"/>
                    </a:cxn>
                    <a:cxn ang="0">
                      <a:pos x="connsiteX190" y="connsiteY190"/>
                    </a:cxn>
                  </a:cxnLst>
                  <a:rect l="l" t="t" r="r" b="b"/>
                  <a:pathLst>
                    <a:path w="6858001" h="874716">
                      <a:moveTo>
                        <a:pt x="0" y="533314"/>
                      </a:moveTo>
                      <a:lnTo>
                        <a:pt x="0" y="69206"/>
                      </a:lnTo>
                      <a:lnTo>
                        <a:pt x="21486" y="71924"/>
                      </a:lnTo>
                      <a:cubicBezTo>
                        <a:pt x="92546" y="60493"/>
                        <a:pt x="159604" y="87354"/>
                        <a:pt x="228948" y="88116"/>
                      </a:cubicBezTo>
                      <a:cubicBezTo>
                        <a:pt x="260382" y="88496"/>
                        <a:pt x="291435" y="94592"/>
                        <a:pt x="313533" y="62779"/>
                      </a:cubicBezTo>
                      <a:cubicBezTo>
                        <a:pt x="316389" y="58587"/>
                        <a:pt x="330298" y="60873"/>
                        <a:pt x="338870" y="62207"/>
                      </a:cubicBezTo>
                      <a:cubicBezTo>
                        <a:pt x="357921" y="65066"/>
                        <a:pt x="376781" y="72304"/>
                        <a:pt x="395640" y="72114"/>
                      </a:cubicBezTo>
                      <a:cubicBezTo>
                        <a:pt x="434695" y="71924"/>
                        <a:pt x="473939" y="68876"/>
                        <a:pt x="512802" y="65446"/>
                      </a:cubicBezTo>
                      <a:cubicBezTo>
                        <a:pt x="527470" y="64112"/>
                        <a:pt x="541569" y="58969"/>
                        <a:pt x="556047" y="55349"/>
                      </a:cubicBezTo>
                      <a:cubicBezTo>
                        <a:pt x="564048" y="53253"/>
                        <a:pt x="572622" y="47729"/>
                        <a:pt x="580050" y="48871"/>
                      </a:cubicBezTo>
                      <a:cubicBezTo>
                        <a:pt x="623106" y="55539"/>
                        <a:pt x="662541" y="39157"/>
                        <a:pt x="703308" y="30964"/>
                      </a:cubicBezTo>
                      <a:cubicBezTo>
                        <a:pt x="722169" y="27154"/>
                        <a:pt x="739886" y="18010"/>
                        <a:pt x="758174" y="11724"/>
                      </a:cubicBezTo>
                      <a:cubicBezTo>
                        <a:pt x="762936" y="10008"/>
                        <a:pt x="768271" y="8484"/>
                        <a:pt x="773035" y="8866"/>
                      </a:cubicBezTo>
                      <a:cubicBezTo>
                        <a:pt x="800276" y="11152"/>
                        <a:pt x="827329" y="14390"/>
                        <a:pt x="854379" y="16866"/>
                      </a:cubicBezTo>
                      <a:cubicBezTo>
                        <a:pt x="878956" y="19152"/>
                        <a:pt x="903722" y="19914"/>
                        <a:pt x="915343" y="47919"/>
                      </a:cubicBezTo>
                      <a:cubicBezTo>
                        <a:pt x="917059" y="52301"/>
                        <a:pt x="922773" y="55539"/>
                        <a:pt x="927155" y="58397"/>
                      </a:cubicBezTo>
                      <a:cubicBezTo>
                        <a:pt x="994785" y="102405"/>
                        <a:pt x="1030980" y="101261"/>
                        <a:pt x="1097087" y="54777"/>
                      </a:cubicBezTo>
                      <a:cubicBezTo>
                        <a:pt x="1103945" y="50015"/>
                        <a:pt x="1118613" y="46585"/>
                        <a:pt x="1123185" y="50395"/>
                      </a:cubicBezTo>
                      <a:cubicBezTo>
                        <a:pt x="1162049" y="82020"/>
                        <a:pt x="1204532" y="78590"/>
                        <a:pt x="1249302" y="68684"/>
                      </a:cubicBezTo>
                      <a:cubicBezTo>
                        <a:pt x="1260922" y="66018"/>
                        <a:pt x="1277307" y="66018"/>
                        <a:pt x="1286069" y="72304"/>
                      </a:cubicBezTo>
                      <a:cubicBezTo>
                        <a:pt x="1327790" y="101451"/>
                        <a:pt x="1372560" y="97261"/>
                        <a:pt x="1417899" y="88688"/>
                      </a:cubicBezTo>
                      <a:cubicBezTo>
                        <a:pt x="1424948" y="87354"/>
                        <a:pt x="1433522" y="80114"/>
                        <a:pt x="1436568" y="73448"/>
                      </a:cubicBezTo>
                      <a:cubicBezTo>
                        <a:pt x="1447428" y="49825"/>
                        <a:pt x="1467813" y="41823"/>
                        <a:pt x="1490292" y="35154"/>
                      </a:cubicBezTo>
                      <a:cubicBezTo>
                        <a:pt x="1525727" y="24296"/>
                        <a:pt x="1560588" y="11532"/>
                        <a:pt x="1596213" y="1245"/>
                      </a:cubicBezTo>
                      <a:cubicBezTo>
                        <a:pt x="1604978" y="-1231"/>
                        <a:pt x="1615836" y="293"/>
                        <a:pt x="1624980" y="3150"/>
                      </a:cubicBezTo>
                      <a:cubicBezTo>
                        <a:pt x="1656223" y="12866"/>
                        <a:pt x="1676036" y="37251"/>
                        <a:pt x="1697753" y="59731"/>
                      </a:cubicBezTo>
                      <a:cubicBezTo>
                        <a:pt x="1707279" y="69638"/>
                        <a:pt x="1720423" y="76686"/>
                        <a:pt x="1733188" y="82400"/>
                      </a:cubicBezTo>
                      <a:cubicBezTo>
                        <a:pt x="1766335" y="97071"/>
                        <a:pt x="1800246" y="110215"/>
                        <a:pt x="1833775" y="124121"/>
                      </a:cubicBezTo>
                      <a:cubicBezTo>
                        <a:pt x="1837013" y="125455"/>
                        <a:pt x="1839679" y="128884"/>
                        <a:pt x="1842158" y="131742"/>
                      </a:cubicBezTo>
                      <a:cubicBezTo>
                        <a:pt x="1866922" y="161843"/>
                        <a:pt x="1891497" y="192132"/>
                        <a:pt x="1916454" y="222233"/>
                      </a:cubicBezTo>
                      <a:cubicBezTo>
                        <a:pt x="1921216" y="227947"/>
                        <a:pt x="1928076" y="232139"/>
                        <a:pt x="1933219" y="237663"/>
                      </a:cubicBezTo>
                      <a:cubicBezTo>
                        <a:pt x="1940459" y="245283"/>
                        <a:pt x="1949603" y="252524"/>
                        <a:pt x="1953413" y="261668"/>
                      </a:cubicBezTo>
                      <a:cubicBezTo>
                        <a:pt x="1965224" y="290433"/>
                        <a:pt x="1987894" y="302817"/>
                        <a:pt x="2016469" y="308151"/>
                      </a:cubicBezTo>
                      <a:cubicBezTo>
                        <a:pt x="2042570" y="313104"/>
                        <a:pt x="2068669" y="317296"/>
                        <a:pt x="2094578" y="323010"/>
                      </a:cubicBezTo>
                      <a:cubicBezTo>
                        <a:pt x="2126201" y="329868"/>
                        <a:pt x="2157636" y="337298"/>
                        <a:pt x="2188879" y="345681"/>
                      </a:cubicBezTo>
                      <a:cubicBezTo>
                        <a:pt x="2202404" y="349301"/>
                        <a:pt x="2216692" y="353491"/>
                        <a:pt x="2228314" y="360921"/>
                      </a:cubicBezTo>
                      <a:cubicBezTo>
                        <a:pt x="2260890" y="381496"/>
                        <a:pt x="2295753" y="395402"/>
                        <a:pt x="2334044" y="389878"/>
                      </a:cubicBezTo>
                      <a:cubicBezTo>
                        <a:pt x="2364715" y="385496"/>
                        <a:pt x="2390434" y="396736"/>
                        <a:pt x="2409485" y="414263"/>
                      </a:cubicBezTo>
                      <a:cubicBezTo>
                        <a:pt x="2444158" y="446078"/>
                        <a:pt x="2481305" y="438838"/>
                        <a:pt x="2518264" y="428552"/>
                      </a:cubicBezTo>
                      <a:cubicBezTo>
                        <a:pt x="2537315" y="423217"/>
                        <a:pt x="2552935" y="423979"/>
                        <a:pt x="2571034" y="429122"/>
                      </a:cubicBezTo>
                      <a:cubicBezTo>
                        <a:pt x="2612945" y="441124"/>
                        <a:pt x="2640950" y="473701"/>
                        <a:pt x="2668001" y="502276"/>
                      </a:cubicBezTo>
                      <a:cubicBezTo>
                        <a:pt x="2691054" y="526661"/>
                        <a:pt x="2716963" y="540377"/>
                        <a:pt x="2745348" y="550666"/>
                      </a:cubicBezTo>
                      <a:cubicBezTo>
                        <a:pt x="2781163" y="563810"/>
                        <a:pt x="2809548" y="558858"/>
                        <a:pt x="2826694" y="527233"/>
                      </a:cubicBezTo>
                      <a:cubicBezTo>
                        <a:pt x="2831457" y="518278"/>
                        <a:pt x="2839839" y="507800"/>
                        <a:pt x="2848793" y="505134"/>
                      </a:cubicBezTo>
                      <a:cubicBezTo>
                        <a:pt x="2892037" y="491800"/>
                        <a:pt x="2935854" y="472367"/>
                        <a:pt x="2982148" y="484179"/>
                      </a:cubicBezTo>
                      <a:cubicBezTo>
                        <a:pt x="3046158" y="500372"/>
                        <a:pt x="3108644" y="499420"/>
                        <a:pt x="3172654" y="483417"/>
                      </a:cubicBezTo>
                      <a:cubicBezTo>
                        <a:pt x="3276480" y="457508"/>
                        <a:pt x="3380305" y="430076"/>
                        <a:pt x="3489467" y="435790"/>
                      </a:cubicBezTo>
                      <a:cubicBezTo>
                        <a:pt x="3507563" y="436742"/>
                        <a:pt x="3529090" y="425121"/>
                        <a:pt x="3544713" y="413691"/>
                      </a:cubicBezTo>
                      <a:cubicBezTo>
                        <a:pt x="3574622" y="391974"/>
                        <a:pt x="3573288" y="390258"/>
                        <a:pt x="3606817" y="408167"/>
                      </a:cubicBezTo>
                      <a:cubicBezTo>
                        <a:pt x="3614819" y="412549"/>
                        <a:pt x="3624725" y="415215"/>
                        <a:pt x="3630632" y="421693"/>
                      </a:cubicBezTo>
                      <a:cubicBezTo>
                        <a:pt x="3660731" y="454650"/>
                        <a:pt x="3697880" y="446648"/>
                        <a:pt x="3734837" y="441886"/>
                      </a:cubicBezTo>
                      <a:cubicBezTo>
                        <a:pt x="3741315" y="440934"/>
                        <a:pt x="3749125" y="439600"/>
                        <a:pt x="3754652" y="442268"/>
                      </a:cubicBezTo>
                      <a:cubicBezTo>
                        <a:pt x="3779607" y="454268"/>
                        <a:pt x="3800753" y="450078"/>
                        <a:pt x="3822472" y="433694"/>
                      </a:cubicBezTo>
                      <a:cubicBezTo>
                        <a:pt x="3841331" y="419597"/>
                        <a:pt x="3863049" y="411215"/>
                        <a:pt x="3885338" y="428742"/>
                      </a:cubicBezTo>
                      <a:cubicBezTo>
                        <a:pt x="3934870" y="467605"/>
                        <a:pt x="3987829" y="469509"/>
                        <a:pt x="4043839" y="444934"/>
                      </a:cubicBezTo>
                      <a:cubicBezTo>
                        <a:pt x="4083845" y="427407"/>
                        <a:pt x="4123280" y="423407"/>
                        <a:pt x="4165383" y="441124"/>
                      </a:cubicBezTo>
                      <a:cubicBezTo>
                        <a:pt x="4181576" y="447982"/>
                        <a:pt x="4202531" y="443410"/>
                        <a:pt x="4221391" y="444934"/>
                      </a:cubicBezTo>
                      <a:cubicBezTo>
                        <a:pt x="4232060" y="445696"/>
                        <a:pt x="4243872" y="445886"/>
                        <a:pt x="4253014" y="450650"/>
                      </a:cubicBezTo>
                      <a:cubicBezTo>
                        <a:pt x="4277401" y="462843"/>
                        <a:pt x="4300070" y="478463"/>
                        <a:pt x="4324645" y="490466"/>
                      </a:cubicBezTo>
                      <a:cubicBezTo>
                        <a:pt x="4336457" y="496180"/>
                        <a:pt x="4350554" y="499228"/>
                        <a:pt x="4363890" y="499420"/>
                      </a:cubicBezTo>
                      <a:cubicBezTo>
                        <a:pt x="4403325" y="500372"/>
                        <a:pt x="4442761" y="500372"/>
                        <a:pt x="4482004" y="498658"/>
                      </a:cubicBezTo>
                      <a:cubicBezTo>
                        <a:pt x="4546776" y="495990"/>
                        <a:pt x="4612500" y="495418"/>
                        <a:pt x="4659174" y="438648"/>
                      </a:cubicBezTo>
                      <a:cubicBezTo>
                        <a:pt x="4662986" y="434076"/>
                        <a:pt x="4671176" y="431408"/>
                        <a:pt x="4677655" y="430646"/>
                      </a:cubicBezTo>
                      <a:cubicBezTo>
                        <a:pt x="4707564" y="427027"/>
                        <a:pt x="4738235" y="426645"/>
                        <a:pt x="4767764" y="420739"/>
                      </a:cubicBezTo>
                      <a:cubicBezTo>
                        <a:pt x="4791386" y="415977"/>
                        <a:pt x="4811009" y="417501"/>
                        <a:pt x="4828916" y="434266"/>
                      </a:cubicBezTo>
                      <a:cubicBezTo>
                        <a:pt x="4852348" y="456364"/>
                        <a:pt x="4880925" y="469319"/>
                        <a:pt x="4912168" y="462271"/>
                      </a:cubicBezTo>
                      <a:cubicBezTo>
                        <a:pt x="4943409" y="455412"/>
                        <a:pt x="4963984" y="470271"/>
                        <a:pt x="4987037" y="485703"/>
                      </a:cubicBezTo>
                      <a:cubicBezTo>
                        <a:pt x="5003801" y="496942"/>
                        <a:pt x="5022852" y="511040"/>
                        <a:pt x="5041521" y="512182"/>
                      </a:cubicBezTo>
                      <a:cubicBezTo>
                        <a:pt x="5083814" y="514658"/>
                        <a:pt x="5120201" y="553904"/>
                        <a:pt x="5166113" y="531615"/>
                      </a:cubicBezTo>
                      <a:cubicBezTo>
                        <a:pt x="5169161" y="530091"/>
                        <a:pt x="5174685" y="533901"/>
                        <a:pt x="5179067" y="534853"/>
                      </a:cubicBezTo>
                      <a:cubicBezTo>
                        <a:pt x="5214121" y="542093"/>
                        <a:pt x="5247078" y="535043"/>
                        <a:pt x="5272796" y="511230"/>
                      </a:cubicBezTo>
                      <a:cubicBezTo>
                        <a:pt x="5306516" y="480177"/>
                        <a:pt x="5343855" y="477129"/>
                        <a:pt x="5385384" y="487227"/>
                      </a:cubicBezTo>
                      <a:cubicBezTo>
                        <a:pt x="5398721" y="490466"/>
                        <a:pt x="5412057" y="492752"/>
                        <a:pt x="5425582" y="495418"/>
                      </a:cubicBezTo>
                      <a:cubicBezTo>
                        <a:pt x="5443870" y="499228"/>
                        <a:pt x="5462351" y="503230"/>
                        <a:pt x="5480637" y="507040"/>
                      </a:cubicBezTo>
                      <a:cubicBezTo>
                        <a:pt x="5498356" y="510850"/>
                        <a:pt x="5517979" y="517326"/>
                        <a:pt x="5531693" y="500944"/>
                      </a:cubicBezTo>
                      <a:cubicBezTo>
                        <a:pt x="5543506" y="486845"/>
                        <a:pt x="5551888" y="488179"/>
                        <a:pt x="5562746" y="500372"/>
                      </a:cubicBezTo>
                      <a:cubicBezTo>
                        <a:pt x="5600467" y="543045"/>
                        <a:pt x="5646189" y="569716"/>
                        <a:pt x="5704483" y="571620"/>
                      </a:cubicBezTo>
                      <a:cubicBezTo>
                        <a:pt x="5716485" y="572002"/>
                        <a:pt x="5728678" y="574668"/>
                        <a:pt x="5740488" y="577526"/>
                      </a:cubicBezTo>
                      <a:cubicBezTo>
                        <a:pt x="5747728" y="579241"/>
                        <a:pt x="5756493" y="581147"/>
                        <a:pt x="5760873" y="586291"/>
                      </a:cubicBezTo>
                      <a:cubicBezTo>
                        <a:pt x="5794974" y="625534"/>
                        <a:pt x="5837457" y="652777"/>
                        <a:pt x="5883751" y="674686"/>
                      </a:cubicBezTo>
                      <a:cubicBezTo>
                        <a:pt x="5900323" y="682496"/>
                        <a:pt x="5918042" y="690306"/>
                        <a:pt x="5935949" y="692592"/>
                      </a:cubicBezTo>
                      <a:cubicBezTo>
                        <a:pt x="5954617" y="694878"/>
                        <a:pt x="5974240" y="691068"/>
                        <a:pt x="5993291" y="688972"/>
                      </a:cubicBezTo>
                      <a:cubicBezTo>
                        <a:pt x="6004531" y="687830"/>
                        <a:pt x="6017485" y="688020"/>
                        <a:pt x="6026440" y="682496"/>
                      </a:cubicBezTo>
                      <a:cubicBezTo>
                        <a:pt x="6054825" y="665159"/>
                        <a:pt x="6082258" y="646491"/>
                        <a:pt x="6108738" y="626296"/>
                      </a:cubicBezTo>
                      <a:cubicBezTo>
                        <a:pt x="6131409" y="608960"/>
                        <a:pt x="6135981" y="606483"/>
                        <a:pt x="6155602" y="628202"/>
                      </a:cubicBezTo>
                      <a:cubicBezTo>
                        <a:pt x="6175797" y="650491"/>
                        <a:pt x="6200944" y="662111"/>
                        <a:pt x="6228756" y="666873"/>
                      </a:cubicBezTo>
                      <a:cubicBezTo>
                        <a:pt x="6272764" y="674304"/>
                        <a:pt x="6317151" y="680590"/>
                        <a:pt x="6361539" y="684210"/>
                      </a:cubicBezTo>
                      <a:cubicBezTo>
                        <a:pt x="6401736" y="687448"/>
                        <a:pt x="6420977" y="669922"/>
                        <a:pt x="6428979" y="630106"/>
                      </a:cubicBezTo>
                      <a:cubicBezTo>
                        <a:pt x="6433551" y="608007"/>
                        <a:pt x="6439458" y="584003"/>
                        <a:pt x="6463840" y="578098"/>
                      </a:cubicBezTo>
                      <a:cubicBezTo>
                        <a:pt x="6503658" y="568572"/>
                        <a:pt x="6544997" y="564382"/>
                        <a:pt x="6564620" y="517708"/>
                      </a:cubicBezTo>
                      <a:cubicBezTo>
                        <a:pt x="6575478" y="527995"/>
                        <a:pt x="6582146" y="534091"/>
                        <a:pt x="6588625" y="540187"/>
                      </a:cubicBezTo>
                      <a:cubicBezTo>
                        <a:pt x="6606531" y="557142"/>
                        <a:pt x="6643678" y="564382"/>
                        <a:pt x="6662541" y="549714"/>
                      </a:cubicBezTo>
                      <a:cubicBezTo>
                        <a:pt x="6690354" y="528377"/>
                        <a:pt x="6715883" y="532377"/>
                        <a:pt x="6742552" y="548952"/>
                      </a:cubicBezTo>
                      <a:cubicBezTo>
                        <a:pt x="6764841" y="562668"/>
                        <a:pt x="6788417" y="567954"/>
                        <a:pt x="6812063" y="568430"/>
                      </a:cubicBezTo>
                      <a:lnTo>
                        <a:pt x="6858001" y="562267"/>
                      </a:lnTo>
                      <a:lnTo>
                        <a:pt x="6858001" y="734520"/>
                      </a:lnTo>
                      <a:lnTo>
                        <a:pt x="6815516" y="744220"/>
                      </a:lnTo>
                      <a:cubicBezTo>
                        <a:pt x="6793035" y="749744"/>
                        <a:pt x="6771319" y="759651"/>
                        <a:pt x="6748458" y="763271"/>
                      </a:cubicBezTo>
                      <a:cubicBezTo>
                        <a:pt x="6694164" y="771843"/>
                        <a:pt x="6639488" y="777939"/>
                        <a:pt x="6584812" y="784797"/>
                      </a:cubicBezTo>
                      <a:cubicBezTo>
                        <a:pt x="6528424" y="791846"/>
                        <a:pt x="6472225" y="799276"/>
                        <a:pt x="6415833" y="805562"/>
                      </a:cubicBezTo>
                      <a:cubicBezTo>
                        <a:pt x="6384972" y="808802"/>
                        <a:pt x="6353919" y="809372"/>
                        <a:pt x="6323058" y="812420"/>
                      </a:cubicBezTo>
                      <a:cubicBezTo>
                        <a:pt x="6296005" y="815088"/>
                        <a:pt x="6269144" y="820041"/>
                        <a:pt x="6242093" y="823281"/>
                      </a:cubicBezTo>
                      <a:cubicBezTo>
                        <a:pt x="6218660" y="825947"/>
                        <a:pt x="6195037" y="827471"/>
                        <a:pt x="6171605" y="830139"/>
                      </a:cubicBezTo>
                      <a:cubicBezTo>
                        <a:pt x="6134075" y="834519"/>
                        <a:pt x="6096736" y="839473"/>
                        <a:pt x="6059397" y="844045"/>
                      </a:cubicBezTo>
                      <a:cubicBezTo>
                        <a:pt x="6043776" y="845759"/>
                        <a:pt x="6027392" y="850522"/>
                        <a:pt x="6012723" y="847665"/>
                      </a:cubicBezTo>
                      <a:cubicBezTo>
                        <a:pt x="5975764" y="840425"/>
                        <a:pt x="5939377" y="842521"/>
                        <a:pt x="5902610" y="847473"/>
                      </a:cubicBezTo>
                      <a:cubicBezTo>
                        <a:pt x="5890037" y="849190"/>
                        <a:pt x="5876511" y="848808"/>
                        <a:pt x="5864318" y="845569"/>
                      </a:cubicBezTo>
                      <a:cubicBezTo>
                        <a:pt x="5839361" y="839091"/>
                        <a:pt x="5815169" y="829947"/>
                        <a:pt x="5790592" y="821947"/>
                      </a:cubicBezTo>
                      <a:cubicBezTo>
                        <a:pt x="5787924" y="820995"/>
                        <a:pt x="5784686" y="820803"/>
                        <a:pt x="5781830" y="820233"/>
                      </a:cubicBezTo>
                      <a:cubicBezTo>
                        <a:pt x="5765635" y="816992"/>
                        <a:pt x="5749634" y="813754"/>
                        <a:pt x="5733440" y="810896"/>
                      </a:cubicBezTo>
                      <a:cubicBezTo>
                        <a:pt x="5724678" y="809372"/>
                        <a:pt x="5715723" y="809182"/>
                        <a:pt x="5706959" y="807848"/>
                      </a:cubicBezTo>
                      <a:cubicBezTo>
                        <a:pt x="5673050" y="802514"/>
                        <a:pt x="5635711" y="811468"/>
                        <a:pt x="5606372" y="788417"/>
                      </a:cubicBezTo>
                      <a:cubicBezTo>
                        <a:pt x="5587321" y="773557"/>
                        <a:pt x="5568842" y="776987"/>
                        <a:pt x="5548460" y="779273"/>
                      </a:cubicBezTo>
                      <a:cubicBezTo>
                        <a:pt x="5533027" y="780987"/>
                        <a:pt x="5517215" y="780415"/>
                        <a:pt x="5501594" y="780607"/>
                      </a:cubicBezTo>
                      <a:cubicBezTo>
                        <a:pt x="5474161" y="781177"/>
                        <a:pt x="5446728" y="781369"/>
                        <a:pt x="5419295" y="782321"/>
                      </a:cubicBezTo>
                      <a:cubicBezTo>
                        <a:pt x="5410531" y="782701"/>
                        <a:pt x="5401579" y="787465"/>
                        <a:pt x="5393005" y="786703"/>
                      </a:cubicBezTo>
                      <a:cubicBezTo>
                        <a:pt x="5353379" y="783083"/>
                        <a:pt x="5313754" y="777367"/>
                        <a:pt x="5274129" y="774129"/>
                      </a:cubicBezTo>
                      <a:cubicBezTo>
                        <a:pt x="5251650" y="772225"/>
                        <a:pt x="5228597" y="775843"/>
                        <a:pt x="5206308" y="773177"/>
                      </a:cubicBezTo>
                      <a:cubicBezTo>
                        <a:pt x="5180591" y="770129"/>
                        <a:pt x="5155445" y="762319"/>
                        <a:pt x="5129916" y="757554"/>
                      </a:cubicBezTo>
                      <a:cubicBezTo>
                        <a:pt x="5122867" y="756222"/>
                        <a:pt x="5115057" y="757936"/>
                        <a:pt x="5107627" y="758316"/>
                      </a:cubicBezTo>
                      <a:cubicBezTo>
                        <a:pt x="5099245" y="758699"/>
                        <a:pt x="5091052" y="759461"/>
                        <a:pt x="5082670" y="759651"/>
                      </a:cubicBezTo>
                      <a:cubicBezTo>
                        <a:pt x="5057141" y="760033"/>
                        <a:pt x="5031614" y="759461"/>
                        <a:pt x="5006086" y="760795"/>
                      </a:cubicBezTo>
                      <a:cubicBezTo>
                        <a:pt x="4990465" y="761557"/>
                        <a:pt x="4974082" y="769367"/>
                        <a:pt x="4959602" y="766509"/>
                      </a:cubicBezTo>
                      <a:cubicBezTo>
                        <a:pt x="4930075" y="760985"/>
                        <a:pt x="4900546" y="773367"/>
                        <a:pt x="4871019" y="763081"/>
                      </a:cubicBezTo>
                      <a:cubicBezTo>
                        <a:pt x="4861873" y="760033"/>
                        <a:pt x="4849300" y="767653"/>
                        <a:pt x="4838250" y="768033"/>
                      </a:cubicBezTo>
                      <a:cubicBezTo>
                        <a:pt x="4810627" y="768985"/>
                        <a:pt x="4783004" y="768795"/>
                        <a:pt x="4755381" y="768605"/>
                      </a:cubicBezTo>
                      <a:cubicBezTo>
                        <a:pt x="4730614" y="768415"/>
                        <a:pt x="4704895" y="771081"/>
                        <a:pt x="4681083" y="765747"/>
                      </a:cubicBezTo>
                      <a:cubicBezTo>
                        <a:pt x="4656126" y="760033"/>
                        <a:pt x="4633647" y="760795"/>
                        <a:pt x="4609452" y="767271"/>
                      </a:cubicBezTo>
                      <a:cubicBezTo>
                        <a:pt x="4592878" y="771653"/>
                        <a:pt x="4575351" y="772225"/>
                        <a:pt x="4558207" y="773557"/>
                      </a:cubicBezTo>
                      <a:cubicBezTo>
                        <a:pt x="4539728" y="775081"/>
                        <a:pt x="4519343" y="771081"/>
                        <a:pt x="4502579" y="777367"/>
                      </a:cubicBezTo>
                      <a:cubicBezTo>
                        <a:pt x="4452665" y="796038"/>
                        <a:pt x="4401419" y="800038"/>
                        <a:pt x="4349222" y="800038"/>
                      </a:cubicBezTo>
                      <a:cubicBezTo>
                        <a:pt x="4339695" y="800038"/>
                        <a:pt x="4329979" y="797372"/>
                        <a:pt x="4320837" y="794514"/>
                      </a:cubicBezTo>
                      <a:cubicBezTo>
                        <a:pt x="4267493" y="777367"/>
                        <a:pt x="4213961" y="778891"/>
                        <a:pt x="4159667" y="789370"/>
                      </a:cubicBezTo>
                      <a:cubicBezTo>
                        <a:pt x="4148427" y="791656"/>
                        <a:pt x="4135854" y="792038"/>
                        <a:pt x="4124614" y="789752"/>
                      </a:cubicBezTo>
                      <a:cubicBezTo>
                        <a:pt x="4092989" y="783083"/>
                        <a:pt x="4062318" y="772033"/>
                        <a:pt x="4030503" y="767271"/>
                      </a:cubicBezTo>
                      <a:cubicBezTo>
                        <a:pt x="3977925" y="759461"/>
                        <a:pt x="3932394" y="785749"/>
                        <a:pt x="3885338" y="802896"/>
                      </a:cubicBezTo>
                      <a:cubicBezTo>
                        <a:pt x="3840569" y="819089"/>
                        <a:pt x="3802467" y="855666"/>
                        <a:pt x="3749506" y="847473"/>
                      </a:cubicBezTo>
                      <a:cubicBezTo>
                        <a:pt x="3744173" y="846711"/>
                        <a:pt x="3738267" y="851856"/>
                        <a:pt x="3732361" y="853190"/>
                      </a:cubicBezTo>
                      <a:cubicBezTo>
                        <a:pt x="3716168" y="856810"/>
                        <a:pt x="3699976" y="861190"/>
                        <a:pt x="3683591" y="862906"/>
                      </a:cubicBezTo>
                      <a:cubicBezTo>
                        <a:pt x="3663589" y="865192"/>
                        <a:pt x="3643204" y="864430"/>
                        <a:pt x="3623201" y="866334"/>
                      </a:cubicBezTo>
                      <a:cubicBezTo>
                        <a:pt x="3597482" y="868620"/>
                        <a:pt x="3572146" y="874716"/>
                        <a:pt x="3546617" y="874716"/>
                      </a:cubicBezTo>
                      <a:cubicBezTo>
                        <a:pt x="3526042" y="874716"/>
                        <a:pt x="3505657" y="867668"/>
                        <a:pt x="3485275" y="864238"/>
                      </a:cubicBezTo>
                      <a:cubicBezTo>
                        <a:pt x="3456508" y="859476"/>
                        <a:pt x="3424883" y="860810"/>
                        <a:pt x="3399546" y="848618"/>
                      </a:cubicBezTo>
                      <a:cubicBezTo>
                        <a:pt x="3372495" y="835663"/>
                        <a:pt x="3346776" y="829757"/>
                        <a:pt x="3318771" y="833757"/>
                      </a:cubicBezTo>
                      <a:cubicBezTo>
                        <a:pt x="3309437" y="835091"/>
                        <a:pt x="3297434" y="843093"/>
                        <a:pt x="3293244" y="851284"/>
                      </a:cubicBezTo>
                      <a:cubicBezTo>
                        <a:pt x="3283908" y="869572"/>
                        <a:pt x="3271145" y="872812"/>
                        <a:pt x="3253809" y="866524"/>
                      </a:cubicBezTo>
                      <a:cubicBezTo>
                        <a:pt x="3238758" y="861190"/>
                        <a:pt x="3220280" y="858524"/>
                        <a:pt x="3209993" y="848235"/>
                      </a:cubicBezTo>
                      <a:cubicBezTo>
                        <a:pt x="3180844" y="819089"/>
                        <a:pt x="3143695" y="818136"/>
                        <a:pt x="3107500" y="810326"/>
                      </a:cubicBezTo>
                      <a:cubicBezTo>
                        <a:pt x="3085403" y="805562"/>
                        <a:pt x="3064827" y="805372"/>
                        <a:pt x="3042728" y="808610"/>
                      </a:cubicBezTo>
                      <a:cubicBezTo>
                        <a:pt x="2994722" y="815850"/>
                        <a:pt x="2948047" y="805562"/>
                        <a:pt x="2901943" y="792418"/>
                      </a:cubicBezTo>
                      <a:cubicBezTo>
                        <a:pt x="2871462" y="783655"/>
                        <a:pt x="2840219" y="778321"/>
                        <a:pt x="2809930" y="769367"/>
                      </a:cubicBezTo>
                      <a:cubicBezTo>
                        <a:pt x="2787259" y="762509"/>
                        <a:pt x="2764590" y="754316"/>
                        <a:pt x="2743826" y="743268"/>
                      </a:cubicBezTo>
                      <a:cubicBezTo>
                        <a:pt x="2713723" y="727073"/>
                        <a:pt x="2687436" y="702689"/>
                        <a:pt x="2649143" y="709167"/>
                      </a:cubicBezTo>
                      <a:cubicBezTo>
                        <a:pt x="2615421" y="714881"/>
                        <a:pt x="2584942" y="702881"/>
                        <a:pt x="2554079" y="691450"/>
                      </a:cubicBezTo>
                      <a:cubicBezTo>
                        <a:pt x="2531409" y="683068"/>
                        <a:pt x="2508742" y="674494"/>
                        <a:pt x="2485307" y="669160"/>
                      </a:cubicBezTo>
                      <a:cubicBezTo>
                        <a:pt x="2457492" y="662873"/>
                        <a:pt x="2426059" y="665541"/>
                        <a:pt x="2401292" y="653919"/>
                      </a:cubicBezTo>
                      <a:cubicBezTo>
                        <a:pt x="2375383" y="641727"/>
                        <a:pt x="2353859" y="649919"/>
                        <a:pt x="2330806" y="653349"/>
                      </a:cubicBezTo>
                      <a:cubicBezTo>
                        <a:pt x="2294039" y="658683"/>
                        <a:pt x="2257459" y="668590"/>
                        <a:pt x="2220312" y="656015"/>
                      </a:cubicBezTo>
                      <a:cubicBezTo>
                        <a:pt x="2175163" y="640775"/>
                        <a:pt x="2130393" y="624392"/>
                        <a:pt x="2085054" y="609914"/>
                      </a:cubicBezTo>
                      <a:cubicBezTo>
                        <a:pt x="2067525" y="604387"/>
                        <a:pt x="2048668" y="602101"/>
                        <a:pt x="2030378" y="599625"/>
                      </a:cubicBezTo>
                      <a:cubicBezTo>
                        <a:pt x="2013043" y="597529"/>
                        <a:pt x="1992279" y="602863"/>
                        <a:pt x="1978940" y="594863"/>
                      </a:cubicBezTo>
                      <a:cubicBezTo>
                        <a:pt x="1944649" y="574288"/>
                        <a:pt x="1909408" y="564192"/>
                        <a:pt x="1869780" y="564192"/>
                      </a:cubicBezTo>
                      <a:cubicBezTo>
                        <a:pt x="1854920" y="564192"/>
                        <a:pt x="1840441" y="555618"/>
                        <a:pt x="1825393" y="554094"/>
                      </a:cubicBezTo>
                      <a:cubicBezTo>
                        <a:pt x="1804816" y="552190"/>
                        <a:pt x="1781194" y="547045"/>
                        <a:pt x="1763287" y="554286"/>
                      </a:cubicBezTo>
                      <a:cubicBezTo>
                        <a:pt x="1721185" y="571430"/>
                        <a:pt x="1687086" y="557142"/>
                        <a:pt x="1650317" y="540187"/>
                      </a:cubicBezTo>
                      <a:cubicBezTo>
                        <a:pt x="1614120" y="523423"/>
                        <a:pt x="1576019" y="510088"/>
                        <a:pt x="1537537" y="499038"/>
                      </a:cubicBezTo>
                      <a:cubicBezTo>
                        <a:pt x="1523059" y="495038"/>
                        <a:pt x="1505724" y="501706"/>
                        <a:pt x="1489720" y="503038"/>
                      </a:cubicBezTo>
                      <a:cubicBezTo>
                        <a:pt x="1484004" y="503420"/>
                        <a:pt x="1477717" y="503992"/>
                        <a:pt x="1472575" y="502086"/>
                      </a:cubicBezTo>
                      <a:cubicBezTo>
                        <a:pt x="1422854" y="483797"/>
                        <a:pt x="1372368" y="469891"/>
                        <a:pt x="1318456" y="479415"/>
                      </a:cubicBezTo>
                      <a:cubicBezTo>
                        <a:pt x="1313504" y="480369"/>
                        <a:pt x="1307978" y="478273"/>
                        <a:pt x="1303024" y="476939"/>
                      </a:cubicBezTo>
                      <a:cubicBezTo>
                        <a:pt x="1278829" y="470081"/>
                        <a:pt x="1255206" y="459223"/>
                        <a:pt x="1230633" y="456746"/>
                      </a:cubicBezTo>
                      <a:cubicBezTo>
                        <a:pt x="1170051" y="450650"/>
                        <a:pt x="1109091" y="448172"/>
                        <a:pt x="1048125" y="444172"/>
                      </a:cubicBezTo>
                      <a:cubicBezTo>
                        <a:pt x="1044315" y="443982"/>
                        <a:pt x="1040315" y="443982"/>
                        <a:pt x="1036887" y="442648"/>
                      </a:cubicBezTo>
                      <a:cubicBezTo>
                        <a:pt x="1014406" y="434456"/>
                        <a:pt x="994785" y="437124"/>
                        <a:pt x="975733" y="452744"/>
                      </a:cubicBezTo>
                      <a:cubicBezTo>
                        <a:pt x="967350" y="459603"/>
                        <a:pt x="955920" y="463223"/>
                        <a:pt x="945444" y="467033"/>
                      </a:cubicBezTo>
                      <a:cubicBezTo>
                        <a:pt x="930011" y="472749"/>
                        <a:pt x="914200" y="478273"/>
                        <a:pt x="898198" y="481893"/>
                      </a:cubicBezTo>
                      <a:cubicBezTo>
                        <a:pt x="882384" y="485321"/>
                        <a:pt x="865430" y="490084"/>
                        <a:pt x="850189" y="487417"/>
                      </a:cubicBezTo>
                      <a:cubicBezTo>
                        <a:pt x="822756" y="482655"/>
                        <a:pt x="796655" y="471987"/>
                        <a:pt x="769605" y="464937"/>
                      </a:cubicBezTo>
                      <a:cubicBezTo>
                        <a:pt x="760270" y="462461"/>
                        <a:pt x="749982" y="462843"/>
                        <a:pt x="740268" y="462651"/>
                      </a:cubicBezTo>
                      <a:cubicBezTo>
                        <a:pt x="717977" y="462081"/>
                        <a:pt x="695116" y="467605"/>
                        <a:pt x="674923" y="451792"/>
                      </a:cubicBezTo>
                      <a:cubicBezTo>
                        <a:pt x="656255" y="436934"/>
                        <a:pt x="637392" y="441314"/>
                        <a:pt x="617772" y="452554"/>
                      </a:cubicBezTo>
                      <a:cubicBezTo>
                        <a:pt x="603673" y="460557"/>
                        <a:pt x="587672" y="466843"/>
                        <a:pt x="571860" y="469891"/>
                      </a:cubicBezTo>
                      <a:cubicBezTo>
                        <a:pt x="550141" y="474081"/>
                        <a:pt x="528615" y="475797"/>
                        <a:pt x="505182" y="473319"/>
                      </a:cubicBezTo>
                      <a:cubicBezTo>
                        <a:pt x="488607" y="471605"/>
                        <a:pt x="475081" y="470843"/>
                        <a:pt x="462126" y="460747"/>
                      </a:cubicBezTo>
                      <a:cubicBezTo>
                        <a:pt x="460032" y="459223"/>
                        <a:pt x="456222" y="458841"/>
                        <a:pt x="453364" y="459033"/>
                      </a:cubicBezTo>
                      <a:cubicBezTo>
                        <a:pt x="415835" y="462271"/>
                        <a:pt x="378686" y="460557"/>
                        <a:pt x="340774" y="458268"/>
                      </a:cubicBezTo>
                      <a:cubicBezTo>
                        <a:pt x="292579" y="455222"/>
                        <a:pt x="241901" y="464175"/>
                        <a:pt x="200182" y="496180"/>
                      </a:cubicBezTo>
                      <a:cubicBezTo>
                        <a:pt x="194085" y="500944"/>
                        <a:pt x="184941" y="503038"/>
                        <a:pt x="176939" y="504182"/>
                      </a:cubicBezTo>
                      <a:cubicBezTo>
                        <a:pt x="139219" y="509134"/>
                        <a:pt x="101308" y="512564"/>
                        <a:pt x="63587" y="518088"/>
                      </a:cubicBezTo>
                      <a:cubicBezTo>
                        <a:pt x="43012" y="521137"/>
                        <a:pt x="21486" y="523805"/>
                        <a:pt x="2817" y="532187"/>
                      </a:cubicBezTo>
                      <a:lnTo>
                        <a:pt x="0" y="533314"/>
                      </a:lnTo>
                      <a:close/>
                    </a:path>
                  </a:pathLst>
                </a:custGeom>
                <a:grpFill/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US"/>
                </a:p>
              </p:txBody>
            </p:sp>
          </p:grp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8460ED4-376B-DC0A-6AAE-6198FCDFD3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800" y="1641752"/>
            <a:ext cx="2655887" cy="4384188"/>
          </a:xfrm>
        </p:spPr>
        <p:txBody>
          <a:bodyPr anchor="t">
            <a:normAutofit/>
          </a:bodyPr>
          <a:lstStyle/>
          <a:p>
            <a:r>
              <a:rPr lang="nb-NO" sz="3100">
                <a:solidFill>
                  <a:schemeClr val="bg1"/>
                </a:solidFill>
              </a:rPr>
              <a:t>Arbeidsfasene</a:t>
            </a:r>
          </a:p>
        </p:txBody>
      </p:sp>
      <p:graphicFrame>
        <p:nvGraphicFramePr>
          <p:cNvPr id="6" name="Content Placeholder 2">
            <a:extLst>
              <a:ext uri="{FF2B5EF4-FFF2-40B4-BE49-F238E27FC236}">
                <a16:creationId xmlns:a16="http://schemas.microsoft.com/office/drawing/2014/main" id="{321C4E47-6428-33A7-149F-69932E26E1B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82007429"/>
              </p:ext>
            </p:extLst>
          </p:nvPr>
        </p:nvGraphicFramePr>
        <p:xfrm>
          <a:off x="5232400" y="841375"/>
          <a:ext cx="6121400" cy="518456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78503552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21B507E-05FA-8A0C-7DEF-25296A3EC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6603" y="586855"/>
            <a:ext cx="4769893" cy="3387497"/>
          </a:xfrm>
        </p:spPr>
        <p:txBody>
          <a:bodyPr anchor="b">
            <a:normAutofit/>
          </a:bodyPr>
          <a:lstStyle/>
          <a:p>
            <a:pPr algn="r"/>
            <a:r>
              <a:rPr lang="nb-NO" sz="4000" noProof="0" dirty="0">
                <a:solidFill>
                  <a:srgbClr val="FFFFFF"/>
                </a:solidFill>
              </a:rPr>
              <a:t>Arbeidsfasene </a:t>
            </a:r>
            <a:br>
              <a:rPr lang="nb-NO" sz="4000" noProof="0" dirty="0">
                <a:solidFill>
                  <a:srgbClr val="FFFFFF"/>
                </a:solidFill>
              </a:rPr>
            </a:br>
            <a:r>
              <a:rPr lang="nb-NO" sz="4000" noProof="0" dirty="0">
                <a:solidFill>
                  <a:srgbClr val="FFFFFF"/>
                </a:solidFill>
              </a:rPr>
              <a:t>≠ </a:t>
            </a:r>
            <a:br>
              <a:rPr lang="nb-NO" sz="4000" noProof="0" dirty="0">
                <a:solidFill>
                  <a:srgbClr val="FFFFFF"/>
                </a:solidFill>
              </a:rPr>
            </a:br>
            <a:r>
              <a:rPr lang="nb-NO" sz="4000" noProof="0" dirty="0">
                <a:solidFill>
                  <a:srgbClr val="FFFFFF"/>
                </a:solidFill>
              </a:rPr>
              <a:t>disposisjon for oppgaven/analysen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7365DF-ECD6-430A-B296-8D4C8900D3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3158" y="649480"/>
            <a:ext cx="4862447" cy="5546047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nb-NO" sz="2000" noProof="0" dirty="0"/>
              <a:t>Vanlig disposisjon:</a:t>
            </a:r>
          </a:p>
          <a:p>
            <a:pPr marL="0" indent="0">
              <a:buNone/>
            </a:pPr>
            <a:endParaRPr lang="nb-NO" sz="2000" noProof="0" dirty="0"/>
          </a:p>
          <a:p>
            <a:r>
              <a:rPr lang="nb-NO" sz="2000" noProof="0" dirty="0"/>
              <a:t>Sammendrag</a:t>
            </a:r>
          </a:p>
          <a:p>
            <a:r>
              <a:rPr lang="nb-NO" sz="2000" dirty="0"/>
              <a:t>Bakgrunn/problem</a:t>
            </a:r>
            <a:r>
              <a:rPr lang="nb-NO" sz="2000" noProof="0" dirty="0"/>
              <a:t>beskrivelse</a:t>
            </a:r>
          </a:p>
          <a:p>
            <a:r>
              <a:rPr lang="nb-NO" sz="2000" noProof="0" dirty="0"/>
              <a:t>Tiltak</a:t>
            </a:r>
          </a:p>
          <a:p>
            <a:r>
              <a:rPr lang="nb-NO" sz="2000" noProof="0" dirty="0"/>
              <a:t>Tallfesting/Data/Metodikk/Tidligere forskning og rapporter</a:t>
            </a:r>
          </a:p>
          <a:p>
            <a:r>
              <a:rPr lang="nb-NO" sz="2000" noProof="0" dirty="0"/>
              <a:t> NV-analyse</a:t>
            </a:r>
          </a:p>
          <a:p>
            <a:r>
              <a:rPr lang="nb-NO" sz="2000" noProof="0" dirty="0"/>
              <a:t> Usikkerhetsanalyse, scenarier</a:t>
            </a:r>
          </a:p>
          <a:p>
            <a:r>
              <a:rPr lang="nb-NO" sz="2000" noProof="0" dirty="0"/>
              <a:t> Ikke prissatte virkninger/Fordelingsvirkninger/Andre relevante forhold</a:t>
            </a:r>
          </a:p>
          <a:p>
            <a:r>
              <a:rPr lang="nb-NO" sz="2000" noProof="0" dirty="0"/>
              <a:t> Konklusjon</a:t>
            </a:r>
          </a:p>
        </p:txBody>
      </p:sp>
    </p:spTree>
    <p:extLst>
      <p:ext uri="{BB962C8B-B14F-4D97-AF65-F5344CB8AC3E}">
        <p14:creationId xmlns:p14="http://schemas.microsoft.com/office/powerpoint/2010/main" val="17203227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C05CBC3C-2E5A-4839-8B9B-2E5A6ADF0F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DB5B423A-57CC-4C58-AA26-8E2E862B03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1"/>
            <a:ext cx="5217023" cy="3994777"/>
          </a:xfrm>
          <a:custGeom>
            <a:avLst/>
            <a:gdLst>
              <a:gd name="connsiteX0" fmla="*/ 1945461 w 5217023"/>
              <a:gd name="connsiteY0" fmla="*/ 3787398 h 3994777"/>
              <a:gd name="connsiteX1" fmla="*/ 1942113 w 5217023"/>
              <a:gd name="connsiteY1" fmla="*/ 3790053 h 3994777"/>
              <a:gd name="connsiteX2" fmla="*/ 1946982 w 5217023"/>
              <a:gd name="connsiteY2" fmla="*/ 3787990 h 3994777"/>
              <a:gd name="connsiteX3" fmla="*/ 1945461 w 5217023"/>
              <a:gd name="connsiteY3" fmla="*/ 3787398 h 3994777"/>
              <a:gd name="connsiteX4" fmla="*/ 0 w 5217023"/>
              <a:gd name="connsiteY4" fmla="*/ 0 h 3994777"/>
              <a:gd name="connsiteX5" fmla="*/ 5030958 w 5217023"/>
              <a:gd name="connsiteY5" fmla="*/ 0 h 3994777"/>
              <a:gd name="connsiteX6" fmla="*/ 5046198 w 5217023"/>
              <a:gd name="connsiteY6" fmla="*/ 153449 h 3994777"/>
              <a:gd name="connsiteX7" fmla="*/ 5055729 w 5217023"/>
              <a:gd name="connsiteY7" fmla="*/ 415828 h 3994777"/>
              <a:gd name="connsiteX8" fmla="*/ 4735242 w 5217023"/>
              <a:gd name="connsiteY8" fmla="*/ 1867130 h 3994777"/>
              <a:gd name="connsiteX9" fmla="*/ 3907395 w 5217023"/>
              <a:gd name="connsiteY9" fmla="*/ 2938441 h 3994777"/>
              <a:gd name="connsiteX10" fmla="*/ 3946497 w 5217023"/>
              <a:gd name="connsiteY10" fmla="*/ 2908567 h 3994777"/>
              <a:gd name="connsiteX11" fmla="*/ 4585421 w 5217023"/>
              <a:gd name="connsiteY11" fmla="*/ 2188401 h 3994777"/>
              <a:gd name="connsiteX12" fmla="*/ 5142585 w 5217023"/>
              <a:gd name="connsiteY12" fmla="*/ 276891 h 3994777"/>
              <a:gd name="connsiteX13" fmla="*/ 5121833 w 5217023"/>
              <a:gd name="connsiteY13" fmla="*/ 30208 h 3994777"/>
              <a:gd name="connsiteX14" fmla="*/ 5116229 w 5217023"/>
              <a:gd name="connsiteY14" fmla="*/ 0 h 3994777"/>
              <a:gd name="connsiteX15" fmla="*/ 5184724 w 5217023"/>
              <a:gd name="connsiteY15" fmla="*/ 0 h 3994777"/>
              <a:gd name="connsiteX16" fmla="*/ 5196265 w 5217023"/>
              <a:gd name="connsiteY16" fmla="*/ 66113 h 3994777"/>
              <a:gd name="connsiteX17" fmla="*/ 5058603 w 5217023"/>
              <a:gd name="connsiteY17" fmla="*/ 1368242 h 3994777"/>
              <a:gd name="connsiteX18" fmla="*/ 4096624 w 5217023"/>
              <a:gd name="connsiteY18" fmla="*/ 2870829 h 3994777"/>
              <a:gd name="connsiteX19" fmla="*/ 3833203 w 5217023"/>
              <a:gd name="connsiteY19" fmla="*/ 3092190 h 3994777"/>
              <a:gd name="connsiteX20" fmla="*/ 3536509 w 5217023"/>
              <a:gd name="connsiteY20" fmla="*/ 3297128 h 3994777"/>
              <a:gd name="connsiteX21" fmla="*/ 3148966 w 5217023"/>
              <a:gd name="connsiteY21" fmla="*/ 3485478 h 3994777"/>
              <a:gd name="connsiteX22" fmla="*/ 1860557 w 5217023"/>
              <a:gd name="connsiteY22" fmla="*/ 3880910 h 3994777"/>
              <a:gd name="connsiteX23" fmla="*/ 573715 w 5217023"/>
              <a:gd name="connsiteY23" fmla="*/ 3983764 h 3994777"/>
              <a:gd name="connsiteX24" fmla="*/ 108410 w 5217023"/>
              <a:gd name="connsiteY24" fmla="*/ 3908816 h 3994777"/>
              <a:gd name="connsiteX25" fmla="*/ 0 w 5217023"/>
              <a:gd name="connsiteY25" fmla="*/ 3876793 h 3994777"/>
              <a:gd name="connsiteX26" fmla="*/ 0 w 5217023"/>
              <a:gd name="connsiteY26" fmla="*/ 3802912 h 3994777"/>
              <a:gd name="connsiteX27" fmla="*/ 36975 w 5217023"/>
              <a:gd name="connsiteY27" fmla="*/ 3815954 h 3994777"/>
              <a:gd name="connsiteX28" fmla="*/ 561628 w 5217023"/>
              <a:gd name="connsiteY28" fmla="*/ 3912655 h 3994777"/>
              <a:gd name="connsiteX29" fmla="*/ 1683086 w 5217023"/>
              <a:gd name="connsiteY29" fmla="*/ 3844334 h 3994777"/>
              <a:gd name="connsiteX30" fmla="*/ 1806023 w 5217023"/>
              <a:gd name="connsiteY30" fmla="*/ 3820992 h 3994777"/>
              <a:gd name="connsiteX31" fmla="*/ 1921817 w 5217023"/>
              <a:gd name="connsiteY31" fmla="*/ 3795747 h 3994777"/>
              <a:gd name="connsiteX32" fmla="*/ 1243689 w 5217023"/>
              <a:gd name="connsiteY32" fmla="*/ 3846539 h 3994777"/>
              <a:gd name="connsiteX33" fmla="*/ 62875 w 5217023"/>
              <a:gd name="connsiteY33" fmla="*/ 3668143 h 3994777"/>
              <a:gd name="connsiteX34" fmla="*/ 0 w 5217023"/>
              <a:gd name="connsiteY34" fmla="*/ 3644185 h 39947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5217023" h="3994777">
                <a:moveTo>
                  <a:pt x="1945461" y="3787398"/>
                </a:moveTo>
                <a:lnTo>
                  <a:pt x="1942113" y="3790053"/>
                </a:lnTo>
                <a:lnTo>
                  <a:pt x="1946982" y="3787990"/>
                </a:lnTo>
                <a:cubicBezTo>
                  <a:pt x="1946982" y="3787990"/>
                  <a:pt x="1946379" y="3787019"/>
                  <a:pt x="1945461" y="3787398"/>
                </a:cubicBezTo>
                <a:close/>
                <a:moveTo>
                  <a:pt x="0" y="0"/>
                </a:moveTo>
                <a:lnTo>
                  <a:pt x="5030958" y="0"/>
                </a:lnTo>
                <a:lnTo>
                  <a:pt x="5046198" y="153449"/>
                </a:lnTo>
                <a:cubicBezTo>
                  <a:pt x="5052189" y="240558"/>
                  <a:pt x="5055458" y="328007"/>
                  <a:pt x="5055729" y="415828"/>
                </a:cubicBezTo>
                <a:cubicBezTo>
                  <a:pt x="5057604" y="923672"/>
                  <a:pt x="4959210" y="1409054"/>
                  <a:pt x="4735242" y="1867130"/>
                </a:cubicBezTo>
                <a:cubicBezTo>
                  <a:pt x="4533284" y="2280198"/>
                  <a:pt x="4248921" y="2629330"/>
                  <a:pt x="3907395" y="2938441"/>
                </a:cubicBezTo>
                <a:cubicBezTo>
                  <a:pt x="3922498" y="2931535"/>
                  <a:pt x="3935859" y="2921330"/>
                  <a:pt x="3946497" y="2908567"/>
                </a:cubicBezTo>
                <a:cubicBezTo>
                  <a:pt x="4193494" y="2700987"/>
                  <a:pt x="4408756" y="2458364"/>
                  <a:pt x="4585421" y="2188401"/>
                </a:cubicBezTo>
                <a:cubicBezTo>
                  <a:pt x="4967641" y="1608533"/>
                  <a:pt x="5169304" y="975361"/>
                  <a:pt x="5142585" y="276891"/>
                </a:cubicBezTo>
                <a:cubicBezTo>
                  <a:pt x="5139764" y="194215"/>
                  <a:pt x="5132824" y="111888"/>
                  <a:pt x="5121833" y="30208"/>
                </a:cubicBezTo>
                <a:lnTo>
                  <a:pt x="5116229" y="0"/>
                </a:lnTo>
                <a:lnTo>
                  <a:pt x="5184724" y="0"/>
                </a:lnTo>
                <a:lnTo>
                  <a:pt x="5196265" y="66113"/>
                </a:lnTo>
                <a:cubicBezTo>
                  <a:pt x="5249921" y="496647"/>
                  <a:pt x="5197997" y="931171"/>
                  <a:pt x="5058603" y="1368242"/>
                </a:cubicBezTo>
                <a:cubicBezTo>
                  <a:pt x="4872414" y="1953929"/>
                  <a:pt x="4544298" y="2451351"/>
                  <a:pt x="4096624" y="2870829"/>
                </a:cubicBezTo>
                <a:cubicBezTo>
                  <a:pt x="4012832" y="2949426"/>
                  <a:pt x="3924415" y="3022439"/>
                  <a:pt x="3833203" y="3092190"/>
                </a:cubicBezTo>
                <a:cubicBezTo>
                  <a:pt x="3741992" y="3161943"/>
                  <a:pt x="3648667" y="3225510"/>
                  <a:pt x="3536509" y="3297128"/>
                </a:cubicBezTo>
                <a:cubicBezTo>
                  <a:pt x="3427215" y="3372735"/>
                  <a:pt x="3288598" y="3430233"/>
                  <a:pt x="3148966" y="3485478"/>
                </a:cubicBezTo>
                <a:cubicBezTo>
                  <a:pt x="2729930" y="3651299"/>
                  <a:pt x="2302194" y="3788890"/>
                  <a:pt x="1860557" y="3880910"/>
                </a:cubicBezTo>
                <a:cubicBezTo>
                  <a:pt x="1435974" y="3969444"/>
                  <a:pt x="1008052" y="4017957"/>
                  <a:pt x="573715" y="3983764"/>
                </a:cubicBezTo>
                <a:cubicBezTo>
                  <a:pt x="415134" y="3971300"/>
                  <a:pt x="259585" y="3947743"/>
                  <a:pt x="108410" y="3908816"/>
                </a:cubicBezTo>
                <a:lnTo>
                  <a:pt x="0" y="3876793"/>
                </a:lnTo>
                <a:lnTo>
                  <a:pt x="0" y="3802912"/>
                </a:lnTo>
                <a:lnTo>
                  <a:pt x="36975" y="3815954"/>
                </a:lnTo>
                <a:cubicBezTo>
                  <a:pt x="206404" y="3867475"/>
                  <a:pt x="382020" y="3897326"/>
                  <a:pt x="561628" y="3912655"/>
                </a:cubicBezTo>
                <a:cubicBezTo>
                  <a:pt x="938583" y="3944832"/>
                  <a:pt x="1311814" y="3910697"/>
                  <a:pt x="1683086" y="3844334"/>
                </a:cubicBezTo>
                <a:cubicBezTo>
                  <a:pt x="1724123" y="3837151"/>
                  <a:pt x="1765097" y="3829374"/>
                  <a:pt x="1806023" y="3820992"/>
                </a:cubicBezTo>
                <a:cubicBezTo>
                  <a:pt x="1844740" y="3813079"/>
                  <a:pt x="1883218" y="3804161"/>
                  <a:pt x="1921817" y="3795747"/>
                </a:cubicBezTo>
                <a:cubicBezTo>
                  <a:pt x="1697011" y="3826435"/>
                  <a:pt x="1470551" y="3843387"/>
                  <a:pt x="1243689" y="3846539"/>
                </a:cubicBezTo>
                <a:cubicBezTo>
                  <a:pt x="839058" y="3849054"/>
                  <a:pt x="443424" y="3800206"/>
                  <a:pt x="62875" y="3668143"/>
                </a:cubicBezTo>
                <a:lnTo>
                  <a:pt x="0" y="3644185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28F9D18-F8D5-FBDC-9605-5242E30C25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73770"/>
            <a:ext cx="3220329" cy="2027227"/>
          </a:xfrm>
        </p:spPr>
        <p:txBody>
          <a:bodyPr anchor="t">
            <a:normAutofit/>
          </a:bodyPr>
          <a:lstStyle/>
          <a:p>
            <a:r>
              <a:rPr lang="nb-NO" sz="5400" dirty="0">
                <a:solidFill>
                  <a:srgbClr val="FFFFFF"/>
                </a:solidFill>
              </a:rPr>
              <a:t>Analysen skal</a:t>
            </a:r>
          </a:p>
        </p:txBody>
      </p:sp>
      <p:graphicFrame>
        <p:nvGraphicFramePr>
          <p:cNvPr id="19" name="Content Placeholder 2">
            <a:extLst>
              <a:ext uri="{FF2B5EF4-FFF2-40B4-BE49-F238E27FC236}">
                <a16:creationId xmlns:a16="http://schemas.microsoft.com/office/drawing/2014/main" id="{120B3B0C-F76D-CFAC-08C8-8B3BEB5F626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04623596"/>
              </p:ext>
            </p:extLst>
          </p:nvPr>
        </p:nvGraphicFramePr>
        <p:xfrm>
          <a:off x="5542672" y="541606"/>
          <a:ext cx="5811128" cy="567821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70498915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285EDDD-0F0F-3789-BD02-388D81A9768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1326" y="5509057"/>
            <a:ext cx="5395567" cy="113683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2A3C1DC-CB40-8ADB-E701-0EFBE4E91B6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27267" y="1265583"/>
            <a:ext cx="2111276" cy="175739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B2E5BEF-687C-33BA-DF8E-6B91024C9F2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84543" y="3379153"/>
            <a:ext cx="5550375" cy="248227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774C1B0-AFBC-6360-4B02-A88563D41F7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3676" y="1577254"/>
            <a:ext cx="6837216" cy="370349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734D837-FB56-23D1-C5B9-B203626C069E}"/>
              </a:ext>
            </a:extLst>
          </p:cNvPr>
          <p:cNvSpPr txBox="1"/>
          <p:nvPr/>
        </p:nvSpPr>
        <p:spPr>
          <a:xfrm>
            <a:off x="2414516" y="324635"/>
            <a:ext cx="736296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b-NO" sz="3200" noProof="0"/>
              <a:t>Samfunsøkonomiske</a:t>
            </a:r>
            <a:r>
              <a:rPr lang="nb-NO" sz="3200" noProof="0" dirty="0"/>
              <a:t> analyser</a:t>
            </a:r>
          </a:p>
        </p:txBody>
      </p:sp>
    </p:spTree>
    <p:extLst>
      <p:ext uri="{BB962C8B-B14F-4D97-AF65-F5344CB8AC3E}">
        <p14:creationId xmlns:p14="http://schemas.microsoft.com/office/powerpoint/2010/main" val="153283285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E51BA4DF-2BD4-4EC2-B1DB-B27C8AC718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8051515-D931-0C4B-C086-AC7EB78A94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53733" y="548464"/>
            <a:ext cx="6798541" cy="1675623"/>
          </a:xfrm>
        </p:spPr>
        <p:txBody>
          <a:bodyPr anchor="b">
            <a:normAutofit/>
          </a:bodyPr>
          <a:lstStyle/>
          <a:p>
            <a:r>
              <a:rPr lang="nb-NO" sz="4000" noProof="0"/>
              <a:t>Tema</a:t>
            </a:r>
            <a:endParaRPr lang="nb-NO" sz="4000" noProof="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40E534A-A40D-344B-EC7A-5BA62773E27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1016" r="23091"/>
          <a:stretch>
            <a:fillRect/>
          </a:stretch>
        </p:blipFill>
        <p:spPr>
          <a:xfrm>
            <a:off x="1" y="10"/>
            <a:ext cx="4196496" cy="6857990"/>
          </a:xfrm>
          <a:prstGeom prst="rect">
            <a:avLst/>
          </a:prstGeom>
          <a:effectLst/>
        </p:spPr>
      </p:pic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C8515E72-7B64-3945-4218-DEF88832C51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67372533"/>
              </p:ext>
            </p:extLst>
          </p:nvPr>
        </p:nvGraphicFramePr>
        <p:xfrm>
          <a:off x="4553734" y="2409830"/>
          <a:ext cx="6798539" cy="370521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5253104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3035</TotalTime>
  <Words>867</Words>
  <Application>Microsoft Office PowerPoint</Application>
  <PresentationFormat>Widescreen</PresentationFormat>
  <Paragraphs>167</Paragraphs>
  <Slides>20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6" baseType="lpstr">
      <vt:lpstr>Aptos</vt:lpstr>
      <vt:lpstr>Aptos Display</vt:lpstr>
      <vt:lpstr>Arial</vt:lpstr>
      <vt:lpstr>Calibri</vt:lpstr>
      <vt:lpstr>Georgia</vt:lpstr>
      <vt:lpstr>Office Theme</vt:lpstr>
      <vt:lpstr>Nytte-kostnadsanalyse i teori og praksis </vt:lpstr>
      <vt:lpstr>Om kurset</vt:lpstr>
      <vt:lpstr>PowerPoint Presentation</vt:lpstr>
      <vt:lpstr>PowerPoint Presentation</vt:lpstr>
      <vt:lpstr>Hva er nytte-kostnadsanalyse?</vt:lpstr>
      <vt:lpstr>Hvorfor? </vt:lpstr>
      <vt:lpstr>Historisk utvikling</vt:lpstr>
      <vt:lpstr>Hjemmelekse</vt:lpstr>
      <vt:lpstr>PowerPoint Presentation</vt:lpstr>
      <vt:lpstr>PowerPoint Presentation</vt:lpstr>
      <vt:lpstr>PowerPoint Presentation</vt:lpstr>
      <vt:lpstr>PowerPoint Presentation</vt:lpstr>
      <vt:lpstr>Informasjon som må innhentes</vt:lpstr>
      <vt:lpstr>Mer om samfunnsøkonomiske analyser</vt:lpstr>
      <vt:lpstr>Vanlige utfordringer</vt:lpstr>
      <vt:lpstr>Arbeidsfasene</vt:lpstr>
      <vt:lpstr>Arbeidsfasene  ≠  disposisjon for oppgaven/analysen</vt:lpstr>
      <vt:lpstr>Analysen skal</vt:lpstr>
      <vt:lpstr>PowerPoint Presentation</vt:lpstr>
      <vt:lpstr>Tema</vt:lpstr>
    </vt:vector>
  </TitlesOfParts>
  <Company>UiT The Arctic University of Norway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Espen Sirnes</dc:creator>
  <cp:lastModifiedBy>Espen Sirnes</cp:lastModifiedBy>
  <cp:revision>1</cp:revision>
  <dcterms:created xsi:type="dcterms:W3CDTF">2026-08-11T09:26:22Z</dcterms:created>
  <dcterms:modified xsi:type="dcterms:W3CDTF">2026-08-17T09:49:55Z</dcterms:modified>
</cp:coreProperties>
</file>