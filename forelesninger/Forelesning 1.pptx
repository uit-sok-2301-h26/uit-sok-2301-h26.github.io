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1" r:id="rId2"/>
    <p:sldId id="263" r:id="rId3"/>
    <p:sldId id="265" r:id="rId4"/>
    <p:sldId id="268" r:id="rId5"/>
    <p:sldId id="262" r:id="rId6"/>
    <p:sldId id="271" r:id="rId7"/>
    <p:sldId id="270" r:id="rId8"/>
    <p:sldId id="277" r:id="rId9"/>
    <p:sldId id="257" r:id="rId10"/>
    <p:sldId id="258" r:id="rId11"/>
    <p:sldId id="259" r:id="rId12"/>
    <p:sldId id="260" r:id="rId13"/>
    <p:sldId id="264" r:id="rId14"/>
    <p:sldId id="276" r:id="rId15"/>
    <p:sldId id="269" r:id="rId16"/>
    <p:sldId id="274" r:id="rId17"/>
    <p:sldId id="278" r:id="rId18"/>
    <p:sldId id="275" r:id="rId19"/>
    <p:sldId id="273" r:id="rId20"/>
    <p:sldId id="272" r:id="rId21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B89AAD-95EA-4AB4-BCE4-9DFD88F8684F}" v="8" dt="2026-08-17T09:49:14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pen Sirnes" userId="a3dc4f38-a105-43a6-a77e-f1a999ec558b" providerId="ADAL" clId="{EA2A2A98-0D86-4FD2-8A8E-2B4D48E3B936}"/>
    <pc:docChg chg="undo custSel addSld delSld modSld sldOrd">
      <pc:chgData name="Espen Sirnes" userId="a3dc4f38-a105-43a6-a77e-f1a999ec558b" providerId="ADAL" clId="{EA2A2A98-0D86-4FD2-8A8E-2B4D48E3B936}" dt="2026-08-17T10:02:18.748" v="3687" actId="20577"/>
      <pc:docMkLst>
        <pc:docMk/>
      </pc:docMkLst>
      <pc:sldChg chg="modSp add mod setBg">
        <pc:chgData name="Espen Sirnes" userId="a3dc4f38-a105-43a6-a77e-f1a999ec558b" providerId="ADAL" clId="{EA2A2A98-0D86-4FD2-8A8E-2B4D48E3B936}" dt="2026-08-11T11:32:46.626" v="998" actId="20577"/>
        <pc:sldMkLst>
          <pc:docMk/>
          <pc:sldMk cId="0" sldId="257"/>
        </pc:sldMkLst>
        <pc:spChg chg="mod">
          <ac:chgData name="Espen Sirnes" userId="a3dc4f38-a105-43a6-a77e-f1a999ec558b" providerId="ADAL" clId="{EA2A2A98-0D86-4FD2-8A8E-2B4D48E3B936}" dt="2026-08-11T11:32:46.626" v="998" actId="20577"/>
          <ac:spMkLst>
            <pc:docMk/>
            <pc:sldMk cId="0" sldId="257"/>
            <ac:spMk id="3" creationId="{00000000-0000-0000-0000-000000000000}"/>
          </ac:spMkLst>
        </pc:spChg>
      </pc:sldChg>
      <pc:sldChg chg="add setBg">
        <pc:chgData name="Espen Sirnes" userId="a3dc4f38-a105-43a6-a77e-f1a999ec558b" providerId="ADAL" clId="{EA2A2A98-0D86-4FD2-8A8E-2B4D48E3B936}" dt="2026-08-11T09:28:47.108" v="2"/>
        <pc:sldMkLst>
          <pc:docMk/>
          <pc:sldMk cId="0" sldId="258"/>
        </pc:sldMkLst>
      </pc:sldChg>
      <pc:sldChg chg="addSp delSp modSp add mod setBg">
        <pc:chgData name="Espen Sirnes" userId="a3dc4f38-a105-43a6-a77e-f1a999ec558b" providerId="ADAL" clId="{EA2A2A98-0D86-4FD2-8A8E-2B4D48E3B936}" dt="2026-08-11T11:27:57.011" v="988" actId="20577"/>
        <pc:sldMkLst>
          <pc:docMk/>
          <pc:sldMk cId="0" sldId="259"/>
        </pc:sldMkLst>
        <pc:spChg chg="mod">
          <ac:chgData name="Espen Sirnes" userId="a3dc4f38-a105-43a6-a77e-f1a999ec558b" providerId="ADAL" clId="{EA2A2A98-0D86-4FD2-8A8E-2B4D48E3B936}" dt="2026-08-11T11:27:57.011" v="988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1:27:04.539" v="948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1:27:04.539" v="948" actId="79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1:27:04.539" v="948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09:31:47.076" v="46" actId="14100"/>
          <ac:spMkLst>
            <pc:docMk/>
            <pc:sldMk cId="0" sldId="259"/>
            <ac:spMk id="30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09:31:53.215" v="47" actId="14100"/>
          <ac:spMkLst>
            <pc:docMk/>
            <pc:sldMk cId="0" sldId="259"/>
            <ac:spMk id="31" creationId="{00000000-0000-0000-0000-000000000000}"/>
          </ac:spMkLst>
        </pc:spChg>
        <pc:spChg chg="add mod">
          <ac:chgData name="Espen Sirnes" userId="a3dc4f38-a105-43a6-a77e-f1a999ec558b" providerId="ADAL" clId="{EA2A2A98-0D86-4FD2-8A8E-2B4D48E3B936}" dt="2026-08-11T09:29:10.164" v="12" actId="1038"/>
          <ac:spMkLst>
            <pc:docMk/>
            <pc:sldMk cId="0" sldId="259"/>
            <ac:spMk id="51" creationId="{4DEE7430-F2BB-41D9-E006-B04C01DDEA58}"/>
          </ac:spMkLst>
        </pc:spChg>
        <pc:spChg chg="add mod">
          <ac:chgData name="Espen Sirnes" userId="a3dc4f38-a105-43a6-a77e-f1a999ec558b" providerId="ADAL" clId="{EA2A2A98-0D86-4FD2-8A8E-2B4D48E3B936}" dt="2026-08-11T09:29:10.164" v="12" actId="1038"/>
          <ac:spMkLst>
            <pc:docMk/>
            <pc:sldMk cId="0" sldId="259"/>
            <ac:spMk id="53" creationId="{32398D50-7886-9090-9D0F-E627B78D95B4}"/>
          </ac:spMkLst>
        </pc:spChg>
        <pc:spChg chg="add mod">
          <ac:chgData name="Espen Sirnes" userId="a3dc4f38-a105-43a6-a77e-f1a999ec558b" providerId="ADAL" clId="{EA2A2A98-0D86-4FD2-8A8E-2B4D48E3B936}" dt="2026-08-11T11:27:04.539" v="948" actId="790"/>
          <ac:spMkLst>
            <pc:docMk/>
            <pc:sldMk cId="0" sldId="259"/>
            <ac:spMk id="55" creationId="{D5D4CA2E-CE07-3C2D-9335-7535C2EBD941}"/>
          </ac:spMkLst>
        </pc:spChg>
        <pc:spChg chg="add mod">
          <ac:chgData name="Espen Sirnes" userId="a3dc4f38-a105-43a6-a77e-f1a999ec558b" providerId="ADAL" clId="{EA2A2A98-0D86-4FD2-8A8E-2B4D48E3B936}" dt="2026-08-11T09:31:38.232" v="45" actId="1076"/>
          <ac:spMkLst>
            <pc:docMk/>
            <pc:sldMk cId="0" sldId="259"/>
            <ac:spMk id="57" creationId="{909ED113-712F-6AF7-7FA6-CD9F6CBDC1EB}"/>
          </ac:spMkLst>
        </pc:spChg>
        <pc:spChg chg="add mod">
          <ac:chgData name="Espen Sirnes" userId="a3dc4f38-a105-43a6-a77e-f1a999ec558b" providerId="ADAL" clId="{EA2A2A98-0D86-4FD2-8A8E-2B4D48E3B936}" dt="2026-08-11T11:27:04.539" v="948" actId="790"/>
          <ac:spMkLst>
            <pc:docMk/>
            <pc:sldMk cId="0" sldId="259"/>
            <ac:spMk id="59" creationId="{A5D4876F-4F72-DE5C-CB98-0CDE686F121F}"/>
          </ac:spMkLst>
        </pc:spChg>
        <pc:spChg chg="add mod">
          <ac:chgData name="Espen Sirnes" userId="a3dc4f38-a105-43a6-a77e-f1a999ec558b" providerId="ADAL" clId="{EA2A2A98-0D86-4FD2-8A8E-2B4D48E3B936}" dt="2026-08-11T09:31:38.232" v="45" actId="1076"/>
          <ac:spMkLst>
            <pc:docMk/>
            <pc:sldMk cId="0" sldId="259"/>
            <ac:spMk id="61" creationId="{BFCFFD78-56F2-65CF-623E-2E290FA6B182}"/>
          </ac:spMkLst>
        </pc:spChg>
        <pc:spChg chg="add mod">
          <ac:chgData name="Espen Sirnes" userId="a3dc4f38-a105-43a6-a77e-f1a999ec558b" providerId="ADAL" clId="{EA2A2A98-0D86-4FD2-8A8E-2B4D48E3B936}" dt="2026-08-11T09:31:38.232" v="45" actId="1076"/>
          <ac:spMkLst>
            <pc:docMk/>
            <pc:sldMk cId="0" sldId="259"/>
            <ac:spMk id="63" creationId="{55B7F7FF-80D7-B112-19D2-1E8CB3A6AB1A}"/>
          </ac:spMkLst>
        </pc:spChg>
        <pc:spChg chg="add mod">
          <ac:chgData name="Espen Sirnes" userId="a3dc4f38-a105-43a6-a77e-f1a999ec558b" providerId="ADAL" clId="{EA2A2A98-0D86-4FD2-8A8E-2B4D48E3B936}" dt="2026-08-11T11:27:04.539" v="948" actId="790"/>
          <ac:spMkLst>
            <pc:docMk/>
            <pc:sldMk cId="0" sldId="259"/>
            <ac:spMk id="65" creationId="{E6D24167-1143-08AE-D0EE-C2201AC53138}"/>
          </ac:spMkLst>
        </pc:spChg>
        <pc:spChg chg="add mod">
          <ac:chgData name="Espen Sirnes" userId="a3dc4f38-a105-43a6-a77e-f1a999ec558b" providerId="ADAL" clId="{EA2A2A98-0D86-4FD2-8A8E-2B4D48E3B936}" dt="2026-08-11T09:31:38.232" v="45" actId="1076"/>
          <ac:spMkLst>
            <pc:docMk/>
            <pc:sldMk cId="0" sldId="259"/>
            <ac:spMk id="67" creationId="{10150B4D-C4FC-CDB7-B2E0-9C1B48B692F6}"/>
          </ac:spMkLst>
        </pc:spChg>
        <pc:spChg chg="add mod">
          <ac:chgData name="Espen Sirnes" userId="a3dc4f38-a105-43a6-a77e-f1a999ec558b" providerId="ADAL" clId="{EA2A2A98-0D86-4FD2-8A8E-2B4D48E3B936}" dt="2026-08-11T09:29:10.164" v="12" actId="1038"/>
          <ac:spMkLst>
            <pc:docMk/>
            <pc:sldMk cId="0" sldId="259"/>
            <ac:spMk id="69" creationId="{5811AA7E-86CE-012C-2511-53B5306D9960}"/>
          </ac:spMkLst>
        </pc:spChg>
        <pc:spChg chg="mod">
          <ac:chgData name="Espen Sirnes" userId="a3dc4f38-a105-43a6-a77e-f1a999ec558b" providerId="ADAL" clId="{EA2A2A98-0D86-4FD2-8A8E-2B4D48E3B936}" dt="2026-08-11T09:31:38.232" v="45" actId="1076"/>
          <ac:spMkLst>
            <pc:docMk/>
            <pc:sldMk cId="0" sldId="259"/>
            <ac:spMk id="71" creationId="{DE7AB3F3-DEF1-06A9-BF13-621951C81B7D}"/>
          </ac:spMkLst>
        </pc:spChg>
        <pc:spChg chg="mod">
          <ac:chgData name="Espen Sirnes" userId="a3dc4f38-a105-43a6-a77e-f1a999ec558b" providerId="ADAL" clId="{EA2A2A98-0D86-4FD2-8A8E-2B4D48E3B936}" dt="2026-08-11T09:31:38.232" v="45" actId="1076"/>
          <ac:spMkLst>
            <pc:docMk/>
            <pc:sldMk cId="0" sldId="259"/>
            <ac:spMk id="73" creationId="{8C6D6FBD-CA30-F9A3-0129-4E1987F93EC9}"/>
          </ac:spMkLst>
        </pc:spChg>
        <pc:spChg chg="add mod">
          <ac:chgData name="Espen Sirnes" userId="a3dc4f38-a105-43a6-a77e-f1a999ec558b" providerId="ADAL" clId="{EA2A2A98-0D86-4FD2-8A8E-2B4D48E3B936}" dt="2026-08-11T11:27:04.539" v="948" actId="790"/>
          <ac:spMkLst>
            <pc:docMk/>
            <pc:sldMk cId="0" sldId="259"/>
            <ac:spMk id="75" creationId="{18B7059B-1487-16A7-F98A-457404109597}"/>
          </ac:spMkLst>
        </pc:spChg>
        <pc:spChg chg="add mod">
          <ac:chgData name="Espen Sirnes" userId="a3dc4f38-a105-43a6-a77e-f1a999ec558b" providerId="ADAL" clId="{EA2A2A98-0D86-4FD2-8A8E-2B4D48E3B936}" dt="2026-08-11T11:27:04.539" v="948" actId="790"/>
          <ac:spMkLst>
            <pc:docMk/>
            <pc:sldMk cId="0" sldId="259"/>
            <ac:spMk id="77" creationId="{17B38E9C-A281-31C3-7927-7E6020387C78}"/>
          </ac:spMkLst>
        </pc:spChg>
        <pc:spChg chg="add mod">
          <ac:chgData name="Espen Sirnes" userId="a3dc4f38-a105-43a6-a77e-f1a999ec558b" providerId="ADAL" clId="{EA2A2A98-0D86-4FD2-8A8E-2B4D48E3B936}" dt="2026-08-11T09:30:09.041" v="26" actId="20577"/>
          <ac:spMkLst>
            <pc:docMk/>
            <pc:sldMk cId="0" sldId="259"/>
            <ac:spMk id="79" creationId="{C494F0E7-797A-0A01-5545-93898FD46247}"/>
          </ac:spMkLst>
        </pc:spChg>
        <pc:spChg chg="add mod">
          <ac:chgData name="Espen Sirnes" userId="a3dc4f38-a105-43a6-a77e-f1a999ec558b" providerId="ADAL" clId="{EA2A2A98-0D86-4FD2-8A8E-2B4D48E3B936}" dt="2026-08-11T09:29:31.562" v="17" actId="1076"/>
          <ac:spMkLst>
            <pc:docMk/>
            <pc:sldMk cId="0" sldId="259"/>
            <ac:spMk id="81" creationId="{16E47AE9-39E5-E06C-1783-4FB18D15EE37}"/>
          </ac:spMkLst>
        </pc:spChg>
        <pc:spChg chg="add mod">
          <ac:chgData name="Espen Sirnes" userId="a3dc4f38-a105-43a6-a77e-f1a999ec558b" providerId="ADAL" clId="{EA2A2A98-0D86-4FD2-8A8E-2B4D48E3B936}" dt="2026-08-11T09:30:13.298" v="28" actId="20577"/>
          <ac:spMkLst>
            <pc:docMk/>
            <pc:sldMk cId="0" sldId="259"/>
            <ac:spMk id="83" creationId="{7A17AF2F-B8E8-7C70-FEAF-16DBE1D280F6}"/>
          </ac:spMkLst>
        </pc:spChg>
        <pc:spChg chg="add mod">
          <ac:chgData name="Espen Sirnes" userId="a3dc4f38-a105-43a6-a77e-f1a999ec558b" providerId="ADAL" clId="{EA2A2A98-0D86-4FD2-8A8E-2B4D48E3B936}" dt="2026-08-11T09:30:23.216" v="34" actId="20577"/>
          <ac:spMkLst>
            <pc:docMk/>
            <pc:sldMk cId="0" sldId="259"/>
            <ac:spMk id="85" creationId="{BCB58DCE-0487-3DEB-5BA0-27792D1A0D3D}"/>
          </ac:spMkLst>
        </pc:spChg>
        <pc:spChg chg="add mod">
          <ac:chgData name="Espen Sirnes" userId="a3dc4f38-a105-43a6-a77e-f1a999ec558b" providerId="ADAL" clId="{EA2A2A98-0D86-4FD2-8A8E-2B4D48E3B936}" dt="2026-08-11T09:29:54.246" v="21" actId="14100"/>
          <ac:spMkLst>
            <pc:docMk/>
            <pc:sldMk cId="0" sldId="259"/>
            <ac:spMk id="87" creationId="{06893797-D743-233F-D06A-DD9E1CAC2098}"/>
          </ac:spMkLst>
        </pc:spChg>
        <pc:spChg chg="mod">
          <ac:chgData name="Espen Sirnes" userId="a3dc4f38-a105-43a6-a77e-f1a999ec558b" providerId="ADAL" clId="{EA2A2A98-0D86-4FD2-8A8E-2B4D48E3B936}" dt="2026-08-11T09:30:30.262" v="38" actId="20577"/>
          <ac:spMkLst>
            <pc:docMk/>
            <pc:sldMk cId="0" sldId="259"/>
            <ac:spMk id="89" creationId="{24109853-8CCB-74B6-C21D-E607549F1B27}"/>
          </ac:spMkLst>
        </pc:spChg>
        <pc:spChg chg="add mod">
          <ac:chgData name="Espen Sirnes" userId="a3dc4f38-a105-43a6-a77e-f1a999ec558b" providerId="ADAL" clId="{EA2A2A98-0D86-4FD2-8A8E-2B4D48E3B936}" dt="2026-08-11T09:29:31.562" v="17" actId="1076"/>
          <ac:spMkLst>
            <pc:docMk/>
            <pc:sldMk cId="0" sldId="259"/>
            <ac:spMk id="93" creationId="{C0E07D2A-3BAF-BE4E-0472-8F4D8F2F02C0}"/>
          </ac:spMkLst>
        </pc:spChg>
        <pc:spChg chg="add mod">
          <ac:chgData name="Espen Sirnes" userId="a3dc4f38-a105-43a6-a77e-f1a999ec558b" providerId="ADAL" clId="{EA2A2A98-0D86-4FD2-8A8E-2B4D48E3B936}" dt="2026-08-11T09:29:31.562" v="17" actId="1076"/>
          <ac:spMkLst>
            <pc:docMk/>
            <pc:sldMk cId="0" sldId="259"/>
            <ac:spMk id="95" creationId="{DBBEAE5A-907C-B654-A408-CA9C2D07EACF}"/>
          </ac:spMkLst>
        </pc:spChg>
        <pc:spChg chg="add mod">
          <ac:chgData name="Espen Sirnes" userId="a3dc4f38-a105-43a6-a77e-f1a999ec558b" providerId="ADAL" clId="{EA2A2A98-0D86-4FD2-8A8E-2B4D48E3B936}" dt="2026-08-11T09:29:59.938" v="22" actId="1076"/>
          <ac:spMkLst>
            <pc:docMk/>
            <pc:sldMk cId="0" sldId="259"/>
            <ac:spMk id="97" creationId="{99E10FB3-5F22-DC17-195C-4FDB2E5142F6}"/>
          </ac:spMkLst>
        </pc:spChg>
      </pc:sldChg>
      <pc:sldChg chg="addSp delSp modSp add mod setBg">
        <pc:chgData name="Espen Sirnes" userId="a3dc4f38-a105-43a6-a77e-f1a999ec558b" providerId="ADAL" clId="{EA2A2A98-0D86-4FD2-8A8E-2B4D48E3B936}" dt="2026-08-11T10:04:24.250" v="930"/>
        <pc:sldMkLst>
          <pc:docMk/>
          <pc:sldMk cId="0" sldId="260"/>
        </pc:sldMkLst>
        <pc:spChg chg="mod">
          <ac:chgData name="Espen Sirnes" userId="a3dc4f38-a105-43a6-a77e-f1a999ec558b" providerId="ADAL" clId="{EA2A2A98-0D86-4FD2-8A8E-2B4D48E3B936}" dt="2026-08-11T09:40:04.247" v="295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1:49.475" v="836" actId="790"/>
          <ac:spMkLst>
            <pc:docMk/>
            <pc:sldMk cId="0" sldId="260"/>
            <ac:spMk id="3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09:40:04.247" v="295" actId="790"/>
          <ac:spMkLst>
            <pc:docMk/>
            <pc:sldMk cId="0" sldId="260"/>
            <ac:spMk id="4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1:49.475" v="836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1:49.475" v="836" actId="790"/>
          <ac:spMkLst>
            <pc:docMk/>
            <pc:sldMk cId="0" sldId="260"/>
            <ac:spMk id="6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09:40:57.345" v="378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1:49.475" v="836" actId="790"/>
          <ac:spMkLst>
            <pc:docMk/>
            <pc:sldMk cId="0" sldId="260"/>
            <ac:spMk id="8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1:49.475" v="836" actId="79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09:53:27.604" v="612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09:53:32.893" v="613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09:40:04.247" v="295" actId="7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1:49.475" v="836" actId="79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1:49.475" v="836" actId="79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1:49.475" v="836" actId="79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3:26.712" v="855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Espen Sirnes" userId="a3dc4f38-a105-43a6-a77e-f1a999ec558b" providerId="ADAL" clId="{EA2A2A98-0D86-4FD2-8A8E-2B4D48E3B936}" dt="2026-08-11T10:04:24.250" v="930"/>
          <ac:spMkLst>
            <pc:docMk/>
            <pc:sldMk cId="0" sldId="260"/>
            <ac:spMk id="22" creationId="{00000000-0000-0000-0000-000000000000}"/>
          </ac:spMkLst>
        </pc:spChg>
        <pc:spChg chg="add mod ord">
          <ac:chgData name="Espen Sirnes" userId="a3dc4f38-a105-43a6-a77e-f1a999ec558b" providerId="ADAL" clId="{EA2A2A98-0D86-4FD2-8A8E-2B4D48E3B936}" dt="2026-08-11T10:01:49.475" v="836" actId="790"/>
          <ac:spMkLst>
            <pc:docMk/>
            <pc:sldMk cId="0" sldId="260"/>
            <ac:spMk id="24" creationId="{5B6AC4A9-7535-D667-96CE-70063817BDD3}"/>
          </ac:spMkLst>
        </pc:spChg>
        <pc:spChg chg="add mod ord">
          <ac:chgData name="Espen Sirnes" userId="a3dc4f38-a105-43a6-a77e-f1a999ec558b" providerId="ADAL" clId="{EA2A2A98-0D86-4FD2-8A8E-2B4D48E3B936}" dt="2026-08-11T10:01:21.684" v="814" actId="1037"/>
          <ac:spMkLst>
            <pc:docMk/>
            <pc:sldMk cId="0" sldId="260"/>
            <ac:spMk id="26" creationId="{253F9E33-8901-3191-FC28-C11E64AE6C65}"/>
          </ac:spMkLst>
        </pc:spChg>
      </pc:sldChg>
      <pc:sldChg chg="addSp delSp modSp new mod setBg addAnim delAnim">
        <pc:chgData name="Espen Sirnes" userId="a3dc4f38-a105-43a6-a77e-f1a999ec558b" providerId="ADAL" clId="{EA2A2A98-0D86-4FD2-8A8E-2B4D48E3B936}" dt="2026-08-11T11:35:53.788" v="1141" actId="20577"/>
        <pc:sldMkLst>
          <pc:docMk/>
          <pc:sldMk cId="3136568286" sldId="261"/>
        </pc:sldMkLst>
        <pc:spChg chg="mod">
          <ac:chgData name="Espen Sirnes" userId="a3dc4f38-a105-43a6-a77e-f1a999ec558b" providerId="ADAL" clId="{EA2A2A98-0D86-4FD2-8A8E-2B4D48E3B936}" dt="2026-08-11T11:35:53.788" v="1141" actId="20577"/>
          <ac:spMkLst>
            <pc:docMk/>
            <pc:sldMk cId="3136568286" sldId="261"/>
            <ac:spMk id="2" creationId="{CBB34734-1D05-0D59-AAE0-0760A1783F64}"/>
          </ac:spMkLst>
        </pc:spChg>
        <pc:spChg chg="mod">
          <ac:chgData name="Espen Sirnes" userId="a3dc4f38-a105-43a6-a77e-f1a999ec558b" providerId="ADAL" clId="{EA2A2A98-0D86-4FD2-8A8E-2B4D48E3B936}" dt="2026-08-11T11:34:50.433" v="1107" actId="26606"/>
          <ac:spMkLst>
            <pc:docMk/>
            <pc:sldMk cId="3136568286" sldId="261"/>
            <ac:spMk id="3" creationId="{1D906840-7C50-3A7B-3032-EC34B823ECB7}"/>
          </ac:spMkLst>
        </pc:spChg>
        <pc:spChg chg="add">
          <ac:chgData name="Espen Sirnes" userId="a3dc4f38-a105-43a6-a77e-f1a999ec558b" providerId="ADAL" clId="{EA2A2A98-0D86-4FD2-8A8E-2B4D48E3B936}" dt="2026-08-11T11:34:50.433" v="1107" actId="26606"/>
          <ac:spMkLst>
            <pc:docMk/>
            <pc:sldMk cId="3136568286" sldId="261"/>
            <ac:spMk id="32" creationId="{577D6B2E-37A3-429E-A37C-F30ED6487282}"/>
          </ac:spMkLst>
        </pc:spChg>
        <pc:spChg chg="add">
          <ac:chgData name="Espen Sirnes" userId="a3dc4f38-a105-43a6-a77e-f1a999ec558b" providerId="ADAL" clId="{EA2A2A98-0D86-4FD2-8A8E-2B4D48E3B936}" dt="2026-08-11T11:34:50.433" v="1107" actId="26606"/>
          <ac:spMkLst>
            <pc:docMk/>
            <pc:sldMk cId="3136568286" sldId="261"/>
            <ac:spMk id="33" creationId="{5CEAD642-85CF-4750-8432-7C80C901F001}"/>
          </ac:spMkLst>
        </pc:spChg>
        <pc:spChg chg="add">
          <ac:chgData name="Espen Sirnes" userId="a3dc4f38-a105-43a6-a77e-f1a999ec558b" providerId="ADAL" clId="{EA2A2A98-0D86-4FD2-8A8E-2B4D48E3B936}" dt="2026-08-11T11:34:50.433" v="1107" actId="26606"/>
          <ac:spMkLst>
            <pc:docMk/>
            <pc:sldMk cId="3136568286" sldId="261"/>
            <ac:spMk id="34" creationId="{FA33EEAE-15D5-4119-8C1E-89D943F911EF}"/>
          </ac:spMkLst>
        </pc:spChg>
        <pc:spChg chg="add">
          <ac:chgData name="Espen Sirnes" userId="a3dc4f38-a105-43a6-a77e-f1a999ec558b" providerId="ADAL" clId="{EA2A2A98-0D86-4FD2-8A8E-2B4D48E3B936}" dt="2026-08-11T11:34:50.433" v="1107" actId="26606"/>
          <ac:spMkLst>
            <pc:docMk/>
            <pc:sldMk cId="3136568286" sldId="261"/>
            <ac:spMk id="35" creationId="{730D8B3B-9B80-4025-B934-26DC7D7CD231}"/>
          </ac:spMkLst>
        </pc:spChg>
        <pc:spChg chg="add">
          <ac:chgData name="Espen Sirnes" userId="a3dc4f38-a105-43a6-a77e-f1a999ec558b" providerId="ADAL" clId="{EA2A2A98-0D86-4FD2-8A8E-2B4D48E3B936}" dt="2026-08-11T11:34:50.433" v="1107" actId="26606"/>
          <ac:spMkLst>
            <pc:docMk/>
            <pc:sldMk cId="3136568286" sldId="261"/>
            <ac:spMk id="36" creationId="{1064D5D5-227B-4F66-9AEA-46F570E793BD}"/>
          </ac:spMkLst>
        </pc:spChg>
        <pc:spChg chg="add">
          <ac:chgData name="Espen Sirnes" userId="a3dc4f38-a105-43a6-a77e-f1a999ec558b" providerId="ADAL" clId="{EA2A2A98-0D86-4FD2-8A8E-2B4D48E3B936}" dt="2026-08-11T11:34:50.433" v="1107" actId="26606"/>
          <ac:spMkLst>
            <pc:docMk/>
            <pc:sldMk cId="3136568286" sldId="261"/>
            <ac:spMk id="37" creationId="{646B67A4-D328-4747-A82B-65E84FA46368}"/>
          </ac:spMkLst>
        </pc:spChg>
        <pc:spChg chg="add">
          <ac:chgData name="Espen Sirnes" userId="a3dc4f38-a105-43a6-a77e-f1a999ec558b" providerId="ADAL" clId="{EA2A2A98-0D86-4FD2-8A8E-2B4D48E3B936}" dt="2026-08-11T11:34:50.433" v="1107" actId="26606"/>
          <ac:spMkLst>
            <pc:docMk/>
            <pc:sldMk cId="3136568286" sldId="261"/>
            <ac:spMk id="38" creationId="{B5A1B09C-1565-46F8-B70F-621C5EB48A09}"/>
          </ac:spMkLst>
        </pc:spChg>
        <pc:spChg chg="add">
          <ac:chgData name="Espen Sirnes" userId="a3dc4f38-a105-43a6-a77e-f1a999ec558b" providerId="ADAL" clId="{EA2A2A98-0D86-4FD2-8A8E-2B4D48E3B936}" dt="2026-08-11T11:34:50.433" v="1107" actId="26606"/>
          <ac:spMkLst>
            <pc:docMk/>
            <pc:sldMk cId="3136568286" sldId="261"/>
            <ac:spMk id="39" creationId="{8C516CC8-80AC-446C-A56E-9F54B7210402}"/>
          </ac:spMkLst>
        </pc:spChg>
      </pc:sldChg>
      <pc:sldChg chg="addSp delSp modSp new mod setBg">
        <pc:chgData name="Espen Sirnes" userId="a3dc4f38-a105-43a6-a77e-f1a999ec558b" providerId="ADAL" clId="{EA2A2A98-0D86-4FD2-8A8E-2B4D48E3B936}" dt="2026-08-17T08:50:35.570" v="3063" actId="20577"/>
        <pc:sldMkLst>
          <pc:docMk/>
          <pc:sldMk cId="2902342960" sldId="262"/>
        </pc:sldMkLst>
        <pc:spChg chg="mod">
          <ac:chgData name="Espen Sirnes" userId="a3dc4f38-a105-43a6-a77e-f1a999ec558b" providerId="ADAL" clId="{EA2A2A98-0D86-4FD2-8A8E-2B4D48E3B936}" dt="2026-08-13T10:35:30.887" v="2412" actId="26606"/>
          <ac:spMkLst>
            <pc:docMk/>
            <pc:sldMk cId="2902342960" sldId="262"/>
            <ac:spMk id="2" creationId="{75EF9F8E-14E2-875C-BF54-7ABBA7BC377E}"/>
          </ac:spMkLst>
        </pc:spChg>
        <pc:spChg chg="add">
          <ac:chgData name="Espen Sirnes" userId="a3dc4f38-a105-43a6-a77e-f1a999ec558b" providerId="ADAL" clId="{EA2A2A98-0D86-4FD2-8A8E-2B4D48E3B936}" dt="2026-08-13T10:35:30.887" v="2412" actId="26606"/>
          <ac:spMkLst>
            <pc:docMk/>
            <pc:sldMk cId="2902342960" sldId="262"/>
            <ac:spMk id="10" creationId="{E51BA4DF-2BD4-4EC2-B1DB-B27C8AC71864}"/>
          </ac:spMkLst>
        </pc:spChg>
        <pc:graphicFrameChg chg="add mod modGraphic">
          <ac:chgData name="Espen Sirnes" userId="a3dc4f38-a105-43a6-a77e-f1a999ec558b" providerId="ADAL" clId="{EA2A2A98-0D86-4FD2-8A8E-2B4D48E3B936}" dt="2026-08-17T08:50:35.570" v="3063" actId="20577"/>
          <ac:graphicFrameMkLst>
            <pc:docMk/>
            <pc:sldMk cId="2902342960" sldId="262"/>
            <ac:graphicFrameMk id="5" creationId="{D8193A86-B918-4993-835C-707C31969A8E}"/>
          </ac:graphicFrameMkLst>
        </pc:graphicFrameChg>
        <pc:picChg chg="add">
          <ac:chgData name="Espen Sirnes" userId="a3dc4f38-a105-43a6-a77e-f1a999ec558b" providerId="ADAL" clId="{EA2A2A98-0D86-4FD2-8A8E-2B4D48E3B936}" dt="2026-08-13T10:35:30.887" v="2412" actId="26606"/>
          <ac:picMkLst>
            <pc:docMk/>
            <pc:sldMk cId="2902342960" sldId="262"/>
            <ac:picMk id="6" creationId="{AE531559-4738-CAC7-D7E6-335B28F228AF}"/>
          </ac:picMkLst>
        </pc:picChg>
      </pc:sldChg>
      <pc:sldChg chg="addSp delSp modSp new mod ord setBg">
        <pc:chgData name="Espen Sirnes" userId="a3dc4f38-a105-43a6-a77e-f1a999ec558b" providerId="ADAL" clId="{EA2A2A98-0D86-4FD2-8A8E-2B4D48E3B936}" dt="2026-08-17T10:02:18.748" v="3687" actId="20577"/>
        <pc:sldMkLst>
          <pc:docMk/>
          <pc:sldMk cId="1224037662" sldId="263"/>
        </pc:sldMkLst>
        <pc:spChg chg="mod">
          <ac:chgData name="Espen Sirnes" userId="a3dc4f38-a105-43a6-a77e-f1a999ec558b" providerId="ADAL" clId="{EA2A2A98-0D86-4FD2-8A8E-2B4D48E3B936}" dt="2026-08-13T10:28:11.545" v="2351" actId="26606"/>
          <ac:spMkLst>
            <pc:docMk/>
            <pc:sldMk cId="1224037662" sldId="263"/>
            <ac:spMk id="2" creationId="{4373193F-2035-0C26-35E4-5ABF51B9D3EF}"/>
          </ac:spMkLst>
        </pc:spChg>
        <pc:spChg chg="add">
          <ac:chgData name="Espen Sirnes" userId="a3dc4f38-a105-43a6-a77e-f1a999ec558b" providerId="ADAL" clId="{EA2A2A98-0D86-4FD2-8A8E-2B4D48E3B936}" dt="2026-08-13T10:28:11.545" v="2351" actId="26606"/>
          <ac:spMkLst>
            <pc:docMk/>
            <pc:sldMk cId="1224037662" sldId="263"/>
            <ac:spMk id="21" creationId="{DEE2AD96-B495-4E06-9291-B71706F728CB}"/>
          </ac:spMkLst>
        </pc:spChg>
        <pc:spChg chg="add">
          <ac:chgData name="Espen Sirnes" userId="a3dc4f38-a105-43a6-a77e-f1a999ec558b" providerId="ADAL" clId="{EA2A2A98-0D86-4FD2-8A8E-2B4D48E3B936}" dt="2026-08-13T10:28:11.545" v="2351" actId="26606"/>
          <ac:spMkLst>
            <pc:docMk/>
            <pc:sldMk cId="1224037662" sldId="263"/>
            <ac:spMk id="22" creationId="{53CF6D67-C5A8-4ADD-9E8E-1E38CA1D3166}"/>
          </ac:spMkLst>
        </pc:spChg>
        <pc:spChg chg="add">
          <ac:chgData name="Espen Sirnes" userId="a3dc4f38-a105-43a6-a77e-f1a999ec558b" providerId="ADAL" clId="{EA2A2A98-0D86-4FD2-8A8E-2B4D48E3B936}" dt="2026-08-13T10:28:11.545" v="2351" actId="26606"/>
          <ac:spMkLst>
            <pc:docMk/>
            <pc:sldMk cId="1224037662" sldId="263"/>
            <ac:spMk id="23" creationId="{86909FA0-B515-4681-B7A8-FA281D133B94}"/>
          </ac:spMkLst>
        </pc:spChg>
        <pc:spChg chg="add">
          <ac:chgData name="Espen Sirnes" userId="a3dc4f38-a105-43a6-a77e-f1a999ec558b" providerId="ADAL" clId="{EA2A2A98-0D86-4FD2-8A8E-2B4D48E3B936}" dt="2026-08-13T10:28:11.545" v="2351" actId="26606"/>
          <ac:spMkLst>
            <pc:docMk/>
            <pc:sldMk cId="1224037662" sldId="263"/>
            <ac:spMk id="24" creationId="{21C9FE86-FCC3-4A31-AA1C-C882262B7FE7}"/>
          </ac:spMkLst>
        </pc:spChg>
        <pc:spChg chg="add">
          <ac:chgData name="Espen Sirnes" userId="a3dc4f38-a105-43a6-a77e-f1a999ec558b" providerId="ADAL" clId="{EA2A2A98-0D86-4FD2-8A8E-2B4D48E3B936}" dt="2026-08-13T10:28:11.545" v="2351" actId="26606"/>
          <ac:spMkLst>
            <pc:docMk/>
            <pc:sldMk cId="1224037662" sldId="263"/>
            <ac:spMk id="25" creationId="{7D96243B-ECED-4B71-8E06-AE9A285EAD20}"/>
          </ac:spMkLst>
        </pc:spChg>
        <pc:spChg chg="add">
          <ac:chgData name="Espen Sirnes" userId="a3dc4f38-a105-43a6-a77e-f1a999ec558b" providerId="ADAL" clId="{EA2A2A98-0D86-4FD2-8A8E-2B4D48E3B936}" dt="2026-08-13T10:28:11.545" v="2351" actId="26606"/>
          <ac:spMkLst>
            <pc:docMk/>
            <pc:sldMk cId="1224037662" sldId="263"/>
            <ac:spMk id="26" creationId="{A09989E4-EFDC-4A90-A633-E0525FB4139E}"/>
          </ac:spMkLst>
        </pc:spChg>
        <pc:spChg chg="add mod">
          <ac:chgData name="Espen Sirnes" userId="a3dc4f38-a105-43a6-a77e-f1a999ec558b" providerId="ADAL" clId="{EA2A2A98-0D86-4FD2-8A8E-2B4D48E3B936}" dt="2026-08-17T10:02:18.748" v="3687" actId="20577"/>
          <ac:spMkLst>
            <pc:docMk/>
            <pc:sldMk cId="1224037662" sldId="263"/>
            <ac:spMk id="27" creationId="{0520E714-B4AD-1065-AADC-8F677CEC7D34}"/>
          </ac:spMkLst>
        </pc:spChg>
      </pc:sldChg>
      <pc:sldChg chg="addSp delSp modSp new mod setBg modClrScheme chgLayout">
        <pc:chgData name="Espen Sirnes" userId="a3dc4f38-a105-43a6-a77e-f1a999ec558b" providerId="ADAL" clId="{EA2A2A98-0D86-4FD2-8A8E-2B4D48E3B936}" dt="2026-08-17T09:49:28.845" v="3568" actId="1076"/>
        <pc:sldMkLst>
          <pc:docMk/>
          <pc:sldMk cId="1533687857" sldId="264"/>
        </pc:sldMkLst>
        <pc:spChg chg="add mod">
          <ac:chgData name="Espen Sirnes" userId="a3dc4f38-a105-43a6-a77e-f1a999ec558b" providerId="ADAL" clId="{EA2A2A98-0D86-4FD2-8A8E-2B4D48E3B936}" dt="2026-08-13T08:24:21.076" v="1498" actId="26606"/>
          <ac:spMkLst>
            <pc:docMk/>
            <pc:sldMk cId="1533687857" sldId="264"/>
            <ac:spMk id="2" creationId="{11D83A64-0183-0EFC-E32B-76CEFB9ACF1D}"/>
          </ac:spMkLst>
        </pc:spChg>
        <pc:spChg chg="add mod">
          <ac:chgData name="Espen Sirnes" userId="a3dc4f38-a105-43a6-a77e-f1a999ec558b" providerId="ADAL" clId="{EA2A2A98-0D86-4FD2-8A8E-2B4D48E3B936}" dt="2026-08-17T09:49:28.845" v="3568" actId="1076"/>
          <ac:spMkLst>
            <pc:docMk/>
            <pc:sldMk cId="1533687857" sldId="264"/>
            <ac:spMk id="4" creationId="{44E00ADD-A0CC-7388-F4AB-E06200F93E22}"/>
          </ac:spMkLst>
        </pc:spChg>
        <pc:spChg chg="add">
          <ac:chgData name="Espen Sirnes" userId="a3dc4f38-a105-43a6-a77e-f1a999ec558b" providerId="ADAL" clId="{EA2A2A98-0D86-4FD2-8A8E-2B4D48E3B936}" dt="2026-08-13T08:24:21.076" v="1498" actId="26606"/>
          <ac:spMkLst>
            <pc:docMk/>
            <pc:sldMk cId="1533687857" sldId="264"/>
            <ac:spMk id="9" creationId="{BACC6370-2D7E-4714-9D71-7542949D7D5D}"/>
          </ac:spMkLst>
        </pc:spChg>
        <pc:spChg chg="add">
          <ac:chgData name="Espen Sirnes" userId="a3dc4f38-a105-43a6-a77e-f1a999ec558b" providerId="ADAL" clId="{EA2A2A98-0D86-4FD2-8A8E-2B4D48E3B936}" dt="2026-08-13T08:24:21.076" v="1498" actId="26606"/>
          <ac:spMkLst>
            <pc:docMk/>
            <pc:sldMk cId="1533687857" sldId="264"/>
            <ac:spMk id="11" creationId="{256B2C21-A230-48C0-8DF1-C46611373C44}"/>
          </ac:spMkLst>
        </pc:spChg>
        <pc:spChg chg="add">
          <ac:chgData name="Espen Sirnes" userId="a3dc4f38-a105-43a6-a77e-f1a999ec558b" providerId="ADAL" clId="{EA2A2A98-0D86-4FD2-8A8E-2B4D48E3B936}" dt="2026-08-13T08:24:21.076" v="1498" actId="26606"/>
          <ac:spMkLst>
            <pc:docMk/>
            <pc:sldMk cId="1533687857" sldId="264"/>
            <ac:spMk id="13" creationId="{3847E18C-932D-4C95-AABA-FEC7C9499AD7}"/>
          </ac:spMkLst>
        </pc:spChg>
        <pc:spChg chg="add">
          <ac:chgData name="Espen Sirnes" userId="a3dc4f38-a105-43a6-a77e-f1a999ec558b" providerId="ADAL" clId="{EA2A2A98-0D86-4FD2-8A8E-2B4D48E3B936}" dt="2026-08-13T08:24:21.076" v="1498" actId="26606"/>
          <ac:spMkLst>
            <pc:docMk/>
            <pc:sldMk cId="1533687857" sldId="264"/>
            <ac:spMk id="15" creationId="{3150CB11-0C61-439E-910F-5787759E72A0}"/>
          </ac:spMkLst>
        </pc:spChg>
        <pc:spChg chg="add">
          <ac:chgData name="Espen Sirnes" userId="a3dc4f38-a105-43a6-a77e-f1a999ec558b" providerId="ADAL" clId="{EA2A2A98-0D86-4FD2-8A8E-2B4D48E3B936}" dt="2026-08-13T08:24:21.076" v="1498" actId="26606"/>
          <ac:spMkLst>
            <pc:docMk/>
            <pc:sldMk cId="1533687857" sldId="264"/>
            <ac:spMk id="17" creationId="{43F8A58B-5155-44CE-A5FF-7647B47D0A7A}"/>
          </ac:spMkLst>
        </pc:spChg>
        <pc:spChg chg="add">
          <ac:chgData name="Espen Sirnes" userId="a3dc4f38-a105-43a6-a77e-f1a999ec558b" providerId="ADAL" clId="{EA2A2A98-0D86-4FD2-8A8E-2B4D48E3B936}" dt="2026-08-13T08:24:21.076" v="1498" actId="26606"/>
          <ac:spMkLst>
            <pc:docMk/>
            <pc:sldMk cId="1533687857" sldId="264"/>
            <ac:spMk id="19" creationId="{443F2ACA-E6D6-4028-82DD-F03C262D5DE6}"/>
          </ac:spMkLst>
        </pc:spChg>
        <pc:graphicFrameChg chg="add mod">
          <ac:chgData name="Espen Sirnes" userId="a3dc4f38-a105-43a6-a77e-f1a999ec558b" providerId="ADAL" clId="{EA2A2A98-0D86-4FD2-8A8E-2B4D48E3B936}" dt="2026-08-17T09:49:24.774" v="3567" actId="1076"/>
          <ac:graphicFrameMkLst>
            <pc:docMk/>
            <pc:sldMk cId="1533687857" sldId="264"/>
            <ac:graphicFrameMk id="5" creationId="{4DE2AB62-0581-8A58-9B85-F075CD1876D9}"/>
          </ac:graphicFrameMkLst>
        </pc:graphicFrameChg>
      </pc:sldChg>
      <pc:sldChg chg="addSp delSp modSp new mod">
        <pc:chgData name="Espen Sirnes" userId="a3dc4f38-a105-43a6-a77e-f1a999ec558b" providerId="ADAL" clId="{EA2A2A98-0D86-4FD2-8A8E-2B4D48E3B936}" dt="2026-08-13T09:26:17.124" v="1577" actId="1076"/>
        <pc:sldMkLst>
          <pc:docMk/>
          <pc:sldMk cId="2920632593" sldId="265"/>
        </pc:sldMkLst>
        <pc:picChg chg="add mod">
          <ac:chgData name="Espen Sirnes" userId="a3dc4f38-a105-43a6-a77e-f1a999ec558b" providerId="ADAL" clId="{EA2A2A98-0D86-4FD2-8A8E-2B4D48E3B936}" dt="2026-08-13T09:24:25.727" v="1544" actId="1076"/>
          <ac:picMkLst>
            <pc:docMk/>
            <pc:sldMk cId="2920632593" sldId="265"/>
            <ac:picMk id="14" creationId="{42394439-DC7F-5F82-8E10-FA818A352B60}"/>
          </ac:picMkLst>
        </pc:picChg>
        <pc:picChg chg="add mod">
          <ac:chgData name="Espen Sirnes" userId="a3dc4f38-a105-43a6-a77e-f1a999ec558b" providerId="ADAL" clId="{EA2A2A98-0D86-4FD2-8A8E-2B4D48E3B936}" dt="2026-08-13T09:24:46.308" v="1550" actId="1076"/>
          <ac:picMkLst>
            <pc:docMk/>
            <pc:sldMk cId="2920632593" sldId="265"/>
            <ac:picMk id="16" creationId="{1B2CEE58-038F-B16A-2DC3-B915AC72523E}"/>
          </ac:picMkLst>
        </pc:picChg>
        <pc:picChg chg="add mod">
          <ac:chgData name="Espen Sirnes" userId="a3dc4f38-a105-43a6-a77e-f1a999ec558b" providerId="ADAL" clId="{EA2A2A98-0D86-4FD2-8A8E-2B4D48E3B936}" dt="2026-08-13T09:26:17.124" v="1577" actId="1076"/>
          <ac:picMkLst>
            <pc:docMk/>
            <pc:sldMk cId="2920632593" sldId="265"/>
            <ac:picMk id="18" creationId="{8E9F7A47-797B-4AFF-2D52-43040897A9C7}"/>
          </ac:picMkLst>
        </pc:picChg>
        <pc:picChg chg="add mod">
          <ac:chgData name="Espen Sirnes" userId="a3dc4f38-a105-43a6-a77e-f1a999ec558b" providerId="ADAL" clId="{EA2A2A98-0D86-4FD2-8A8E-2B4D48E3B936}" dt="2026-08-13T09:26:13.719" v="1576" actId="1076"/>
          <ac:picMkLst>
            <pc:docMk/>
            <pc:sldMk cId="2920632593" sldId="265"/>
            <ac:picMk id="20" creationId="{31F35B21-A5B3-F871-D83E-512D01DDC089}"/>
          </ac:picMkLst>
        </pc:picChg>
        <pc:picChg chg="add mod">
          <ac:chgData name="Espen Sirnes" userId="a3dc4f38-a105-43a6-a77e-f1a999ec558b" providerId="ADAL" clId="{EA2A2A98-0D86-4FD2-8A8E-2B4D48E3B936}" dt="2026-08-13T09:26:10.490" v="1575" actId="1076"/>
          <ac:picMkLst>
            <pc:docMk/>
            <pc:sldMk cId="2920632593" sldId="265"/>
            <ac:picMk id="22" creationId="{CEAE8753-F3D1-3D28-EA47-55CD22E3139D}"/>
          </ac:picMkLst>
        </pc:picChg>
      </pc:sldChg>
      <pc:sldChg chg="addSp delSp modSp new del mod modClrScheme chgLayout">
        <pc:chgData name="Espen Sirnes" userId="a3dc4f38-a105-43a6-a77e-f1a999ec558b" providerId="ADAL" clId="{EA2A2A98-0D86-4FD2-8A8E-2B4D48E3B936}" dt="2026-08-17T09:12:32.530" v="3179" actId="47"/>
        <pc:sldMkLst>
          <pc:docMk/>
          <pc:sldMk cId="144262788" sldId="266"/>
        </pc:sldMkLst>
      </pc:sldChg>
      <pc:sldChg chg="addSp delSp modSp new mod setBg modClrScheme chgLayout">
        <pc:chgData name="Espen Sirnes" userId="a3dc4f38-a105-43a6-a77e-f1a999ec558b" providerId="ADAL" clId="{EA2A2A98-0D86-4FD2-8A8E-2B4D48E3B936}" dt="2026-08-13T09:52:07.654" v="1793" actId="1076"/>
        <pc:sldMkLst>
          <pc:docMk/>
          <pc:sldMk cId="4098844390" sldId="268"/>
        </pc:sldMkLst>
        <pc:spChg chg="add mod">
          <ac:chgData name="Espen Sirnes" userId="a3dc4f38-a105-43a6-a77e-f1a999ec558b" providerId="ADAL" clId="{EA2A2A98-0D86-4FD2-8A8E-2B4D48E3B936}" dt="2026-08-13T09:51:48.508" v="1785" actId="403"/>
          <ac:spMkLst>
            <pc:docMk/>
            <pc:sldMk cId="4098844390" sldId="268"/>
            <ac:spMk id="36" creationId="{9B8191F4-449D-2CDA-FA66-A6B42D790537}"/>
          </ac:spMkLst>
        </pc:spChg>
        <pc:spChg chg="add">
          <ac:chgData name="Espen Sirnes" userId="a3dc4f38-a105-43a6-a77e-f1a999ec558b" providerId="ADAL" clId="{EA2A2A98-0D86-4FD2-8A8E-2B4D48E3B936}" dt="2026-08-13T09:50:49.541" v="1753" actId="26606"/>
          <ac:spMkLst>
            <pc:docMk/>
            <pc:sldMk cId="4098844390" sldId="268"/>
            <ac:spMk id="37" creationId="{2151139A-886F-4B97-8815-729AD3831BBD}"/>
          </ac:spMkLst>
        </pc:spChg>
        <pc:spChg chg="add">
          <ac:chgData name="Espen Sirnes" userId="a3dc4f38-a105-43a6-a77e-f1a999ec558b" providerId="ADAL" clId="{EA2A2A98-0D86-4FD2-8A8E-2B4D48E3B936}" dt="2026-08-13T09:50:49.541" v="1753" actId="26606"/>
          <ac:spMkLst>
            <pc:docMk/>
            <pc:sldMk cId="4098844390" sldId="268"/>
            <ac:spMk id="38" creationId="{AB5E08C4-8CDD-4623-A5B8-E998C6DEE3B7}"/>
          </ac:spMkLst>
        </pc:spChg>
        <pc:spChg chg="add">
          <ac:chgData name="Espen Sirnes" userId="a3dc4f38-a105-43a6-a77e-f1a999ec558b" providerId="ADAL" clId="{EA2A2A98-0D86-4FD2-8A8E-2B4D48E3B936}" dt="2026-08-13T09:50:49.541" v="1753" actId="26606"/>
          <ac:spMkLst>
            <pc:docMk/>
            <pc:sldMk cId="4098844390" sldId="268"/>
            <ac:spMk id="39" creationId="{15F33878-D502-4FFA-8ACE-F2AECDB2A23F}"/>
          </ac:spMkLst>
        </pc:spChg>
        <pc:spChg chg="add">
          <ac:chgData name="Espen Sirnes" userId="a3dc4f38-a105-43a6-a77e-f1a999ec558b" providerId="ADAL" clId="{EA2A2A98-0D86-4FD2-8A8E-2B4D48E3B936}" dt="2026-08-13T09:50:49.541" v="1753" actId="26606"/>
          <ac:spMkLst>
            <pc:docMk/>
            <pc:sldMk cId="4098844390" sldId="268"/>
            <ac:spMk id="40" creationId="{D3539FEE-81D3-4406-802E-60B20B16F4F6}"/>
          </ac:spMkLst>
        </pc:spChg>
        <pc:spChg chg="add">
          <ac:chgData name="Espen Sirnes" userId="a3dc4f38-a105-43a6-a77e-f1a999ec558b" providerId="ADAL" clId="{EA2A2A98-0D86-4FD2-8A8E-2B4D48E3B936}" dt="2026-08-13T09:50:49.541" v="1753" actId="26606"/>
          <ac:spMkLst>
            <pc:docMk/>
            <pc:sldMk cId="4098844390" sldId="268"/>
            <ac:spMk id="41" creationId="{DC701763-729E-462F-A5A8-E0DEFEB1E2E4}"/>
          </ac:spMkLst>
        </pc:spChg>
        <pc:spChg chg="add mod">
          <ac:chgData name="Espen Sirnes" userId="a3dc4f38-a105-43a6-a77e-f1a999ec558b" providerId="ADAL" clId="{EA2A2A98-0D86-4FD2-8A8E-2B4D48E3B936}" dt="2026-08-13T09:52:04.973" v="1792" actId="403"/>
          <ac:spMkLst>
            <pc:docMk/>
            <pc:sldMk cId="4098844390" sldId="268"/>
            <ac:spMk id="42" creationId="{014B5B4D-3DA1-B5BC-DFAC-54F688C2E34F}"/>
          </ac:spMkLst>
        </pc:spChg>
        <pc:picChg chg="add mod ord">
          <ac:chgData name="Espen Sirnes" userId="a3dc4f38-a105-43a6-a77e-f1a999ec558b" providerId="ADAL" clId="{EA2A2A98-0D86-4FD2-8A8E-2B4D48E3B936}" dt="2026-08-13T09:51:51.701" v="1786" actId="1076"/>
          <ac:picMkLst>
            <pc:docMk/>
            <pc:sldMk cId="4098844390" sldId="268"/>
            <ac:picMk id="6" creationId="{19A2699F-99F8-2FD8-FECE-C7C25A9AF7E7}"/>
          </ac:picMkLst>
        </pc:picChg>
        <pc:picChg chg="add mod ord">
          <ac:chgData name="Espen Sirnes" userId="a3dc4f38-a105-43a6-a77e-f1a999ec558b" providerId="ADAL" clId="{EA2A2A98-0D86-4FD2-8A8E-2B4D48E3B936}" dt="2026-08-13T09:52:07.654" v="1793" actId="1076"/>
          <ac:picMkLst>
            <pc:docMk/>
            <pc:sldMk cId="4098844390" sldId="268"/>
            <ac:picMk id="8" creationId="{7BA035AA-C052-0B53-F66D-8E934178D836}"/>
          </ac:picMkLst>
        </pc:picChg>
      </pc:sldChg>
      <pc:sldChg chg="addSp delSp modSp new mod ord setBg">
        <pc:chgData name="Espen Sirnes" userId="a3dc4f38-a105-43a6-a77e-f1a999ec558b" providerId="ADAL" clId="{EA2A2A98-0D86-4FD2-8A8E-2B4D48E3B936}" dt="2026-08-17T08:57:31.077" v="3098"/>
        <pc:sldMkLst>
          <pc:docMk/>
          <pc:sldMk cId="4175284006" sldId="269"/>
        </pc:sldMkLst>
        <pc:spChg chg="mod">
          <ac:chgData name="Espen Sirnes" userId="a3dc4f38-a105-43a6-a77e-f1a999ec558b" providerId="ADAL" clId="{EA2A2A98-0D86-4FD2-8A8E-2B4D48E3B936}" dt="2026-08-17T08:53:42.861" v="3096" actId="790"/>
          <ac:spMkLst>
            <pc:docMk/>
            <pc:sldMk cId="4175284006" sldId="269"/>
            <ac:spMk id="2" creationId="{819B9669-98C1-34B6-1EBA-CA8E29769149}"/>
          </ac:spMkLst>
        </pc:spChg>
        <pc:spChg chg="add mod">
          <ac:chgData name="Espen Sirnes" userId="a3dc4f38-a105-43a6-a77e-f1a999ec558b" providerId="ADAL" clId="{EA2A2A98-0D86-4FD2-8A8E-2B4D48E3B936}" dt="2026-08-17T08:53:42.861" v="3096" actId="790"/>
          <ac:spMkLst>
            <pc:docMk/>
            <pc:sldMk cId="4175284006" sldId="269"/>
            <ac:spMk id="9" creationId="{BACC6370-2D7E-4714-9D71-7542949D7D5D}"/>
          </ac:spMkLst>
        </pc:spChg>
        <pc:spChg chg="add mod">
          <ac:chgData name="Espen Sirnes" userId="a3dc4f38-a105-43a6-a77e-f1a999ec558b" providerId="ADAL" clId="{EA2A2A98-0D86-4FD2-8A8E-2B4D48E3B936}" dt="2026-08-17T08:53:42.861" v="3096" actId="790"/>
          <ac:spMkLst>
            <pc:docMk/>
            <pc:sldMk cId="4175284006" sldId="269"/>
            <ac:spMk id="11" creationId="{F68B3F68-107C-434F-AA38-110D5EA91B85}"/>
          </ac:spMkLst>
        </pc:spChg>
        <pc:spChg chg="add mod">
          <ac:chgData name="Espen Sirnes" userId="a3dc4f38-a105-43a6-a77e-f1a999ec558b" providerId="ADAL" clId="{EA2A2A98-0D86-4FD2-8A8E-2B4D48E3B936}" dt="2026-08-17T08:53:42.861" v="3096" actId="790"/>
          <ac:spMkLst>
            <pc:docMk/>
            <pc:sldMk cId="4175284006" sldId="269"/>
            <ac:spMk id="13" creationId="{AAD0DBB9-1A4B-4391-81D4-CB19F9AB918A}"/>
          </ac:spMkLst>
        </pc:spChg>
        <pc:spChg chg="add mod">
          <ac:chgData name="Espen Sirnes" userId="a3dc4f38-a105-43a6-a77e-f1a999ec558b" providerId="ADAL" clId="{EA2A2A98-0D86-4FD2-8A8E-2B4D48E3B936}" dt="2026-08-17T08:53:42.861" v="3096" actId="790"/>
          <ac:spMkLst>
            <pc:docMk/>
            <pc:sldMk cId="4175284006" sldId="269"/>
            <ac:spMk id="15" creationId="{063BBA22-50EA-4C4D-BE05-F1CE4E63AA56}"/>
          </ac:spMkLst>
        </pc:spChg>
        <pc:graphicFrameChg chg="add modGraphic">
          <ac:chgData name="Espen Sirnes" userId="a3dc4f38-a105-43a6-a77e-f1a999ec558b" providerId="ADAL" clId="{EA2A2A98-0D86-4FD2-8A8E-2B4D48E3B936}" dt="2026-08-17T08:53:12.679" v="3070" actId="20577"/>
          <ac:graphicFrameMkLst>
            <pc:docMk/>
            <pc:sldMk cId="4175284006" sldId="269"/>
            <ac:graphicFrameMk id="5" creationId="{133A02CF-9761-79C5-7971-D0D510B8C5DC}"/>
          </ac:graphicFrameMkLst>
        </pc:graphicFrameChg>
      </pc:sldChg>
      <pc:sldChg chg="addSp delSp modSp new mod setBg">
        <pc:chgData name="Espen Sirnes" userId="a3dc4f38-a105-43a6-a77e-f1a999ec558b" providerId="ADAL" clId="{EA2A2A98-0D86-4FD2-8A8E-2B4D48E3B936}" dt="2026-08-13T10:25:55.362" v="2331" actId="26606"/>
        <pc:sldMkLst>
          <pc:docMk/>
          <pc:sldMk cId="4206759071" sldId="270"/>
        </pc:sldMkLst>
        <pc:spChg chg="mod">
          <ac:chgData name="Espen Sirnes" userId="a3dc4f38-a105-43a6-a77e-f1a999ec558b" providerId="ADAL" clId="{EA2A2A98-0D86-4FD2-8A8E-2B4D48E3B936}" dt="2026-08-13T10:25:55.362" v="2331" actId="26606"/>
          <ac:spMkLst>
            <pc:docMk/>
            <pc:sldMk cId="4206759071" sldId="270"/>
            <ac:spMk id="2" creationId="{A3C090BE-EF08-8A7B-75BA-B3B08676CE14}"/>
          </ac:spMkLst>
        </pc:spChg>
        <pc:spChg chg="add">
          <ac:chgData name="Espen Sirnes" userId="a3dc4f38-a105-43a6-a77e-f1a999ec558b" providerId="ADAL" clId="{EA2A2A98-0D86-4FD2-8A8E-2B4D48E3B936}" dt="2026-08-13T10:25:55.362" v="2331" actId="26606"/>
          <ac:spMkLst>
            <pc:docMk/>
            <pc:sldMk cId="4206759071" sldId="270"/>
            <ac:spMk id="17" creationId="{BACC6370-2D7E-4714-9D71-7542949D7D5D}"/>
          </ac:spMkLst>
        </pc:spChg>
        <pc:spChg chg="add">
          <ac:chgData name="Espen Sirnes" userId="a3dc4f38-a105-43a6-a77e-f1a999ec558b" providerId="ADAL" clId="{EA2A2A98-0D86-4FD2-8A8E-2B4D48E3B936}" dt="2026-08-13T10:25:55.362" v="2331" actId="26606"/>
          <ac:spMkLst>
            <pc:docMk/>
            <pc:sldMk cId="4206759071" sldId="270"/>
            <ac:spMk id="18" creationId="{F68B3F68-107C-434F-AA38-110D5EA91B85}"/>
          </ac:spMkLst>
        </pc:spChg>
        <pc:spChg chg="add">
          <ac:chgData name="Espen Sirnes" userId="a3dc4f38-a105-43a6-a77e-f1a999ec558b" providerId="ADAL" clId="{EA2A2A98-0D86-4FD2-8A8E-2B4D48E3B936}" dt="2026-08-13T10:25:55.362" v="2331" actId="26606"/>
          <ac:spMkLst>
            <pc:docMk/>
            <pc:sldMk cId="4206759071" sldId="270"/>
            <ac:spMk id="19" creationId="{AAD0DBB9-1A4B-4391-81D4-CB19F9AB918A}"/>
          </ac:spMkLst>
        </pc:spChg>
        <pc:spChg chg="add">
          <ac:chgData name="Espen Sirnes" userId="a3dc4f38-a105-43a6-a77e-f1a999ec558b" providerId="ADAL" clId="{EA2A2A98-0D86-4FD2-8A8E-2B4D48E3B936}" dt="2026-08-13T10:25:55.362" v="2331" actId="26606"/>
          <ac:spMkLst>
            <pc:docMk/>
            <pc:sldMk cId="4206759071" sldId="270"/>
            <ac:spMk id="20" creationId="{063BBA22-50EA-4C4D-BE05-F1CE4E63AA56}"/>
          </ac:spMkLst>
        </pc:spChg>
        <pc:graphicFrameChg chg="add">
          <ac:chgData name="Espen Sirnes" userId="a3dc4f38-a105-43a6-a77e-f1a999ec558b" providerId="ADAL" clId="{EA2A2A98-0D86-4FD2-8A8E-2B4D48E3B936}" dt="2026-08-13T10:25:55.362" v="2331" actId="26606"/>
          <ac:graphicFrameMkLst>
            <pc:docMk/>
            <pc:sldMk cId="4206759071" sldId="270"/>
            <ac:graphicFrameMk id="21" creationId="{19DFBBE5-B501-01A9-FCD8-A33C0CB1E1AF}"/>
          </ac:graphicFrameMkLst>
        </pc:graphicFrameChg>
      </pc:sldChg>
      <pc:sldChg chg="addSp delSp modSp new mod setBg">
        <pc:chgData name="Espen Sirnes" userId="a3dc4f38-a105-43a6-a77e-f1a999ec558b" providerId="ADAL" clId="{EA2A2A98-0D86-4FD2-8A8E-2B4D48E3B936}" dt="2026-08-17T08:51:04.597" v="3068" actId="20577"/>
        <pc:sldMkLst>
          <pc:docMk/>
          <pc:sldMk cId="1212784300" sldId="271"/>
        </pc:sldMkLst>
        <pc:spChg chg="mod">
          <ac:chgData name="Espen Sirnes" userId="a3dc4f38-a105-43a6-a77e-f1a999ec558b" providerId="ADAL" clId="{EA2A2A98-0D86-4FD2-8A8E-2B4D48E3B936}" dt="2026-08-13T10:34:44.715" v="2411" actId="26606"/>
          <ac:spMkLst>
            <pc:docMk/>
            <pc:sldMk cId="1212784300" sldId="271"/>
            <ac:spMk id="2" creationId="{B4EE7F0B-F4FD-EDE0-1344-AAB84CA30CE9}"/>
          </ac:spMkLst>
        </pc:spChg>
        <pc:spChg chg="add">
          <ac:chgData name="Espen Sirnes" userId="a3dc4f38-a105-43a6-a77e-f1a999ec558b" providerId="ADAL" clId="{EA2A2A98-0D86-4FD2-8A8E-2B4D48E3B936}" dt="2026-08-13T10:34:44.715" v="2411" actId="26606"/>
          <ac:spMkLst>
            <pc:docMk/>
            <pc:sldMk cId="1212784300" sldId="271"/>
            <ac:spMk id="10" creationId="{E51BA4DF-2BD4-4EC2-B1DB-B27C8AC71864}"/>
          </ac:spMkLst>
        </pc:spChg>
        <pc:graphicFrameChg chg="add mod modGraphic">
          <ac:chgData name="Espen Sirnes" userId="a3dc4f38-a105-43a6-a77e-f1a999ec558b" providerId="ADAL" clId="{EA2A2A98-0D86-4FD2-8A8E-2B4D48E3B936}" dt="2026-08-17T08:51:04.597" v="3068" actId="20577"/>
          <ac:graphicFrameMkLst>
            <pc:docMk/>
            <pc:sldMk cId="1212784300" sldId="271"/>
            <ac:graphicFrameMk id="5" creationId="{80380BA0-A243-5816-C6DE-BBD5432C9956}"/>
          </ac:graphicFrameMkLst>
        </pc:graphicFrameChg>
        <pc:picChg chg="add">
          <ac:chgData name="Espen Sirnes" userId="a3dc4f38-a105-43a6-a77e-f1a999ec558b" providerId="ADAL" clId="{EA2A2A98-0D86-4FD2-8A8E-2B4D48E3B936}" dt="2026-08-13T10:34:44.715" v="2411" actId="26606"/>
          <ac:picMkLst>
            <pc:docMk/>
            <pc:sldMk cId="1212784300" sldId="271"/>
            <ac:picMk id="6" creationId="{9DC11ABB-6EFD-ECE1-0649-8BA6805DCE6B}"/>
          </ac:picMkLst>
        </pc:picChg>
      </pc:sldChg>
      <pc:sldChg chg="addSp delSp modSp new add del mod ord setBg setClrOvrMap">
        <pc:chgData name="Espen Sirnes" userId="a3dc4f38-a105-43a6-a77e-f1a999ec558b" providerId="ADAL" clId="{EA2A2A98-0D86-4FD2-8A8E-2B4D48E3B936}" dt="2026-08-13T12:08:12.491" v="2856"/>
        <pc:sldMkLst>
          <pc:docMk/>
          <pc:sldMk cId="525310439" sldId="272"/>
        </pc:sldMkLst>
        <pc:spChg chg="mod ord">
          <ac:chgData name="Espen Sirnes" userId="a3dc4f38-a105-43a6-a77e-f1a999ec558b" providerId="ADAL" clId="{EA2A2A98-0D86-4FD2-8A8E-2B4D48E3B936}" dt="2026-08-13T10:51:17.339" v="2654" actId="26606"/>
          <ac:spMkLst>
            <pc:docMk/>
            <pc:sldMk cId="525310439" sldId="272"/>
            <ac:spMk id="2" creationId="{C8051515-D931-0C4B-C086-AC7EB78A9492}"/>
          </ac:spMkLst>
        </pc:spChg>
        <pc:spChg chg="add">
          <ac:chgData name="Espen Sirnes" userId="a3dc4f38-a105-43a6-a77e-f1a999ec558b" providerId="ADAL" clId="{EA2A2A98-0D86-4FD2-8A8E-2B4D48E3B936}" dt="2026-08-13T10:51:17.421" v="2655" actId="26606"/>
          <ac:spMkLst>
            <pc:docMk/>
            <pc:sldMk cId="525310439" sldId="272"/>
            <ac:spMk id="26" creationId="{E51BA4DF-2BD4-4EC2-B1DB-B27C8AC71864}"/>
          </ac:spMkLst>
        </pc:spChg>
        <pc:graphicFrameChg chg="add mod modGraphic">
          <ac:chgData name="Espen Sirnes" userId="a3dc4f38-a105-43a6-a77e-f1a999ec558b" providerId="ADAL" clId="{EA2A2A98-0D86-4FD2-8A8E-2B4D48E3B936}" dt="2026-08-13T10:51:55.900" v="2672" actId="20577"/>
          <ac:graphicFrameMkLst>
            <pc:docMk/>
            <pc:sldMk cId="525310439" sldId="272"/>
            <ac:graphicFrameMk id="5" creationId="{C8515E72-7B64-3945-4218-DEF88832C51B}"/>
          </ac:graphicFrameMkLst>
        </pc:graphicFrameChg>
        <pc:picChg chg="add mod">
          <ac:chgData name="Espen Sirnes" userId="a3dc4f38-a105-43a6-a77e-f1a999ec558b" providerId="ADAL" clId="{EA2A2A98-0D86-4FD2-8A8E-2B4D48E3B936}" dt="2026-08-13T10:51:17.339" v="2654" actId="26606"/>
          <ac:picMkLst>
            <pc:docMk/>
            <pc:sldMk cId="525310439" sldId="272"/>
            <ac:picMk id="6" creationId="{240E534A-A40D-344B-EC7A-5BA62773E271}"/>
          </ac:picMkLst>
        </pc:picChg>
      </pc:sldChg>
      <pc:sldChg chg="addSp delSp modSp new add del mod ord setBg setClrOvrMap">
        <pc:chgData name="Espen Sirnes" userId="a3dc4f38-a105-43a6-a77e-f1a999ec558b" providerId="ADAL" clId="{EA2A2A98-0D86-4FD2-8A8E-2B4D48E3B936}" dt="2026-08-13T12:08:12.491" v="2856"/>
        <pc:sldMkLst>
          <pc:docMk/>
          <pc:sldMk cId="1532832857" sldId="273"/>
        </pc:sldMkLst>
        <pc:spChg chg="add mod">
          <ac:chgData name="Espen Sirnes" userId="a3dc4f38-a105-43a6-a77e-f1a999ec558b" providerId="ADAL" clId="{EA2A2A98-0D86-4FD2-8A8E-2B4D48E3B936}" dt="2026-08-13T11:57:28.867" v="2743" actId="790"/>
          <ac:spMkLst>
            <pc:docMk/>
            <pc:sldMk cId="1532832857" sldId="273"/>
            <ac:spMk id="12" creationId="{6734D837-FB56-23D1-C5B9-B203626C069E}"/>
          </ac:spMkLst>
        </pc:spChg>
        <pc:picChg chg="add mod ord">
          <ac:chgData name="Espen Sirnes" userId="a3dc4f38-a105-43a6-a77e-f1a999ec558b" providerId="ADAL" clId="{EA2A2A98-0D86-4FD2-8A8E-2B4D48E3B936}" dt="2026-08-13T11:57:13.099" v="2740" actId="1076"/>
          <ac:picMkLst>
            <pc:docMk/>
            <pc:sldMk cId="1532832857" sldId="273"/>
            <ac:picMk id="5" creationId="{1285EDDD-0F0F-3789-BD02-388D81A97686}"/>
          </ac:picMkLst>
        </pc:picChg>
        <pc:picChg chg="add mod ord">
          <ac:chgData name="Espen Sirnes" userId="a3dc4f38-a105-43a6-a77e-f1a999ec558b" providerId="ADAL" clId="{EA2A2A98-0D86-4FD2-8A8E-2B4D48E3B936}" dt="2026-08-13T11:57:15.009" v="2741" actId="1076"/>
          <ac:picMkLst>
            <pc:docMk/>
            <pc:sldMk cId="1532832857" sldId="273"/>
            <ac:picMk id="7" creationId="{A2A3C1DC-CB40-8ADB-E701-0EFBE4E91B61}"/>
          </ac:picMkLst>
        </pc:picChg>
        <pc:picChg chg="add mod ord">
          <ac:chgData name="Espen Sirnes" userId="a3dc4f38-a105-43a6-a77e-f1a999ec558b" providerId="ADAL" clId="{EA2A2A98-0D86-4FD2-8A8E-2B4D48E3B936}" dt="2026-08-13T11:56:25.794" v="2704" actId="26606"/>
          <ac:picMkLst>
            <pc:docMk/>
            <pc:sldMk cId="1532832857" sldId="273"/>
            <ac:picMk id="9" creationId="{7B2E5BEF-687C-33BA-DF8E-6B91024C9F20}"/>
          </ac:picMkLst>
        </pc:picChg>
        <pc:picChg chg="add mod ord">
          <ac:chgData name="Espen Sirnes" userId="a3dc4f38-a105-43a6-a77e-f1a999ec558b" providerId="ADAL" clId="{EA2A2A98-0D86-4FD2-8A8E-2B4D48E3B936}" dt="2026-08-13T11:57:08.100" v="2739" actId="1076"/>
          <ac:picMkLst>
            <pc:docMk/>
            <pc:sldMk cId="1532832857" sldId="273"/>
            <ac:picMk id="11" creationId="{D774C1B0-AFBC-6360-4B02-A88563D41F76}"/>
          </ac:picMkLst>
        </pc:picChg>
      </pc:sldChg>
      <pc:sldChg chg="addSp delSp modSp new add del mod ord setBg">
        <pc:chgData name="Espen Sirnes" userId="a3dc4f38-a105-43a6-a77e-f1a999ec558b" providerId="ADAL" clId="{EA2A2A98-0D86-4FD2-8A8E-2B4D48E3B936}" dt="2026-08-13T12:07:51.669" v="2852"/>
        <pc:sldMkLst>
          <pc:docMk/>
          <pc:sldMk cId="3785035521" sldId="274"/>
        </pc:sldMkLst>
        <pc:spChg chg="mod">
          <ac:chgData name="Espen Sirnes" userId="a3dc4f38-a105-43a6-a77e-f1a999ec558b" providerId="ADAL" clId="{EA2A2A98-0D86-4FD2-8A8E-2B4D48E3B936}" dt="2026-08-13T12:01:59.985" v="2758" actId="26606"/>
          <ac:spMkLst>
            <pc:docMk/>
            <pc:sldMk cId="3785035521" sldId="274"/>
            <ac:spMk id="2" creationId="{08460ED4-376B-DC0A-6AAE-6198FCDFD3E5}"/>
          </ac:spMkLst>
        </pc:spChg>
        <pc:spChg chg="add">
          <ac:chgData name="Espen Sirnes" userId="a3dc4f38-a105-43a6-a77e-f1a999ec558b" providerId="ADAL" clId="{EA2A2A98-0D86-4FD2-8A8E-2B4D48E3B936}" dt="2026-08-13T12:01:59.985" v="2758" actId="26606"/>
          <ac:spMkLst>
            <pc:docMk/>
            <pc:sldMk cId="3785035521" sldId="274"/>
            <ac:spMk id="9" creationId="{B95B9BA8-1D69-4796-85F5-B6D0BD52354B}"/>
          </ac:spMkLst>
        </pc:spChg>
        <pc:grpChg chg="add">
          <ac:chgData name="Espen Sirnes" userId="a3dc4f38-a105-43a6-a77e-f1a999ec558b" providerId="ADAL" clId="{EA2A2A98-0D86-4FD2-8A8E-2B4D48E3B936}" dt="2026-08-13T12:01:59.985" v="2758" actId="26606"/>
          <ac:grpSpMkLst>
            <pc:docMk/>
            <pc:sldMk cId="3785035521" sldId="274"/>
            <ac:grpSpMk id="11" creationId="{5F892E19-92E7-4BB2-8C3F-DBDFE8D9D324}"/>
          </ac:grpSpMkLst>
        </pc:grpChg>
        <pc:graphicFrameChg chg="add mod modGraphic">
          <ac:chgData name="Espen Sirnes" userId="a3dc4f38-a105-43a6-a77e-f1a999ec558b" providerId="ADAL" clId="{EA2A2A98-0D86-4FD2-8A8E-2B4D48E3B936}" dt="2026-08-13T12:02:08.755" v="2760"/>
          <ac:graphicFrameMkLst>
            <pc:docMk/>
            <pc:sldMk cId="3785035521" sldId="274"/>
            <ac:graphicFrameMk id="6" creationId="{321C4E47-6428-33A7-149F-69932E26E1BF}"/>
          </ac:graphicFrameMkLst>
        </pc:graphicFrameChg>
      </pc:sldChg>
      <pc:sldChg chg="addSp delSp modSp new add del mod ord setBg">
        <pc:chgData name="Espen Sirnes" userId="a3dc4f38-a105-43a6-a77e-f1a999ec558b" providerId="ADAL" clId="{EA2A2A98-0D86-4FD2-8A8E-2B4D48E3B936}" dt="2026-08-13T12:07:59.426" v="2854"/>
        <pc:sldMkLst>
          <pc:docMk/>
          <pc:sldMk cId="704989157" sldId="275"/>
        </pc:sldMkLst>
        <pc:spChg chg="mod">
          <ac:chgData name="Espen Sirnes" userId="a3dc4f38-a105-43a6-a77e-f1a999ec558b" providerId="ADAL" clId="{EA2A2A98-0D86-4FD2-8A8E-2B4D48E3B936}" dt="2026-08-13T12:05:45.350" v="2775" actId="26606"/>
          <ac:spMkLst>
            <pc:docMk/>
            <pc:sldMk cId="704989157" sldId="275"/>
            <ac:spMk id="2" creationId="{728F9D18-F8D5-FBDC-9605-5242E30C25E1}"/>
          </ac:spMkLst>
        </pc:spChg>
        <pc:spChg chg="add">
          <ac:chgData name="Espen Sirnes" userId="a3dc4f38-a105-43a6-a77e-f1a999ec558b" providerId="ADAL" clId="{EA2A2A98-0D86-4FD2-8A8E-2B4D48E3B936}" dt="2026-08-13T12:05:45.350" v="2775" actId="26606"/>
          <ac:spMkLst>
            <pc:docMk/>
            <pc:sldMk cId="704989157" sldId="275"/>
            <ac:spMk id="17" creationId="{C05CBC3C-2E5A-4839-8B9B-2E5A6ADF0F58}"/>
          </ac:spMkLst>
        </pc:spChg>
        <pc:spChg chg="add">
          <ac:chgData name="Espen Sirnes" userId="a3dc4f38-a105-43a6-a77e-f1a999ec558b" providerId="ADAL" clId="{EA2A2A98-0D86-4FD2-8A8E-2B4D48E3B936}" dt="2026-08-13T12:05:45.350" v="2775" actId="26606"/>
          <ac:spMkLst>
            <pc:docMk/>
            <pc:sldMk cId="704989157" sldId="275"/>
            <ac:spMk id="18" creationId="{DB5B423A-57CC-4C58-AA26-8E2E862B03A0}"/>
          </ac:spMkLst>
        </pc:spChg>
        <pc:graphicFrameChg chg="add">
          <ac:chgData name="Espen Sirnes" userId="a3dc4f38-a105-43a6-a77e-f1a999ec558b" providerId="ADAL" clId="{EA2A2A98-0D86-4FD2-8A8E-2B4D48E3B936}" dt="2026-08-13T12:05:45.350" v="2775" actId="26606"/>
          <ac:graphicFrameMkLst>
            <pc:docMk/>
            <pc:sldMk cId="704989157" sldId="275"/>
            <ac:graphicFrameMk id="19" creationId="{120B3B0C-F76D-CFAC-08C8-8B3BEB5F6269}"/>
          </ac:graphicFrameMkLst>
        </pc:graphicFrameChg>
      </pc:sldChg>
      <pc:sldChg chg="addSp modSp new mod setBg addAnim">
        <pc:chgData name="Espen Sirnes" userId="a3dc4f38-a105-43a6-a77e-f1a999ec558b" providerId="ADAL" clId="{EA2A2A98-0D86-4FD2-8A8E-2B4D48E3B936}" dt="2026-08-13T12:09:39.541" v="2896"/>
        <pc:sldMkLst>
          <pc:docMk/>
          <pc:sldMk cId="906104625" sldId="276"/>
        </pc:sldMkLst>
        <pc:spChg chg="mod">
          <ac:chgData name="Espen Sirnes" userId="a3dc4f38-a105-43a6-a77e-f1a999ec558b" providerId="ADAL" clId="{EA2A2A98-0D86-4FD2-8A8E-2B4D48E3B936}" dt="2026-08-13T12:09:39.541" v="2895" actId="26606"/>
          <ac:spMkLst>
            <pc:docMk/>
            <pc:sldMk cId="906104625" sldId="276"/>
            <ac:spMk id="2" creationId="{3BF71739-FA80-70D4-A436-9384B25EF33C}"/>
          </ac:spMkLst>
        </pc:spChg>
        <pc:spChg chg="mod">
          <ac:chgData name="Espen Sirnes" userId="a3dc4f38-a105-43a6-a77e-f1a999ec558b" providerId="ADAL" clId="{EA2A2A98-0D86-4FD2-8A8E-2B4D48E3B936}" dt="2026-08-13T12:09:39.541" v="2895" actId="26606"/>
          <ac:spMkLst>
            <pc:docMk/>
            <pc:sldMk cId="906104625" sldId="276"/>
            <ac:spMk id="3" creationId="{C2643135-4290-0CAD-4DF9-81435996F4CD}"/>
          </ac:spMkLst>
        </pc:spChg>
        <pc:spChg chg="add">
          <ac:chgData name="Espen Sirnes" userId="a3dc4f38-a105-43a6-a77e-f1a999ec558b" providerId="ADAL" clId="{EA2A2A98-0D86-4FD2-8A8E-2B4D48E3B936}" dt="2026-08-13T12:09:39.541" v="2895" actId="26606"/>
          <ac:spMkLst>
            <pc:docMk/>
            <pc:sldMk cId="906104625" sldId="276"/>
            <ac:spMk id="8" creationId="{5A292AEA-2528-46C0-B426-95822B6141FB}"/>
          </ac:spMkLst>
        </pc:spChg>
        <pc:spChg chg="add">
          <ac:chgData name="Espen Sirnes" userId="a3dc4f38-a105-43a6-a77e-f1a999ec558b" providerId="ADAL" clId="{EA2A2A98-0D86-4FD2-8A8E-2B4D48E3B936}" dt="2026-08-13T12:09:39.541" v="2895" actId="26606"/>
          <ac:spMkLst>
            <pc:docMk/>
            <pc:sldMk cId="906104625" sldId="276"/>
            <ac:spMk id="10" creationId="{D8B7B198-E4DF-43CD-AD8C-199884323745}"/>
          </ac:spMkLst>
        </pc:spChg>
        <pc:spChg chg="add">
          <ac:chgData name="Espen Sirnes" userId="a3dc4f38-a105-43a6-a77e-f1a999ec558b" providerId="ADAL" clId="{EA2A2A98-0D86-4FD2-8A8E-2B4D48E3B936}" dt="2026-08-13T12:09:39.541" v="2895" actId="26606"/>
          <ac:spMkLst>
            <pc:docMk/>
            <pc:sldMk cId="906104625" sldId="276"/>
            <ac:spMk id="12" creationId="{2BE67753-EA0E-4819-8D22-0B6600CF7231}"/>
          </ac:spMkLst>
        </pc:spChg>
        <pc:grpChg chg="add">
          <ac:chgData name="Espen Sirnes" userId="a3dc4f38-a105-43a6-a77e-f1a999ec558b" providerId="ADAL" clId="{EA2A2A98-0D86-4FD2-8A8E-2B4D48E3B936}" dt="2026-08-13T12:09:39.541" v="2895" actId="26606"/>
          <ac:grpSpMkLst>
            <pc:docMk/>
            <pc:sldMk cId="906104625" sldId="276"/>
            <ac:grpSpMk id="14" creationId="{D76D63AC-0421-45EC-B383-E79A61A78C6B}"/>
          </ac:grpSpMkLst>
        </pc:grpChg>
        <pc:grpChg chg="add">
          <ac:chgData name="Espen Sirnes" userId="a3dc4f38-a105-43a6-a77e-f1a999ec558b" providerId="ADAL" clId="{EA2A2A98-0D86-4FD2-8A8E-2B4D48E3B936}" dt="2026-08-13T12:09:39.541" v="2895" actId="26606"/>
          <ac:grpSpMkLst>
            <pc:docMk/>
            <pc:sldMk cId="906104625" sldId="276"/>
            <ac:grpSpMk id="23" creationId="{87F87F1B-42BA-4AC7-A4E2-41544DDB2CE3}"/>
          </ac:grpSpMkLst>
        </pc:grpChg>
        <pc:grpChg chg="add">
          <ac:chgData name="Espen Sirnes" userId="a3dc4f38-a105-43a6-a77e-f1a999ec558b" providerId="ADAL" clId="{EA2A2A98-0D86-4FD2-8A8E-2B4D48E3B936}" dt="2026-08-13T12:09:39.541" v="2895" actId="26606"/>
          <ac:grpSpMkLst>
            <pc:docMk/>
            <pc:sldMk cId="906104625" sldId="276"/>
            <ac:grpSpMk id="29" creationId="{967346A5-7569-4F15-AB5D-BE3DADF192C0}"/>
          </ac:grpSpMkLst>
        </pc:grpChg>
      </pc:sldChg>
      <pc:sldChg chg="addSp delSp modSp new mod ord setBg">
        <pc:chgData name="Espen Sirnes" userId="a3dc4f38-a105-43a6-a77e-f1a999ec558b" providerId="ADAL" clId="{EA2A2A98-0D86-4FD2-8A8E-2B4D48E3B936}" dt="2026-08-17T09:59:38.692" v="3613" actId="20577"/>
        <pc:sldMkLst>
          <pc:docMk/>
          <pc:sldMk cId="2080361370" sldId="277"/>
        </pc:sldMkLst>
        <pc:spChg chg="mod">
          <ac:chgData name="Espen Sirnes" userId="a3dc4f38-a105-43a6-a77e-f1a999ec558b" providerId="ADAL" clId="{EA2A2A98-0D86-4FD2-8A8E-2B4D48E3B936}" dt="2026-08-17T08:49:56.719" v="3047" actId="26606"/>
          <ac:spMkLst>
            <pc:docMk/>
            <pc:sldMk cId="2080361370" sldId="277"/>
            <ac:spMk id="2" creationId="{E85E396D-18F6-8DE9-258C-76907AC2598F}"/>
          </ac:spMkLst>
        </pc:spChg>
        <pc:spChg chg="add del mod">
          <ac:chgData name="Espen Sirnes" userId="a3dc4f38-a105-43a6-a77e-f1a999ec558b" providerId="ADAL" clId="{EA2A2A98-0D86-4FD2-8A8E-2B4D48E3B936}" dt="2026-08-17T08:49:56.736" v="3048" actId="26606"/>
          <ac:spMkLst>
            <pc:docMk/>
            <pc:sldMk cId="2080361370" sldId="277"/>
            <ac:spMk id="3" creationId="{13939F9F-CEEE-4B3D-E988-9650E6B73EB9}"/>
          </ac:spMkLst>
        </pc:spChg>
        <pc:spChg chg="add del">
          <ac:chgData name="Espen Sirnes" userId="a3dc4f38-a105-43a6-a77e-f1a999ec558b" providerId="ADAL" clId="{EA2A2A98-0D86-4FD2-8A8E-2B4D48E3B936}" dt="2026-08-17T08:49:56.719" v="3047" actId="26606"/>
          <ac:spMkLst>
            <pc:docMk/>
            <pc:sldMk cId="2080361370" sldId="277"/>
            <ac:spMk id="9" creationId="{56E9B3E6-E277-4D68-BA48-9CB43FFBD6E2}"/>
          </ac:spMkLst>
        </pc:spChg>
        <pc:spChg chg="add del">
          <ac:chgData name="Espen Sirnes" userId="a3dc4f38-a105-43a6-a77e-f1a999ec558b" providerId="ADAL" clId="{EA2A2A98-0D86-4FD2-8A8E-2B4D48E3B936}" dt="2026-08-17T08:49:56.719" v="3047" actId="26606"/>
          <ac:spMkLst>
            <pc:docMk/>
            <pc:sldMk cId="2080361370" sldId="277"/>
            <ac:spMk id="16" creationId="{D5B0017B-2ECA-49AF-B397-DC140825DF8D}"/>
          </ac:spMkLst>
        </pc:spChg>
        <pc:grpChg chg="add del">
          <ac:chgData name="Espen Sirnes" userId="a3dc4f38-a105-43a6-a77e-f1a999ec558b" providerId="ADAL" clId="{EA2A2A98-0D86-4FD2-8A8E-2B4D48E3B936}" dt="2026-08-17T08:49:56.719" v="3047" actId="26606"/>
          <ac:grpSpMkLst>
            <pc:docMk/>
            <pc:sldMk cId="2080361370" sldId="277"/>
            <ac:grpSpMk id="11" creationId="{AE1C45F0-260A-458C-96ED-C1F6D2151219}"/>
          </ac:grpSpMkLst>
        </pc:grpChg>
        <pc:graphicFrameChg chg="add del">
          <ac:chgData name="Espen Sirnes" userId="a3dc4f38-a105-43a6-a77e-f1a999ec558b" providerId="ADAL" clId="{EA2A2A98-0D86-4FD2-8A8E-2B4D48E3B936}" dt="2026-08-17T08:49:56.719" v="3047" actId="26606"/>
          <ac:graphicFrameMkLst>
            <pc:docMk/>
            <pc:sldMk cId="2080361370" sldId="277"/>
            <ac:graphicFrameMk id="5" creationId="{B1590687-2C11-C81C-9760-3004E0289DC2}"/>
          </ac:graphicFrameMkLst>
        </pc:graphicFrameChg>
        <pc:graphicFrameChg chg="add mod modGraphic">
          <ac:chgData name="Espen Sirnes" userId="a3dc4f38-a105-43a6-a77e-f1a999ec558b" providerId="ADAL" clId="{EA2A2A98-0D86-4FD2-8A8E-2B4D48E3B936}" dt="2026-08-17T09:59:38.692" v="3613" actId="20577"/>
          <ac:graphicFrameMkLst>
            <pc:docMk/>
            <pc:sldMk cId="2080361370" sldId="277"/>
            <ac:graphicFrameMk id="20" creationId="{AC6C87ED-6423-F0E2-88CF-EEAD4510309F}"/>
          </ac:graphicFrameMkLst>
        </pc:graphicFrameChg>
        <pc:cxnChg chg="add del">
          <ac:chgData name="Espen Sirnes" userId="a3dc4f38-a105-43a6-a77e-f1a999ec558b" providerId="ADAL" clId="{EA2A2A98-0D86-4FD2-8A8E-2B4D48E3B936}" dt="2026-08-17T08:49:56.719" v="3047" actId="26606"/>
          <ac:cxnSpMkLst>
            <pc:docMk/>
            <pc:sldMk cId="2080361370" sldId="277"/>
            <ac:cxnSpMk id="18" creationId="{6CF1BAF6-AD41-4082-B212-8A1F9A2E8779}"/>
          </ac:cxnSpMkLst>
        </pc:cxnChg>
      </pc:sldChg>
      <pc:sldChg chg="addSp modSp new mod ord setBg">
        <pc:chgData name="Espen Sirnes" userId="a3dc4f38-a105-43a6-a77e-f1a999ec558b" providerId="ADAL" clId="{EA2A2A98-0D86-4FD2-8A8E-2B4D48E3B936}" dt="2026-08-17T09:49:46.310" v="3570"/>
        <pc:sldMkLst>
          <pc:docMk/>
          <pc:sldMk cId="172032272" sldId="278"/>
        </pc:sldMkLst>
        <pc:spChg chg="mod">
          <ac:chgData name="Espen Sirnes" userId="a3dc4f38-a105-43a6-a77e-f1a999ec558b" providerId="ADAL" clId="{EA2A2A98-0D86-4FD2-8A8E-2B4D48E3B936}" dt="2026-08-17T09:47:18.498" v="3561" actId="20577"/>
          <ac:spMkLst>
            <pc:docMk/>
            <pc:sldMk cId="172032272" sldId="278"/>
            <ac:spMk id="2" creationId="{C21B507E-05FA-8A0C-7DEF-25296A3EC7ED}"/>
          </ac:spMkLst>
        </pc:spChg>
        <pc:spChg chg="mod">
          <ac:chgData name="Espen Sirnes" userId="a3dc4f38-a105-43a6-a77e-f1a999ec558b" providerId="ADAL" clId="{EA2A2A98-0D86-4FD2-8A8E-2B4D48E3B936}" dt="2026-08-17T09:47:05.970" v="3558" actId="26606"/>
          <ac:spMkLst>
            <pc:docMk/>
            <pc:sldMk cId="172032272" sldId="278"/>
            <ac:spMk id="3" creationId="{677365DF-ECD6-430A-B296-8D4C8900D30B}"/>
          </ac:spMkLst>
        </pc:spChg>
        <pc:spChg chg="add">
          <ac:chgData name="Espen Sirnes" userId="a3dc4f38-a105-43a6-a77e-f1a999ec558b" providerId="ADAL" clId="{EA2A2A98-0D86-4FD2-8A8E-2B4D48E3B936}" dt="2026-08-17T09:47:05.970" v="3558" actId="26606"/>
          <ac:spMkLst>
            <pc:docMk/>
            <pc:sldMk cId="172032272" sldId="278"/>
            <ac:spMk id="8" creationId="{DEE2AD96-B495-4E06-9291-B71706F728CB}"/>
          </ac:spMkLst>
        </pc:spChg>
        <pc:spChg chg="add">
          <ac:chgData name="Espen Sirnes" userId="a3dc4f38-a105-43a6-a77e-f1a999ec558b" providerId="ADAL" clId="{EA2A2A98-0D86-4FD2-8A8E-2B4D48E3B936}" dt="2026-08-17T09:47:05.970" v="3558" actId="26606"/>
          <ac:spMkLst>
            <pc:docMk/>
            <pc:sldMk cId="172032272" sldId="278"/>
            <ac:spMk id="10" creationId="{53CF6D67-C5A8-4ADD-9E8E-1E38CA1D3166}"/>
          </ac:spMkLst>
        </pc:spChg>
        <pc:spChg chg="add">
          <ac:chgData name="Espen Sirnes" userId="a3dc4f38-a105-43a6-a77e-f1a999ec558b" providerId="ADAL" clId="{EA2A2A98-0D86-4FD2-8A8E-2B4D48E3B936}" dt="2026-08-17T09:47:05.970" v="3558" actId="26606"/>
          <ac:spMkLst>
            <pc:docMk/>
            <pc:sldMk cId="172032272" sldId="278"/>
            <ac:spMk id="12" creationId="{86909FA0-B515-4681-B7A8-FA281D133B94}"/>
          </ac:spMkLst>
        </pc:spChg>
        <pc:spChg chg="add">
          <ac:chgData name="Espen Sirnes" userId="a3dc4f38-a105-43a6-a77e-f1a999ec558b" providerId="ADAL" clId="{EA2A2A98-0D86-4FD2-8A8E-2B4D48E3B936}" dt="2026-08-17T09:47:05.970" v="3558" actId="26606"/>
          <ac:spMkLst>
            <pc:docMk/>
            <pc:sldMk cId="172032272" sldId="278"/>
            <ac:spMk id="14" creationId="{21C9FE86-FCC3-4A31-AA1C-C882262B7FE7}"/>
          </ac:spMkLst>
        </pc:spChg>
        <pc:spChg chg="add">
          <ac:chgData name="Espen Sirnes" userId="a3dc4f38-a105-43a6-a77e-f1a999ec558b" providerId="ADAL" clId="{EA2A2A98-0D86-4FD2-8A8E-2B4D48E3B936}" dt="2026-08-17T09:47:05.970" v="3558" actId="26606"/>
          <ac:spMkLst>
            <pc:docMk/>
            <pc:sldMk cId="172032272" sldId="278"/>
            <ac:spMk id="16" creationId="{7D96243B-ECED-4B71-8E06-AE9A285EAD20}"/>
          </ac:spMkLst>
        </pc:spChg>
        <pc:spChg chg="add">
          <ac:chgData name="Espen Sirnes" userId="a3dc4f38-a105-43a6-a77e-f1a999ec558b" providerId="ADAL" clId="{EA2A2A98-0D86-4FD2-8A8E-2B4D48E3B936}" dt="2026-08-17T09:47:05.970" v="3558" actId="26606"/>
          <ac:spMkLst>
            <pc:docMk/>
            <pc:sldMk cId="172032272" sldId="278"/>
            <ac:spMk id="18" creationId="{A09989E4-EFDC-4A90-A633-E0525FB4139E}"/>
          </ac:spMkLst>
        </pc:spChg>
      </pc:sldChg>
      <pc:sldChg chg="modSp new del mod">
        <pc:chgData name="Espen Sirnes" userId="a3dc4f38-a105-43a6-a77e-f1a999ec558b" providerId="ADAL" clId="{EA2A2A98-0D86-4FD2-8A8E-2B4D48E3B936}" dt="2026-08-17T09:36:46.594" v="3254" actId="47"/>
        <pc:sldMkLst>
          <pc:docMk/>
          <pc:sldMk cId="2645537209" sldId="278"/>
        </pc:sldMkLst>
        <pc:spChg chg="mod">
          <ac:chgData name="Espen Sirnes" userId="a3dc4f38-a105-43a6-a77e-f1a999ec558b" providerId="ADAL" clId="{EA2A2A98-0D86-4FD2-8A8E-2B4D48E3B936}" dt="2026-08-17T09:35:58.575" v="3220" actId="790"/>
          <ac:spMkLst>
            <pc:docMk/>
            <pc:sldMk cId="2645537209" sldId="278"/>
            <ac:spMk id="2" creationId="{85FF6E3E-54E9-4565-5F55-FF40E7E69A08}"/>
          </ac:spMkLst>
        </pc:spChg>
        <pc:spChg chg="mod">
          <ac:chgData name="Espen Sirnes" userId="a3dc4f38-a105-43a6-a77e-f1a999ec558b" providerId="ADAL" clId="{EA2A2A98-0D86-4FD2-8A8E-2B4D48E3B936}" dt="2026-08-17T09:36:26.326" v="3253" actId="20577"/>
          <ac:spMkLst>
            <pc:docMk/>
            <pc:sldMk cId="2645537209" sldId="278"/>
            <ac:spMk id="3" creationId="{7784359B-79F5-D21F-20B3-7911075F5313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s://uit-sok-2301-h26.github.io/rapporter.html" TargetMode="External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hyperlink" Target="https://uit-sok-2301-h26.github.io/rapporter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C54ED9-4087-495F-A337-EFC5D306452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2822B0D-B12B-4191-82F1-2D23C5306DB1}">
      <dgm:prSet/>
      <dgm:spPr/>
      <dgm:t>
        <a:bodyPr/>
        <a:lstStyle/>
        <a:p>
          <a:r>
            <a:rPr lang="nb-NO"/>
            <a:t>Utredning av offentlige prosjekter som skal hjelpe politikerne og offentlige institusjoner til å prioritere prosjekter. </a:t>
          </a:r>
          <a:br>
            <a:rPr lang="nb-NO"/>
          </a:br>
          <a:endParaRPr lang="en-US"/>
        </a:p>
      </dgm:t>
    </dgm:pt>
    <dgm:pt modelId="{ACBBF351-8E60-44EF-B7B5-2579E7AC1335}" type="parTrans" cxnId="{9AC4D009-6650-40D3-B4A5-859272B5B0E2}">
      <dgm:prSet/>
      <dgm:spPr/>
      <dgm:t>
        <a:bodyPr/>
        <a:lstStyle/>
        <a:p>
          <a:endParaRPr lang="en-US"/>
        </a:p>
      </dgm:t>
    </dgm:pt>
    <dgm:pt modelId="{496DF2AB-6BD7-4775-8472-A3F0D56F614D}" type="sibTrans" cxnId="{9AC4D009-6650-40D3-B4A5-859272B5B0E2}">
      <dgm:prSet/>
      <dgm:spPr/>
      <dgm:t>
        <a:bodyPr/>
        <a:lstStyle/>
        <a:p>
          <a:endParaRPr lang="en-US"/>
        </a:p>
      </dgm:t>
    </dgm:pt>
    <dgm:pt modelId="{D09BA287-04D6-452E-8751-8B661D68A474}">
      <dgm:prSet/>
      <dgm:spPr/>
      <dgm:t>
        <a:bodyPr/>
        <a:lstStyle/>
        <a:p>
          <a:r>
            <a:rPr lang="nb-NO" dirty="0"/>
            <a:t>Utføres ofte også av private konsulenter, gjerne av interesseorganisasjoner og som ledd i lobbyvirksomhet.</a:t>
          </a:r>
          <a:endParaRPr lang="en-US" dirty="0"/>
        </a:p>
      </dgm:t>
    </dgm:pt>
    <dgm:pt modelId="{B6C6ADA5-C1E6-4E06-9037-DB6D7E092B9C}" type="parTrans" cxnId="{91E5B909-EF45-4D69-B786-782E0DD2A011}">
      <dgm:prSet/>
      <dgm:spPr/>
      <dgm:t>
        <a:bodyPr/>
        <a:lstStyle/>
        <a:p>
          <a:endParaRPr lang="en-US"/>
        </a:p>
      </dgm:t>
    </dgm:pt>
    <dgm:pt modelId="{2C991221-173B-43AA-8067-07D6892AB095}" type="sibTrans" cxnId="{91E5B909-EF45-4D69-B786-782E0DD2A011}">
      <dgm:prSet/>
      <dgm:spPr/>
      <dgm:t>
        <a:bodyPr/>
        <a:lstStyle/>
        <a:p>
          <a:endParaRPr lang="en-US"/>
        </a:p>
      </dgm:t>
    </dgm:pt>
    <dgm:pt modelId="{4A5875D3-ED34-47F2-B2A6-81A0AAFBA1B5}">
      <dgm:prSet/>
      <dgm:spPr/>
      <dgm:t>
        <a:bodyPr/>
        <a:lstStyle/>
        <a:p>
          <a:r>
            <a:rPr lang="nb-NO" b="0" dirty="0"/>
            <a:t>Faglig vurdering og så objektiv som mulig. </a:t>
          </a:r>
          <a:endParaRPr lang="en-US" dirty="0"/>
        </a:p>
      </dgm:t>
    </dgm:pt>
    <dgm:pt modelId="{A27BFFBC-A05A-4F69-851C-CB46B87BB0C4}" type="parTrans" cxnId="{63875CF6-42BB-47E9-B5CE-5DB96CDE0E52}">
      <dgm:prSet/>
      <dgm:spPr/>
      <dgm:t>
        <a:bodyPr/>
        <a:lstStyle/>
        <a:p>
          <a:endParaRPr lang="nb-NO"/>
        </a:p>
      </dgm:t>
    </dgm:pt>
    <dgm:pt modelId="{B7BC31C7-6539-4B09-8EAE-81C4C499561E}" type="sibTrans" cxnId="{63875CF6-42BB-47E9-B5CE-5DB96CDE0E52}">
      <dgm:prSet/>
      <dgm:spPr/>
      <dgm:t>
        <a:bodyPr/>
        <a:lstStyle/>
        <a:p>
          <a:endParaRPr lang="nb-NO"/>
        </a:p>
      </dgm:t>
    </dgm:pt>
    <dgm:pt modelId="{2E60BB1A-1D8E-411A-B8B0-517C1F216FED}" type="pres">
      <dgm:prSet presAssocID="{85C54ED9-4087-495F-A337-EFC5D306452A}" presName="linear" presStyleCnt="0">
        <dgm:presLayoutVars>
          <dgm:animLvl val="lvl"/>
          <dgm:resizeHandles val="exact"/>
        </dgm:presLayoutVars>
      </dgm:prSet>
      <dgm:spPr/>
    </dgm:pt>
    <dgm:pt modelId="{B9DE258A-0DD3-4BD3-BC40-B0F3E091966A}" type="pres">
      <dgm:prSet presAssocID="{62822B0D-B12B-4191-82F1-2D23C5306DB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52EB7D-C7EE-4640-B6D2-6AA8C1ACF16A}" type="pres">
      <dgm:prSet presAssocID="{496DF2AB-6BD7-4775-8472-A3F0D56F614D}" presName="spacer" presStyleCnt="0"/>
      <dgm:spPr/>
    </dgm:pt>
    <dgm:pt modelId="{F69F1AF3-9B1C-479C-8737-986F94113476}" type="pres">
      <dgm:prSet presAssocID="{D09BA287-04D6-452E-8751-8B661D68A47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9C3778C-28FB-4245-94CF-E31DFE5712E5}" type="pres">
      <dgm:prSet presAssocID="{2C991221-173B-43AA-8067-07D6892AB095}" presName="spacer" presStyleCnt="0"/>
      <dgm:spPr/>
    </dgm:pt>
    <dgm:pt modelId="{047AA6A6-6DA1-47A5-A334-DD16EC7DB3CA}" type="pres">
      <dgm:prSet presAssocID="{4A5875D3-ED34-47F2-B2A6-81A0AAFBA1B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1E5B909-EF45-4D69-B786-782E0DD2A011}" srcId="{85C54ED9-4087-495F-A337-EFC5D306452A}" destId="{D09BA287-04D6-452E-8751-8B661D68A474}" srcOrd="1" destOrd="0" parTransId="{B6C6ADA5-C1E6-4E06-9037-DB6D7E092B9C}" sibTransId="{2C991221-173B-43AA-8067-07D6892AB095}"/>
    <dgm:cxn modelId="{9AC4D009-6650-40D3-B4A5-859272B5B0E2}" srcId="{85C54ED9-4087-495F-A337-EFC5D306452A}" destId="{62822B0D-B12B-4191-82F1-2D23C5306DB1}" srcOrd="0" destOrd="0" parTransId="{ACBBF351-8E60-44EF-B7B5-2579E7AC1335}" sibTransId="{496DF2AB-6BD7-4775-8472-A3F0D56F614D}"/>
    <dgm:cxn modelId="{6479CD0C-0E23-42AB-9713-1E6EB629663E}" type="presOf" srcId="{D09BA287-04D6-452E-8751-8B661D68A474}" destId="{F69F1AF3-9B1C-479C-8737-986F94113476}" srcOrd="0" destOrd="0" presId="urn:microsoft.com/office/officeart/2005/8/layout/vList2"/>
    <dgm:cxn modelId="{BB547291-7C69-4883-9BD9-3652B141AEDB}" type="presOf" srcId="{85C54ED9-4087-495F-A337-EFC5D306452A}" destId="{2E60BB1A-1D8E-411A-B8B0-517C1F216FED}" srcOrd="0" destOrd="0" presId="urn:microsoft.com/office/officeart/2005/8/layout/vList2"/>
    <dgm:cxn modelId="{E3555DB5-1E3D-4626-816F-2E73A2614C0F}" type="presOf" srcId="{4A5875D3-ED34-47F2-B2A6-81A0AAFBA1B5}" destId="{047AA6A6-6DA1-47A5-A334-DD16EC7DB3CA}" srcOrd="0" destOrd="0" presId="urn:microsoft.com/office/officeart/2005/8/layout/vList2"/>
    <dgm:cxn modelId="{9DDB63DF-DA79-4E89-85B8-83308642D02E}" type="presOf" srcId="{62822B0D-B12B-4191-82F1-2D23C5306DB1}" destId="{B9DE258A-0DD3-4BD3-BC40-B0F3E091966A}" srcOrd="0" destOrd="0" presId="urn:microsoft.com/office/officeart/2005/8/layout/vList2"/>
    <dgm:cxn modelId="{63875CF6-42BB-47E9-B5CE-5DB96CDE0E52}" srcId="{85C54ED9-4087-495F-A337-EFC5D306452A}" destId="{4A5875D3-ED34-47F2-B2A6-81A0AAFBA1B5}" srcOrd="2" destOrd="0" parTransId="{A27BFFBC-A05A-4F69-851C-CB46B87BB0C4}" sibTransId="{B7BC31C7-6539-4B09-8EAE-81C4C499561E}"/>
    <dgm:cxn modelId="{4627A5AC-99B3-4E20-9BF1-ECD7432E3E14}" type="presParOf" srcId="{2E60BB1A-1D8E-411A-B8B0-517C1F216FED}" destId="{B9DE258A-0DD3-4BD3-BC40-B0F3E091966A}" srcOrd="0" destOrd="0" presId="urn:microsoft.com/office/officeart/2005/8/layout/vList2"/>
    <dgm:cxn modelId="{BFD8B5D6-E592-4F9C-A114-07D34319BDBC}" type="presParOf" srcId="{2E60BB1A-1D8E-411A-B8B0-517C1F216FED}" destId="{FF52EB7D-C7EE-4640-B6D2-6AA8C1ACF16A}" srcOrd="1" destOrd="0" presId="urn:microsoft.com/office/officeart/2005/8/layout/vList2"/>
    <dgm:cxn modelId="{D0ECCB7A-1B56-4505-A403-84AEFC0760A8}" type="presParOf" srcId="{2E60BB1A-1D8E-411A-B8B0-517C1F216FED}" destId="{F69F1AF3-9B1C-479C-8737-986F94113476}" srcOrd="2" destOrd="0" presId="urn:microsoft.com/office/officeart/2005/8/layout/vList2"/>
    <dgm:cxn modelId="{5C97CF30-5B8E-47D4-8A7C-E4BC3B553A57}" type="presParOf" srcId="{2E60BB1A-1D8E-411A-B8B0-517C1F216FED}" destId="{D9C3778C-28FB-4245-94CF-E31DFE5712E5}" srcOrd="3" destOrd="0" presId="urn:microsoft.com/office/officeart/2005/8/layout/vList2"/>
    <dgm:cxn modelId="{EC0FDA6E-5ACF-4D8C-968A-2536C7630DF2}" type="presParOf" srcId="{2E60BB1A-1D8E-411A-B8B0-517C1F216FED}" destId="{047AA6A6-6DA1-47A5-A334-DD16EC7DB3C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CB0FBB-07AA-42AD-8B58-073E8D5AED9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73E39B8-306D-4023-8E85-FB43B586BF81}">
      <dgm:prSet custT="1"/>
      <dgm:spPr/>
      <dgm:t>
        <a:bodyPr/>
        <a:lstStyle/>
        <a:p>
          <a:r>
            <a:rPr lang="nb-NO" sz="1600" dirty="0"/>
            <a:t>Mest mulig velferd ut av samfunnets knappe ressurser ved å sørge for effektiv ressursbruk </a:t>
          </a:r>
          <a:endParaRPr lang="en-US" sz="1600" dirty="0"/>
        </a:p>
      </dgm:t>
    </dgm:pt>
    <dgm:pt modelId="{85F33290-B7A5-4E43-A900-CB5D45561998}" type="parTrans" cxnId="{3440DF50-21FD-459F-B9E5-DE57EDD05E87}">
      <dgm:prSet/>
      <dgm:spPr/>
      <dgm:t>
        <a:bodyPr/>
        <a:lstStyle/>
        <a:p>
          <a:endParaRPr lang="en-US" sz="2400"/>
        </a:p>
      </dgm:t>
    </dgm:pt>
    <dgm:pt modelId="{4A7127C3-6EDA-488F-BC2C-752F5FDAC19F}" type="sibTrans" cxnId="{3440DF50-21FD-459F-B9E5-DE57EDD05E87}">
      <dgm:prSet/>
      <dgm:spPr/>
      <dgm:t>
        <a:bodyPr/>
        <a:lstStyle/>
        <a:p>
          <a:endParaRPr lang="en-US" sz="2400"/>
        </a:p>
      </dgm:t>
    </dgm:pt>
    <dgm:pt modelId="{BF8882D8-E39D-4165-ABD3-9F225C74F86B}">
      <dgm:prSet custT="1"/>
      <dgm:spPr/>
      <dgm:t>
        <a:bodyPr/>
        <a:lstStyle/>
        <a:p>
          <a:r>
            <a:rPr lang="nb-NO" sz="1600"/>
            <a:t>Systematisk gjennomgang av alle virkninger for berørte grupper i samfunnet </a:t>
          </a:r>
          <a:endParaRPr lang="en-US" sz="1600"/>
        </a:p>
      </dgm:t>
    </dgm:pt>
    <dgm:pt modelId="{C66BF7D8-0E7A-4955-A4CB-6DB9AD751C01}" type="parTrans" cxnId="{9F9E68C9-CB6A-4880-BC0B-ADD39BA2CCF5}">
      <dgm:prSet/>
      <dgm:spPr/>
      <dgm:t>
        <a:bodyPr/>
        <a:lstStyle/>
        <a:p>
          <a:endParaRPr lang="en-US" sz="2400"/>
        </a:p>
      </dgm:t>
    </dgm:pt>
    <dgm:pt modelId="{2E4FD0A8-8962-431A-8532-71768023E488}" type="sibTrans" cxnId="{9F9E68C9-CB6A-4880-BC0B-ADD39BA2CCF5}">
      <dgm:prSet/>
      <dgm:spPr/>
      <dgm:t>
        <a:bodyPr/>
        <a:lstStyle/>
        <a:p>
          <a:endParaRPr lang="en-US" sz="2400"/>
        </a:p>
      </dgm:t>
    </dgm:pt>
    <dgm:pt modelId="{3BD30DDA-6644-40F0-A334-AA9309177D6B}">
      <dgm:prSet custT="1"/>
      <dgm:spPr/>
      <dgm:t>
        <a:bodyPr/>
        <a:lstStyle/>
        <a:p>
          <a:r>
            <a:rPr lang="nb-NO" sz="1600"/>
            <a:t>Sile ut ulønnsomme tiltak på et tidlig tidspunkt </a:t>
          </a:r>
          <a:endParaRPr lang="en-US" sz="1600"/>
        </a:p>
      </dgm:t>
    </dgm:pt>
    <dgm:pt modelId="{2C0B4BD0-708A-4105-9797-AD0AE8D12BBF}" type="parTrans" cxnId="{FDFC8921-CC85-4615-83B4-BAE7AF033322}">
      <dgm:prSet/>
      <dgm:spPr/>
      <dgm:t>
        <a:bodyPr/>
        <a:lstStyle/>
        <a:p>
          <a:endParaRPr lang="en-US" sz="2400"/>
        </a:p>
      </dgm:t>
    </dgm:pt>
    <dgm:pt modelId="{C525B74D-C996-4F06-8A50-D15419B59532}" type="sibTrans" cxnId="{FDFC8921-CC85-4615-83B4-BAE7AF033322}">
      <dgm:prSet/>
      <dgm:spPr/>
      <dgm:t>
        <a:bodyPr/>
        <a:lstStyle/>
        <a:p>
          <a:endParaRPr lang="en-US" sz="2400"/>
        </a:p>
      </dgm:t>
    </dgm:pt>
    <dgm:pt modelId="{808640F2-4DE8-43A1-9225-8CB63CB8AB5C}">
      <dgm:prSet custT="1"/>
      <dgm:spPr/>
      <dgm:t>
        <a:bodyPr/>
        <a:lstStyle/>
        <a:p>
          <a:r>
            <a:rPr lang="nb-NO" sz="1600" dirty="0"/>
            <a:t>Bidra til et godt, transparent og faglig beslutningsgrunnlag for å</a:t>
          </a:r>
          <a:endParaRPr lang="en-US" sz="1600" dirty="0"/>
        </a:p>
      </dgm:t>
    </dgm:pt>
    <dgm:pt modelId="{FBC7BE13-0A9D-4E9A-ACAB-91CB85A4B599}" type="parTrans" cxnId="{5D1D1715-12FE-4F36-B38C-9710E2288B66}">
      <dgm:prSet/>
      <dgm:spPr/>
      <dgm:t>
        <a:bodyPr/>
        <a:lstStyle/>
        <a:p>
          <a:endParaRPr lang="en-US" sz="2400"/>
        </a:p>
      </dgm:t>
    </dgm:pt>
    <dgm:pt modelId="{A7F02476-6E98-4DFA-BD05-6C8B8EA75091}" type="sibTrans" cxnId="{5D1D1715-12FE-4F36-B38C-9710E2288B66}">
      <dgm:prSet/>
      <dgm:spPr/>
      <dgm:t>
        <a:bodyPr/>
        <a:lstStyle/>
        <a:p>
          <a:endParaRPr lang="en-US" sz="2400"/>
        </a:p>
      </dgm:t>
    </dgm:pt>
    <dgm:pt modelId="{8ECA6C5F-BC71-433B-AD08-816369303F17}">
      <dgm:prSet custT="1"/>
      <dgm:spPr/>
      <dgm:t>
        <a:bodyPr/>
        <a:lstStyle/>
        <a:p>
          <a:r>
            <a:rPr lang="nb-NO" sz="1100" dirty="0"/>
            <a:t>rangere og prioritere mellom alternative tiltak </a:t>
          </a:r>
          <a:endParaRPr lang="en-US" sz="1100" dirty="0"/>
        </a:p>
      </dgm:t>
    </dgm:pt>
    <dgm:pt modelId="{78A82153-8D6B-442F-B11F-FB5FC969C4C4}" type="parTrans" cxnId="{D3E630D9-4859-4D03-9E12-3430623AFFFF}">
      <dgm:prSet/>
      <dgm:spPr/>
      <dgm:t>
        <a:bodyPr/>
        <a:lstStyle/>
        <a:p>
          <a:endParaRPr lang="en-US" sz="2400"/>
        </a:p>
      </dgm:t>
    </dgm:pt>
    <dgm:pt modelId="{A3D77E3B-01A3-4315-95E7-D3705D85F6A6}" type="sibTrans" cxnId="{D3E630D9-4859-4D03-9E12-3430623AFFFF}">
      <dgm:prSet/>
      <dgm:spPr/>
      <dgm:t>
        <a:bodyPr/>
        <a:lstStyle/>
        <a:p>
          <a:endParaRPr lang="en-US" sz="2400"/>
        </a:p>
      </dgm:t>
    </dgm:pt>
    <dgm:pt modelId="{774BC7E5-7F43-487C-85CF-3AE01FAC7E8D}">
      <dgm:prSet custT="1"/>
      <dgm:spPr/>
      <dgm:t>
        <a:bodyPr/>
        <a:lstStyle/>
        <a:p>
          <a:r>
            <a:rPr lang="nb-NO" sz="1100" dirty="0"/>
            <a:t>realisere gevinster når tiltaket er iverksatt </a:t>
          </a:r>
          <a:endParaRPr lang="en-US" sz="1100" dirty="0"/>
        </a:p>
      </dgm:t>
    </dgm:pt>
    <dgm:pt modelId="{E93B37E0-CD29-49EF-8457-CD181FCD2782}" type="parTrans" cxnId="{F8573136-3D8C-465C-8283-8FFDD39BC6F3}">
      <dgm:prSet/>
      <dgm:spPr/>
      <dgm:t>
        <a:bodyPr/>
        <a:lstStyle/>
        <a:p>
          <a:endParaRPr lang="en-US" sz="2400"/>
        </a:p>
      </dgm:t>
    </dgm:pt>
    <dgm:pt modelId="{D971E5E6-3915-4A25-A016-DA6B4A12C61A}" type="sibTrans" cxnId="{F8573136-3D8C-465C-8283-8FFDD39BC6F3}">
      <dgm:prSet/>
      <dgm:spPr/>
      <dgm:t>
        <a:bodyPr/>
        <a:lstStyle/>
        <a:p>
          <a:endParaRPr lang="en-US" sz="2400"/>
        </a:p>
      </dgm:t>
    </dgm:pt>
    <dgm:pt modelId="{8F55DF59-92A5-4CA0-801F-6FD449BFAEFB}">
      <dgm:prSet custT="1"/>
      <dgm:spPr/>
      <dgm:t>
        <a:bodyPr/>
        <a:lstStyle/>
        <a:p>
          <a:r>
            <a:rPr lang="nb-NO" sz="1100" dirty="0"/>
            <a:t>ha resultatmål for evaluering av tiltaket i etterkant </a:t>
          </a:r>
          <a:endParaRPr lang="en-US" sz="1100" dirty="0"/>
        </a:p>
      </dgm:t>
    </dgm:pt>
    <dgm:pt modelId="{BA4B4DB8-9CAD-48E5-A26A-85CD0F36CD22}" type="parTrans" cxnId="{30736408-F40D-4722-BEEA-1D9D7CF6B410}">
      <dgm:prSet/>
      <dgm:spPr/>
      <dgm:t>
        <a:bodyPr/>
        <a:lstStyle/>
        <a:p>
          <a:endParaRPr lang="en-US" sz="2400"/>
        </a:p>
      </dgm:t>
    </dgm:pt>
    <dgm:pt modelId="{67B30532-820C-4E59-A342-A380C12F0707}" type="sibTrans" cxnId="{30736408-F40D-4722-BEEA-1D9D7CF6B410}">
      <dgm:prSet/>
      <dgm:spPr/>
      <dgm:t>
        <a:bodyPr/>
        <a:lstStyle/>
        <a:p>
          <a:endParaRPr lang="en-US" sz="2400"/>
        </a:p>
      </dgm:t>
    </dgm:pt>
    <dgm:pt modelId="{200B2F1E-D9B7-424B-8EBC-7977E2088BE2}">
      <dgm:prSet custT="1"/>
      <dgm:spPr/>
      <dgm:t>
        <a:bodyPr/>
        <a:lstStyle/>
        <a:p>
          <a:r>
            <a:rPr lang="nb-NO" sz="1100" dirty="0"/>
            <a:t>gjøre grunnlaget for beslutninger om offentlige tiltak mer synlig for offentligheten</a:t>
          </a:r>
          <a:endParaRPr lang="en-US" sz="1100" dirty="0"/>
        </a:p>
      </dgm:t>
    </dgm:pt>
    <dgm:pt modelId="{8BC72D35-8068-445D-85EB-AB2C60A37572}" type="parTrans" cxnId="{1D104612-93D8-4E93-863F-E7D43525A5B5}">
      <dgm:prSet/>
      <dgm:spPr/>
      <dgm:t>
        <a:bodyPr/>
        <a:lstStyle/>
        <a:p>
          <a:endParaRPr lang="en-US" sz="2400"/>
        </a:p>
      </dgm:t>
    </dgm:pt>
    <dgm:pt modelId="{AADD2765-399D-414D-96A8-2D407DA4716C}" type="sibTrans" cxnId="{1D104612-93D8-4E93-863F-E7D43525A5B5}">
      <dgm:prSet/>
      <dgm:spPr/>
      <dgm:t>
        <a:bodyPr/>
        <a:lstStyle/>
        <a:p>
          <a:endParaRPr lang="en-US" sz="2400"/>
        </a:p>
      </dgm:t>
    </dgm:pt>
    <dgm:pt modelId="{3A6E8239-9FE7-4146-8D0B-40DC5E9D34F7}">
      <dgm:prSet custT="1"/>
      <dgm:spPr/>
      <dgm:t>
        <a:bodyPr/>
        <a:lstStyle/>
        <a:p>
          <a:pPr>
            <a:buNone/>
          </a:pPr>
          <a:r>
            <a:rPr lang="nb-NO" sz="1600" b="1" dirty="0"/>
            <a:t> Andre grunner  </a:t>
          </a:r>
          <a:endParaRPr lang="en-US" sz="1600" dirty="0"/>
        </a:p>
      </dgm:t>
    </dgm:pt>
    <dgm:pt modelId="{5752FF82-5B88-4531-B5D6-EF2CAE8F2EA2}" type="parTrans" cxnId="{E4A5A63E-6B16-4FDC-B9CE-6BF6966C8963}">
      <dgm:prSet/>
      <dgm:spPr/>
      <dgm:t>
        <a:bodyPr/>
        <a:lstStyle/>
        <a:p>
          <a:endParaRPr lang="nb-NO" sz="2400"/>
        </a:p>
      </dgm:t>
    </dgm:pt>
    <dgm:pt modelId="{06F9405F-C243-46A2-BBC9-D39CC5233D4B}" type="sibTrans" cxnId="{E4A5A63E-6B16-4FDC-B9CE-6BF6966C8963}">
      <dgm:prSet/>
      <dgm:spPr/>
      <dgm:t>
        <a:bodyPr/>
        <a:lstStyle/>
        <a:p>
          <a:endParaRPr lang="nb-NO" sz="2400"/>
        </a:p>
      </dgm:t>
    </dgm:pt>
    <dgm:pt modelId="{4C5D82F5-316A-460B-8738-154A041B32A5}">
      <dgm:prSet custT="1"/>
      <dgm:spPr/>
      <dgm:t>
        <a:bodyPr/>
        <a:lstStyle/>
        <a:p>
          <a:pPr>
            <a:buNone/>
          </a:pPr>
          <a:r>
            <a:rPr lang="nb-NO" sz="1100" b="0" dirty="0"/>
            <a:t>Private konsulenter, lobbyvirksomhet. </a:t>
          </a:r>
        </a:p>
      </dgm:t>
    </dgm:pt>
    <dgm:pt modelId="{038301C8-0658-40EE-9F02-9712E7AE71F0}" type="parTrans" cxnId="{0DAD83C7-8631-4E3A-B26C-E27C08E90834}">
      <dgm:prSet/>
      <dgm:spPr/>
      <dgm:t>
        <a:bodyPr/>
        <a:lstStyle/>
        <a:p>
          <a:endParaRPr lang="nb-NO" sz="2400"/>
        </a:p>
      </dgm:t>
    </dgm:pt>
    <dgm:pt modelId="{A39C2D7B-7619-40F5-BF8F-889611344809}" type="sibTrans" cxnId="{0DAD83C7-8631-4E3A-B26C-E27C08E90834}">
      <dgm:prSet/>
      <dgm:spPr/>
      <dgm:t>
        <a:bodyPr/>
        <a:lstStyle/>
        <a:p>
          <a:endParaRPr lang="nb-NO" sz="2400"/>
        </a:p>
      </dgm:t>
    </dgm:pt>
    <dgm:pt modelId="{9936D1CB-C057-4D6A-992B-A7B29CD08504}" type="pres">
      <dgm:prSet presAssocID="{70CB0FBB-07AA-42AD-8B58-073E8D5AED9E}" presName="linear" presStyleCnt="0">
        <dgm:presLayoutVars>
          <dgm:animLvl val="lvl"/>
          <dgm:resizeHandles val="exact"/>
        </dgm:presLayoutVars>
      </dgm:prSet>
      <dgm:spPr/>
    </dgm:pt>
    <dgm:pt modelId="{910679C1-8055-4EE8-BAAF-0BD6753F395A}" type="pres">
      <dgm:prSet presAssocID="{073E39B8-306D-4023-8E85-FB43B586BF8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3CC03AB-0066-4A95-A2AE-1366EBA7B3B5}" type="pres">
      <dgm:prSet presAssocID="{4A7127C3-6EDA-488F-BC2C-752F5FDAC19F}" presName="spacer" presStyleCnt="0"/>
      <dgm:spPr/>
    </dgm:pt>
    <dgm:pt modelId="{4F51D582-B3EE-4F19-8C02-639A819CDA18}" type="pres">
      <dgm:prSet presAssocID="{BF8882D8-E39D-4165-ABD3-9F225C74F86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255CF41-2635-4E8B-83F6-2D526487C9FA}" type="pres">
      <dgm:prSet presAssocID="{2E4FD0A8-8962-431A-8532-71768023E488}" presName="spacer" presStyleCnt="0"/>
      <dgm:spPr/>
    </dgm:pt>
    <dgm:pt modelId="{0A3CEFA6-3DDB-4C78-8CC3-F2A664977418}" type="pres">
      <dgm:prSet presAssocID="{3BD30DDA-6644-40F0-A334-AA9309177D6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D18F335-21C6-49CF-9686-FD1797A85B03}" type="pres">
      <dgm:prSet presAssocID="{C525B74D-C996-4F06-8A50-D15419B59532}" presName="spacer" presStyleCnt="0"/>
      <dgm:spPr/>
    </dgm:pt>
    <dgm:pt modelId="{9812575B-910C-4E5F-889F-B6B3E00689D3}" type="pres">
      <dgm:prSet presAssocID="{808640F2-4DE8-43A1-9225-8CB63CB8AB5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2A37420-DC51-4F08-AC07-68270539A236}" type="pres">
      <dgm:prSet presAssocID="{808640F2-4DE8-43A1-9225-8CB63CB8AB5C}" presName="childText" presStyleLbl="revTx" presStyleIdx="0" presStyleCnt="2">
        <dgm:presLayoutVars>
          <dgm:bulletEnabled val="1"/>
        </dgm:presLayoutVars>
      </dgm:prSet>
      <dgm:spPr/>
    </dgm:pt>
    <dgm:pt modelId="{1AC03A81-3121-40A9-A03D-1E58671F965F}" type="pres">
      <dgm:prSet presAssocID="{3A6E8239-9FE7-4146-8D0B-40DC5E9D34F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EFB46BF-C5A0-4C86-99D4-F48C0455312A}" type="pres">
      <dgm:prSet presAssocID="{3A6E8239-9FE7-4146-8D0B-40DC5E9D34F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20FA901-F508-4D8F-86BE-3D6561A1D028}" type="presOf" srcId="{70CB0FBB-07AA-42AD-8B58-073E8D5AED9E}" destId="{9936D1CB-C057-4D6A-992B-A7B29CD08504}" srcOrd="0" destOrd="0" presId="urn:microsoft.com/office/officeart/2005/8/layout/vList2"/>
    <dgm:cxn modelId="{30736408-F40D-4722-BEEA-1D9D7CF6B410}" srcId="{808640F2-4DE8-43A1-9225-8CB63CB8AB5C}" destId="{8F55DF59-92A5-4CA0-801F-6FD449BFAEFB}" srcOrd="2" destOrd="0" parTransId="{BA4B4DB8-9CAD-48E5-A26A-85CD0F36CD22}" sibTransId="{67B30532-820C-4E59-A342-A380C12F0707}"/>
    <dgm:cxn modelId="{1D104612-93D8-4E93-863F-E7D43525A5B5}" srcId="{808640F2-4DE8-43A1-9225-8CB63CB8AB5C}" destId="{200B2F1E-D9B7-424B-8EBC-7977E2088BE2}" srcOrd="3" destOrd="0" parTransId="{8BC72D35-8068-445D-85EB-AB2C60A37572}" sibTransId="{AADD2765-399D-414D-96A8-2D407DA4716C}"/>
    <dgm:cxn modelId="{5D1D1715-12FE-4F36-B38C-9710E2288B66}" srcId="{70CB0FBB-07AA-42AD-8B58-073E8D5AED9E}" destId="{808640F2-4DE8-43A1-9225-8CB63CB8AB5C}" srcOrd="3" destOrd="0" parTransId="{FBC7BE13-0A9D-4E9A-ACAB-91CB85A4B599}" sibTransId="{A7F02476-6E98-4DFA-BD05-6C8B8EA75091}"/>
    <dgm:cxn modelId="{792EAE16-A654-46FD-AD9B-7914D3E23201}" type="presOf" srcId="{4C5D82F5-316A-460B-8738-154A041B32A5}" destId="{0EFB46BF-C5A0-4C86-99D4-F48C0455312A}" srcOrd="0" destOrd="0" presId="urn:microsoft.com/office/officeart/2005/8/layout/vList2"/>
    <dgm:cxn modelId="{4238B41C-23FA-4EB9-8D73-CC249BAEC82F}" type="presOf" srcId="{073E39B8-306D-4023-8E85-FB43B586BF81}" destId="{910679C1-8055-4EE8-BAAF-0BD6753F395A}" srcOrd="0" destOrd="0" presId="urn:microsoft.com/office/officeart/2005/8/layout/vList2"/>
    <dgm:cxn modelId="{FDFC8921-CC85-4615-83B4-BAE7AF033322}" srcId="{70CB0FBB-07AA-42AD-8B58-073E8D5AED9E}" destId="{3BD30DDA-6644-40F0-A334-AA9309177D6B}" srcOrd="2" destOrd="0" parTransId="{2C0B4BD0-708A-4105-9797-AD0AE8D12BBF}" sibTransId="{C525B74D-C996-4F06-8A50-D15419B59532}"/>
    <dgm:cxn modelId="{F8573136-3D8C-465C-8283-8FFDD39BC6F3}" srcId="{808640F2-4DE8-43A1-9225-8CB63CB8AB5C}" destId="{774BC7E5-7F43-487C-85CF-3AE01FAC7E8D}" srcOrd="1" destOrd="0" parTransId="{E93B37E0-CD29-49EF-8457-CD181FCD2782}" sibTransId="{D971E5E6-3915-4A25-A016-DA6B4A12C61A}"/>
    <dgm:cxn modelId="{E4A5A63E-6B16-4FDC-B9CE-6BF6966C8963}" srcId="{70CB0FBB-07AA-42AD-8B58-073E8D5AED9E}" destId="{3A6E8239-9FE7-4146-8D0B-40DC5E9D34F7}" srcOrd="4" destOrd="0" parTransId="{5752FF82-5B88-4531-B5D6-EF2CAE8F2EA2}" sibTransId="{06F9405F-C243-46A2-BBC9-D39CC5233D4B}"/>
    <dgm:cxn modelId="{CB88DD5C-1B42-4888-B552-006ACB894A0E}" type="presOf" srcId="{3BD30DDA-6644-40F0-A334-AA9309177D6B}" destId="{0A3CEFA6-3DDB-4C78-8CC3-F2A664977418}" srcOrd="0" destOrd="0" presId="urn:microsoft.com/office/officeart/2005/8/layout/vList2"/>
    <dgm:cxn modelId="{ABB7A945-F7AC-4E48-A189-F8B1E923D6A9}" type="presOf" srcId="{8ECA6C5F-BC71-433B-AD08-816369303F17}" destId="{A2A37420-DC51-4F08-AC07-68270539A236}" srcOrd="0" destOrd="0" presId="urn:microsoft.com/office/officeart/2005/8/layout/vList2"/>
    <dgm:cxn modelId="{3440DF50-21FD-459F-B9E5-DE57EDD05E87}" srcId="{70CB0FBB-07AA-42AD-8B58-073E8D5AED9E}" destId="{073E39B8-306D-4023-8E85-FB43B586BF81}" srcOrd="0" destOrd="0" parTransId="{85F33290-B7A5-4E43-A900-CB5D45561998}" sibTransId="{4A7127C3-6EDA-488F-BC2C-752F5FDAC19F}"/>
    <dgm:cxn modelId="{D78F0C7D-961E-4671-A2E6-A93E1FB99699}" type="presOf" srcId="{BF8882D8-E39D-4165-ABD3-9F225C74F86B}" destId="{4F51D582-B3EE-4F19-8C02-639A819CDA18}" srcOrd="0" destOrd="0" presId="urn:microsoft.com/office/officeart/2005/8/layout/vList2"/>
    <dgm:cxn modelId="{82D38985-CB11-4762-9964-471660CEE698}" type="presOf" srcId="{808640F2-4DE8-43A1-9225-8CB63CB8AB5C}" destId="{9812575B-910C-4E5F-889F-B6B3E00689D3}" srcOrd="0" destOrd="0" presId="urn:microsoft.com/office/officeart/2005/8/layout/vList2"/>
    <dgm:cxn modelId="{A22C549E-51CB-43E1-9C41-1C69DE758655}" type="presOf" srcId="{774BC7E5-7F43-487C-85CF-3AE01FAC7E8D}" destId="{A2A37420-DC51-4F08-AC07-68270539A236}" srcOrd="0" destOrd="1" presId="urn:microsoft.com/office/officeart/2005/8/layout/vList2"/>
    <dgm:cxn modelId="{10E221A2-E781-4D68-B21E-BF2137C4C35D}" type="presOf" srcId="{8F55DF59-92A5-4CA0-801F-6FD449BFAEFB}" destId="{A2A37420-DC51-4F08-AC07-68270539A236}" srcOrd="0" destOrd="2" presId="urn:microsoft.com/office/officeart/2005/8/layout/vList2"/>
    <dgm:cxn modelId="{0DAD83C7-8631-4E3A-B26C-E27C08E90834}" srcId="{3A6E8239-9FE7-4146-8D0B-40DC5E9D34F7}" destId="{4C5D82F5-316A-460B-8738-154A041B32A5}" srcOrd="0" destOrd="0" parTransId="{038301C8-0658-40EE-9F02-9712E7AE71F0}" sibTransId="{A39C2D7B-7619-40F5-BF8F-889611344809}"/>
    <dgm:cxn modelId="{331798C7-1E3F-4651-860C-86A3209761CA}" type="presOf" srcId="{3A6E8239-9FE7-4146-8D0B-40DC5E9D34F7}" destId="{1AC03A81-3121-40A9-A03D-1E58671F965F}" srcOrd="0" destOrd="0" presId="urn:microsoft.com/office/officeart/2005/8/layout/vList2"/>
    <dgm:cxn modelId="{9F9E68C9-CB6A-4880-BC0B-ADD39BA2CCF5}" srcId="{70CB0FBB-07AA-42AD-8B58-073E8D5AED9E}" destId="{BF8882D8-E39D-4165-ABD3-9F225C74F86B}" srcOrd="1" destOrd="0" parTransId="{C66BF7D8-0E7A-4955-A4CB-6DB9AD751C01}" sibTransId="{2E4FD0A8-8962-431A-8532-71768023E488}"/>
    <dgm:cxn modelId="{60BC21D8-EFD9-4B60-AB20-93D24402DDF6}" type="presOf" srcId="{200B2F1E-D9B7-424B-8EBC-7977E2088BE2}" destId="{A2A37420-DC51-4F08-AC07-68270539A236}" srcOrd="0" destOrd="3" presId="urn:microsoft.com/office/officeart/2005/8/layout/vList2"/>
    <dgm:cxn modelId="{D3E630D9-4859-4D03-9E12-3430623AFFFF}" srcId="{808640F2-4DE8-43A1-9225-8CB63CB8AB5C}" destId="{8ECA6C5F-BC71-433B-AD08-816369303F17}" srcOrd="0" destOrd="0" parTransId="{78A82153-8D6B-442F-B11F-FB5FC969C4C4}" sibTransId="{A3D77E3B-01A3-4315-95E7-D3705D85F6A6}"/>
    <dgm:cxn modelId="{FC446C62-0C0A-40A5-9959-785051F9F2E1}" type="presParOf" srcId="{9936D1CB-C057-4D6A-992B-A7B29CD08504}" destId="{910679C1-8055-4EE8-BAAF-0BD6753F395A}" srcOrd="0" destOrd="0" presId="urn:microsoft.com/office/officeart/2005/8/layout/vList2"/>
    <dgm:cxn modelId="{5B34785E-4707-402F-A5EC-7BFE51DE85A3}" type="presParOf" srcId="{9936D1CB-C057-4D6A-992B-A7B29CD08504}" destId="{73CC03AB-0066-4A95-A2AE-1366EBA7B3B5}" srcOrd="1" destOrd="0" presId="urn:microsoft.com/office/officeart/2005/8/layout/vList2"/>
    <dgm:cxn modelId="{EEF3AD2F-8418-4616-99FF-D4D3678A874A}" type="presParOf" srcId="{9936D1CB-C057-4D6A-992B-A7B29CD08504}" destId="{4F51D582-B3EE-4F19-8C02-639A819CDA18}" srcOrd="2" destOrd="0" presId="urn:microsoft.com/office/officeart/2005/8/layout/vList2"/>
    <dgm:cxn modelId="{E06E5A16-1928-4619-8226-91E0ED643352}" type="presParOf" srcId="{9936D1CB-C057-4D6A-992B-A7B29CD08504}" destId="{E255CF41-2635-4E8B-83F6-2D526487C9FA}" srcOrd="3" destOrd="0" presId="urn:microsoft.com/office/officeart/2005/8/layout/vList2"/>
    <dgm:cxn modelId="{ACA73813-8937-4CE8-B49E-C2E0C7376F50}" type="presParOf" srcId="{9936D1CB-C057-4D6A-992B-A7B29CD08504}" destId="{0A3CEFA6-3DDB-4C78-8CC3-F2A664977418}" srcOrd="4" destOrd="0" presId="urn:microsoft.com/office/officeart/2005/8/layout/vList2"/>
    <dgm:cxn modelId="{A79C18BF-C5E7-4E54-8C45-75CABA6BA49B}" type="presParOf" srcId="{9936D1CB-C057-4D6A-992B-A7B29CD08504}" destId="{5D18F335-21C6-49CF-9686-FD1797A85B03}" srcOrd="5" destOrd="0" presId="urn:microsoft.com/office/officeart/2005/8/layout/vList2"/>
    <dgm:cxn modelId="{EFAC85B3-BFE3-4253-BA3A-53AF1F739D6F}" type="presParOf" srcId="{9936D1CB-C057-4D6A-992B-A7B29CD08504}" destId="{9812575B-910C-4E5F-889F-B6B3E00689D3}" srcOrd="6" destOrd="0" presId="urn:microsoft.com/office/officeart/2005/8/layout/vList2"/>
    <dgm:cxn modelId="{C9455730-FFAC-4046-8E53-27FB841F9D05}" type="presParOf" srcId="{9936D1CB-C057-4D6A-992B-A7B29CD08504}" destId="{A2A37420-DC51-4F08-AC07-68270539A236}" srcOrd="7" destOrd="0" presId="urn:microsoft.com/office/officeart/2005/8/layout/vList2"/>
    <dgm:cxn modelId="{48814A98-7115-4FC9-9379-9DC52A474E92}" type="presParOf" srcId="{9936D1CB-C057-4D6A-992B-A7B29CD08504}" destId="{1AC03A81-3121-40A9-A03D-1E58671F965F}" srcOrd="8" destOrd="0" presId="urn:microsoft.com/office/officeart/2005/8/layout/vList2"/>
    <dgm:cxn modelId="{12262D4A-4DDE-4C43-8547-80A884199B86}" type="presParOf" srcId="{9936D1CB-C057-4D6A-992B-A7B29CD08504}" destId="{0EFB46BF-C5A0-4C86-99D4-F48C0455312A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21EDB7-07B6-4262-AE2E-CECD673E6506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FC40CA-39BF-4E39-909B-91617DA78344}">
      <dgm:prSet/>
      <dgm:spPr/>
      <dgm:t>
        <a:bodyPr/>
        <a:lstStyle/>
        <a:p>
          <a:pPr>
            <a:defRPr b="1"/>
          </a:pPr>
          <a:r>
            <a:rPr lang="en-US"/>
            <a:t>1623–1687</a:t>
          </a:r>
        </a:p>
      </dgm:t>
    </dgm:pt>
    <dgm:pt modelId="{9AFE52C0-4782-4904-A0F8-6055E6585CB0}" type="parTrans" cxnId="{EB7C4AE9-D220-467D-A209-3716710F0188}">
      <dgm:prSet/>
      <dgm:spPr/>
      <dgm:t>
        <a:bodyPr/>
        <a:lstStyle/>
        <a:p>
          <a:endParaRPr lang="en-US"/>
        </a:p>
      </dgm:t>
    </dgm:pt>
    <dgm:pt modelId="{385EDB0B-7F96-4671-B516-39179D9CCB76}" type="sibTrans" cxnId="{EB7C4AE9-D220-467D-A209-3716710F0188}">
      <dgm:prSet/>
      <dgm:spPr/>
      <dgm:t>
        <a:bodyPr/>
        <a:lstStyle/>
        <a:p>
          <a:endParaRPr lang="en-US"/>
        </a:p>
      </dgm:t>
    </dgm:pt>
    <dgm:pt modelId="{47F654D3-8BCE-490B-8A02-82CE7A47441D}">
      <dgm:prSet/>
      <dgm:spPr/>
      <dgm:t>
        <a:bodyPr/>
        <a:lstStyle/>
        <a:p>
          <a:r>
            <a:rPr lang="en-US" dirty="0"/>
            <a:t>Sir William Petty (1623–1687): </a:t>
          </a:r>
          <a:r>
            <a:rPr lang="en-US" dirty="0" err="1"/>
            <a:t>tidlig</a:t>
          </a:r>
          <a:r>
            <a:rPr lang="en-US" dirty="0"/>
            <a:t> </a:t>
          </a:r>
          <a:r>
            <a:rPr lang="en-US" dirty="0" err="1"/>
            <a:t>forløper</a:t>
          </a:r>
          <a:r>
            <a:rPr lang="en-US" dirty="0"/>
            <a:t> – </a:t>
          </a:r>
          <a:r>
            <a:rPr lang="en-US" dirty="0" err="1"/>
            <a:t>mente</a:t>
          </a:r>
          <a:r>
            <a:rPr lang="en-US" dirty="0"/>
            <a:t> </a:t>
          </a:r>
          <a:r>
            <a:rPr lang="en-US" dirty="0" err="1"/>
            <a:t>statlige</a:t>
          </a:r>
          <a:r>
            <a:rPr lang="en-US" dirty="0"/>
            <a:t> </a:t>
          </a:r>
          <a:r>
            <a:rPr lang="en-US" dirty="0" err="1"/>
            <a:t>beslutninger</a:t>
          </a:r>
          <a:r>
            <a:rPr lang="en-US" dirty="0"/>
            <a:t> </a:t>
          </a:r>
          <a:r>
            <a:rPr lang="en-US" dirty="0" err="1"/>
            <a:t>burde</a:t>
          </a:r>
          <a:r>
            <a:rPr lang="en-US" dirty="0"/>
            <a:t> </a:t>
          </a:r>
          <a:r>
            <a:rPr lang="en-US" dirty="0" err="1"/>
            <a:t>bygge</a:t>
          </a:r>
          <a:r>
            <a:rPr lang="en-US" dirty="0"/>
            <a:t> </a:t>
          </a:r>
          <a:r>
            <a:rPr lang="en-US" dirty="0" err="1"/>
            <a:t>på</a:t>
          </a:r>
          <a:r>
            <a:rPr lang="en-US" dirty="0"/>
            <a:t> «tall, </a:t>
          </a:r>
          <a:r>
            <a:rPr lang="en-US" dirty="0" err="1"/>
            <a:t>vekt</a:t>
          </a:r>
          <a:r>
            <a:rPr lang="en-US" dirty="0"/>
            <a:t> og </a:t>
          </a:r>
          <a:r>
            <a:rPr lang="en-US" dirty="0" err="1"/>
            <a:t>mål</a:t>
          </a:r>
          <a:r>
            <a:rPr lang="en-US" dirty="0"/>
            <a:t>», </a:t>
          </a:r>
          <a:r>
            <a:rPr lang="en-US" dirty="0" err="1"/>
            <a:t>ikke</a:t>
          </a:r>
          <a:r>
            <a:rPr lang="en-US" dirty="0"/>
            <a:t> </a:t>
          </a:r>
          <a:r>
            <a:rPr lang="en-US" dirty="0" err="1"/>
            <a:t>synsing</a:t>
          </a:r>
          <a:r>
            <a:rPr lang="en-US" dirty="0"/>
            <a:t> </a:t>
          </a:r>
        </a:p>
      </dgm:t>
    </dgm:pt>
    <dgm:pt modelId="{A9A3AF1A-6DE3-41E6-9208-43B6218ECEC7}" type="parTrans" cxnId="{1E450C79-F415-4ECF-AA4E-2BADB83921DA}">
      <dgm:prSet/>
      <dgm:spPr/>
      <dgm:t>
        <a:bodyPr/>
        <a:lstStyle/>
        <a:p>
          <a:endParaRPr lang="en-US"/>
        </a:p>
      </dgm:t>
    </dgm:pt>
    <dgm:pt modelId="{DC70A2AF-66B5-441F-9926-3DBCFEDD0DFF}" type="sibTrans" cxnId="{1E450C79-F415-4ECF-AA4E-2BADB83921DA}">
      <dgm:prSet/>
      <dgm:spPr/>
      <dgm:t>
        <a:bodyPr/>
        <a:lstStyle/>
        <a:p>
          <a:endParaRPr lang="en-US"/>
        </a:p>
      </dgm:t>
    </dgm:pt>
    <dgm:pt modelId="{AA9DC61F-77E3-4838-9E06-73C626511E22}">
      <dgm:prSet/>
      <dgm:spPr/>
      <dgm:t>
        <a:bodyPr/>
        <a:lstStyle/>
        <a:p>
          <a:pPr>
            <a:defRPr b="1"/>
          </a:pPr>
          <a:r>
            <a:rPr lang="en-US"/>
            <a:t>1844</a:t>
          </a:r>
        </a:p>
      </dgm:t>
    </dgm:pt>
    <dgm:pt modelId="{F5D7C132-AD08-4B57-B796-669EC6977720}" type="parTrans" cxnId="{23FC220A-C303-4AD6-BBF2-01B7B097BBDE}">
      <dgm:prSet/>
      <dgm:spPr/>
      <dgm:t>
        <a:bodyPr/>
        <a:lstStyle/>
        <a:p>
          <a:endParaRPr lang="en-US"/>
        </a:p>
      </dgm:t>
    </dgm:pt>
    <dgm:pt modelId="{A8D553CF-067F-40DF-B317-6A76418952E9}" type="sibTrans" cxnId="{23FC220A-C303-4AD6-BBF2-01B7B097BBDE}">
      <dgm:prSet/>
      <dgm:spPr/>
      <dgm:t>
        <a:bodyPr/>
        <a:lstStyle/>
        <a:p>
          <a:endParaRPr lang="en-US"/>
        </a:p>
      </dgm:t>
    </dgm:pt>
    <dgm:pt modelId="{22553462-089F-4B15-8151-D8AFD6C47BE0}">
      <dgm:prSet/>
      <dgm:spPr/>
      <dgm:t>
        <a:bodyPr/>
        <a:lstStyle/>
        <a:p>
          <a:r>
            <a:rPr lang="en-US" dirty="0"/>
            <a:t>Jules Dupuit (1844): la det </a:t>
          </a:r>
          <a:r>
            <a:rPr lang="en-US" dirty="0" err="1"/>
            <a:t>konseptuelle</a:t>
          </a:r>
          <a:r>
            <a:rPr lang="en-US" dirty="0"/>
            <a:t> </a:t>
          </a:r>
          <a:r>
            <a:rPr lang="en-US" dirty="0" err="1"/>
            <a:t>grunnlaget</a:t>
          </a:r>
          <a:r>
            <a:rPr lang="en-US" dirty="0"/>
            <a:t> </a:t>
          </a:r>
          <a:r>
            <a:rPr lang="en-US" dirty="0" err="1"/>
            <a:t>ved</a:t>
          </a:r>
          <a:r>
            <a:rPr lang="en-US" dirty="0"/>
            <a:t> å </a:t>
          </a:r>
          <a:r>
            <a:rPr lang="en-US" dirty="0" err="1"/>
            <a:t>kvantifisere</a:t>
          </a:r>
          <a:r>
            <a:rPr lang="en-US" dirty="0"/>
            <a:t> </a:t>
          </a:r>
          <a:r>
            <a:rPr lang="en-US" dirty="0" err="1"/>
            <a:t>konsumentoverskudd</a:t>
          </a:r>
          <a:r>
            <a:rPr lang="en-US" dirty="0"/>
            <a:t> – </a:t>
          </a:r>
          <a:r>
            <a:rPr lang="en-US" dirty="0" err="1"/>
            <a:t>fortsatt</a:t>
          </a:r>
          <a:r>
            <a:rPr lang="en-US" dirty="0"/>
            <a:t> </a:t>
          </a:r>
          <a:r>
            <a:rPr lang="en-US" dirty="0" err="1"/>
            <a:t>sentralt</a:t>
          </a:r>
          <a:r>
            <a:rPr lang="en-US" dirty="0"/>
            <a:t> i NKA i </a:t>
          </a:r>
          <a:r>
            <a:rPr lang="en-US" dirty="0" err="1"/>
            <a:t>dag</a:t>
          </a:r>
          <a:r>
            <a:rPr lang="en-US" dirty="0"/>
            <a:t> </a:t>
          </a:r>
        </a:p>
      </dgm:t>
    </dgm:pt>
    <dgm:pt modelId="{163F256A-F79A-409B-845F-C3628F21CECC}" type="parTrans" cxnId="{86A97CEC-B8CB-45F6-8B8F-D26C75533923}">
      <dgm:prSet/>
      <dgm:spPr/>
      <dgm:t>
        <a:bodyPr/>
        <a:lstStyle/>
        <a:p>
          <a:endParaRPr lang="en-US"/>
        </a:p>
      </dgm:t>
    </dgm:pt>
    <dgm:pt modelId="{E09154AB-1025-4670-B0F5-A6AF88BB9BDE}" type="sibTrans" cxnId="{86A97CEC-B8CB-45F6-8B8F-D26C75533923}">
      <dgm:prSet/>
      <dgm:spPr/>
      <dgm:t>
        <a:bodyPr/>
        <a:lstStyle/>
        <a:p>
          <a:endParaRPr lang="en-US"/>
        </a:p>
      </dgm:t>
    </dgm:pt>
    <dgm:pt modelId="{8ACED839-8E33-4F02-81EE-054CCCF428F8}">
      <dgm:prSet/>
      <dgm:spPr/>
      <dgm:t>
        <a:bodyPr/>
        <a:lstStyle/>
        <a:p>
          <a:pPr>
            <a:defRPr b="1"/>
          </a:pPr>
          <a:r>
            <a:rPr lang="en-US"/>
            <a:t>1890</a:t>
          </a:r>
        </a:p>
      </dgm:t>
    </dgm:pt>
    <dgm:pt modelId="{6CDE2B6B-AA75-44C8-A962-1848ED5010EA}" type="parTrans" cxnId="{3539E11A-7657-45D5-9330-A6C06CC328B1}">
      <dgm:prSet/>
      <dgm:spPr/>
      <dgm:t>
        <a:bodyPr/>
        <a:lstStyle/>
        <a:p>
          <a:endParaRPr lang="en-US"/>
        </a:p>
      </dgm:t>
    </dgm:pt>
    <dgm:pt modelId="{26DFFE1D-7F97-438E-8FEE-06E7B6410CC7}" type="sibTrans" cxnId="{3539E11A-7657-45D5-9330-A6C06CC328B1}">
      <dgm:prSet/>
      <dgm:spPr/>
      <dgm:t>
        <a:bodyPr/>
        <a:lstStyle/>
        <a:p>
          <a:endParaRPr lang="en-US"/>
        </a:p>
      </dgm:t>
    </dgm:pt>
    <dgm:pt modelId="{8FC29B38-A322-46CB-B1B7-6CAEB6249D4A}">
      <dgm:prSet/>
      <dgm:spPr/>
      <dgm:t>
        <a:bodyPr/>
        <a:lstStyle/>
        <a:p>
          <a:r>
            <a:rPr lang="en-US" dirty="0"/>
            <a:t>Alfred Marshall (1890): </a:t>
          </a:r>
          <a:r>
            <a:rPr lang="en-US" dirty="0" err="1"/>
            <a:t>videreutviklet</a:t>
          </a:r>
          <a:r>
            <a:rPr lang="en-US" dirty="0"/>
            <a:t> og </a:t>
          </a:r>
          <a:r>
            <a:rPr lang="en-US" dirty="0" err="1"/>
            <a:t>formaliserte</a:t>
          </a:r>
          <a:r>
            <a:rPr lang="en-US" dirty="0"/>
            <a:t> Dupuits </a:t>
          </a:r>
          <a:r>
            <a:rPr lang="en-US" dirty="0" err="1"/>
            <a:t>idéer</a:t>
          </a:r>
          <a:r>
            <a:rPr lang="en-US" dirty="0"/>
            <a:t> </a:t>
          </a:r>
        </a:p>
      </dgm:t>
    </dgm:pt>
    <dgm:pt modelId="{16C98877-2CB2-4A30-8587-0E6120C664EE}" type="parTrans" cxnId="{991D3648-4B16-4EEC-807C-5A6647508CAA}">
      <dgm:prSet/>
      <dgm:spPr/>
      <dgm:t>
        <a:bodyPr/>
        <a:lstStyle/>
        <a:p>
          <a:endParaRPr lang="en-US"/>
        </a:p>
      </dgm:t>
    </dgm:pt>
    <dgm:pt modelId="{1B0E94CA-D1E1-437D-8DD2-D4E1A24C9A28}" type="sibTrans" cxnId="{991D3648-4B16-4EEC-807C-5A6647508CAA}">
      <dgm:prSet/>
      <dgm:spPr/>
      <dgm:t>
        <a:bodyPr/>
        <a:lstStyle/>
        <a:p>
          <a:endParaRPr lang="en-US"/>
        </a:p>
      </dgm:t>
    </dgm:pt>
    <dgm:pt modelId="{38C349E7-9609-480A-A648-DC337E1AB84D}">
      <dgm:prSet/>
      <dgm:spPr/>
      <dgm:t>
        <a:bodyPr/>
        <a:lstStyle/>
        <a:p>
          <a:pPr>
            <a:defRPr b="1"/>
          </a:pPr>
          <a:r>
            <a:rPr lang="en-US"/>
            <a:t>1936</a:t>
          </a:r>
        </a:p>
      </dgm:t>
    </dgm:pt>
    <dgm:pt modelId="{35563DC9-F142-4F50-8E03-B470CEEA2E40}" type="parTrans" cxnId="{E741873B-B11E-46ED-A368-A5383C45CC7A}">
      <dgm:prSet/>
      <dgm:spPr/>
      <dgm:t>
        <a:bodyPr/>
        <a:lstStyle/>
        <a:p>
          <a:endParaRPr lang="en-US"/>
        </a:p>
      </dgm:t>
    </dgm:pt>
    <dgm:pt modelId="{72DC21B7-65BC-4DDE-B800-297DFBB39762}" type="sibTrans" cxnId="{E741873B-B11E-46ED-A368-A5383C45CC7A}">
      <dgm:prSet/>
      <dgm:spPr/>
      <dgm:t>
        <a:bodyPr/>
        <a:lstStyle/>
        <a:p>
          <a:endParaRPr lang="en-US"/>
        </a:p>
      </dgm:t>
    </dgm:pt>
    <dgm:pt modelId="{E4677F0B-4D92-4D83-BF38-2A8DBC9D43AE}">
      <dgm:prSet/>
      <dgm:spPr/>
      <dgm:t>
        <a:bodyPr/>
        <a:lstStyle/>
        <a:p>
          <a:r>
            <a:rPr lang="en-US" dirty="0"/>
            <a:t>USA, Flood Control Act (1936): NKA </a:t>
          </a:r>
          <a:r>
            <a:rPr lang="en-US" dirty="0" err="1"/>
            <a:t>formalisert</a:t>
          </a:r>
          <a:r>
            <a:rPr lang="en-US" dirty="0"/>
            <a:t> – </a:t>
          </a:r>
          <a:r>
            <a:rPr lang="en-US" dirty="0" err="1"/>
            <a:t>krevde</a:t>
          </a:r>
          <a:r>
            <a:rPr lang="en-US" dirty="0"/>
            <a:t> at </a:t>
          </a:r>
          <a:r>
            <a:rPr lang="en-US" dirty="0" err="1"/>
            <a:t>nytten</a:t>
          </a:r>
          <a:r>
            <a:rPr lang="en-US" dirty="0"/>
            <a:t> </a:t>
          </a:r>
          <a:r>
            <a:rPr lang="en-US" dirty="0" err="1"/>
            <a:t>skulle</a:t>
          </a:r>
          <a:r>
            <a:rPr lang="en-US" dirty="0"/>
            <a:t> </a:t>
          </a:r>
          <a:r>
            <a:rPr lang="en-US" dirty="0" err="1"/>
            <a:t>overstige</a:t>
          </a:r>
          <a:r>
            <a:rPr lang="en-US" dirty="0"/>
            <a:t> </a:t>
          </a:r>
          <a:r>
            <a:rPr lang="en-US" dirty="0" err="1"/>
            <a:t>kostnadene</a:t>
          </a:r>
          <a:r>
            <a:rPr lang="en-US" dirty="0"/>
            <a:t> </a:t>
          </a:r>
          <a:r>
            <a:rPr lang="en-US" dirty="0" err="1"/>
            <a:t>før</a:t>
          </a:r>
          <a:r>
            <a:rPr lang="en-US" dirty="0"/>
            <a:t> </a:t>
          </a:r>
          <a:r>
            <a:rPr lang="en-US" dirty="0" err="1"/>
            <a:t>føderale</a:t>
          </a:r>
          <a:r>
            <a:rPr lang="en-US" dirty="0"/>
            <a:t> </a:t>
          </a:r>
          <a:r>
            <a:rPr lang="en-US" dirty="0" err="1"/>
            <a:t>prosjekter</a:t>
          </a:r>
          <a:r>
            <a:rPr lang="en-US" dirty="0"/>
            <a:t> </a:t>
          </a:r>
          <a:r>
            <a:rPr lang="en-US" dirty="0" err="1"/>
            <a:t>ble</a:t>
          </a:r>
          <a:r>
            <a:rPr lang="en-US" dirty="0"/>
            <a:t> </a:t>
          </a:r>
          <a:r>
            <a:rPr lang="en-US" dirty="0" err="1"/>
            <a:t>godkjent</a:t>
          </a:r>
          <a:r>
            <a:rPr lang="en-US" dirty="0"/>
            <a:t>. </a:t>
          </a:r>
          <a:r>
            <a:rPr lang="en-US" dirty="0" err="1"/>
            <a:t>Første</a:t>
          </a:r>
          <a:r>
            <a:rPr lang="en-US" dirty="0"/>
            <a:t> </a:t>
          </a:r>
          <a:r>
            <a:rPr lang="en-US" dirty="0" err="1"/>
            <a:t>systematiske</a:t>
          </a:r>
          <a:r>
            <a:rPr lang="en-US" dirty="0"/>
            <a:t> bruk av NKA i </a:t>
          </a:r>
          <a:r>
            <a:rPr lang="en-US" dirty="0" err="1"/>
            <a:t>offentlig</a:t>
          </a:r>
          <a:r>
            <a:rPr lang="en-US" dirty="0"/>
            <a:t> </a:t>
          </a:r>
          <a:r>
            <a:rPr lang="en-US" dirty="0" err="1"/>
            <a:t>beslutningstaking</a:t>
          </a:r>
          <a:endParaRPr lang="en-US" dirty="0"/>
        </a:p>
      </dgm:t>
    </dgm:pt>
    <dgm:pt modelId="{64C993EE-C2E5-418E-8071-C67239EF4128}" type="parTrans" cxnId="{CCC50844-DD8F-490E-A08C-D1098F38C4F9}">
      <dgm:prSet/>
      <dgm:spPr/>
      <dgm:t>
        <a:bodyPr/>
        <a:lstStyle/>
        <a:p>
          <a:endParaRPr lang="en-US"/>
        </a:p>
      </dgm:t>
    </dgm:pt>
    <dgm:pt modelId="{D90345E5-45EB-42C9-A837-26DB11E5EC15}" type="sibTrans" cxnId="{CCC50844-DD8F-490E-A08C-D1098F38C4F9}">
      <dgm:prSet/>
      <dgm:spPr/>
      <dgm:t>
        <a:bodyPr/>
        <a:lstStyle/>
        <a:p>
          <a:endParaRPr lang="en-US"/>
        </a:p>
      </dgm:t>
    </dgm:pt>
    <dgm:pt modelId="{3F08E327-9BD2-4D65-9976-2D808817BD4A}" type="pres">
      <dgm:prSet presAssocID="{1121EDB7-07B6-4262-AE2E-CECD673E6506}" presName="root" presStyleCnt="0">
        <dgm:presLayoutVars>
          <dgm:chMax/>
          <dgm:chPref/>
          <dgm:animLvl val="lvl"/>
        </dgm:presLayoutVars>
      </dgm:prSet>
      <dgm:spPr/>
    </dgm:pt>
    <dgm:pt modelId="{8C6AACAF-364A-48F2-8582-08AF55EDE682}" type="pres">
      <dgm:prSet presAssocID="{1121EDB7-07B6-4262-AE2E-CECD673E6506}" presName="divider" presStyleLbl="fgAcc1" presStyleIdx="0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778C08DB-F063-49D1-AE56-B3C672F7EACA}" type="pres">
      <dgm:prSet presAssocID="{1121EDB7-07B6-4262-AE2E-CECD673E6506}" presName="nodes" presStyleCnt="0">
        <dgm:presLayoutVars>
          <dgm:chMax/>
          <dgm:chPref/>
          <dgm:animLvl val="lvl"/>
        </dgm:presLayoutVars>
      </dgm:prSet>
      <dgm:spPr/>
    </dgm:pt>
    <dgm:pt modelId="{6D4B2405-81B1-4B2B-93DA-B33C0F35F6E0}" type="pres">
      <dgm:prSet presAssocID="{23FC40CA-39BF-4E39-909B-91617DA78344}" presName="composite" presStyleCnt="0"/>
      <dgm:spPr/>
    </dgm:pt>
    <dgm:pt modelId="{970FDF17-9E2A-4C65-8B30-20DB50B92B94}" type="pres">
      <dgm:prSet presAssocID="{23FC40CA-39BF-4E39-909B-91617DA78344}" presName="ConnectorPoint" presStyleLbl="lnNode1" presStyleIdx="0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B3B7FE6-17F0-46C5-A51F-155A8AC047F3}" type="pres">
      <dgm:prSet presAssocID="{23FC40CA-39BF-4E39-909B-91617DA78344}" presName="DropPinPlaceHolder" presStyleCnt="0"/>
      <dgm:spPr/>
    </dgm:pt>
    <dgm:pt modelId="{F22276D4-DA36-424B-9F3C-A7A014D8E428}" type="pres">
      <dgm:prSet presAssocID="{23FC40CA-39BF-4E39-909B-91617DA78344}" presName="DropPin" presStyleLbl="alignNode1" presStyleIdx="0" presStyleCnt="4"/>
      <dgm:spPr/>
    </dgm:pt>
    <dgm:pt modelId="{92FE5C47-987C-4D69-A939-2F56EE882862}" type="pres">
      <dgm:prSet presAssocID="{23FC40CA-39BF-4E39-909B-91617DA78344}" presName="Ellipse" presStyleLbl="fgAcc1" presStyleIdx="1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1FCFE14-1AA7-42B8-B92C-0861035B98C4}" type="pres">
      <dgm:prSet presAssocID="{23FC40CA-39BF-4E39-909B-91617DA78344}" presName="L2TextContainer" presStyleLbl="revTx" presStyleIdx="0" presStyleCnt="8">
        <dgm:presLayoutVars>
          <dgm:bulletEnabled val="1"/>
        </dgm:presLayoutVars>
      </dgm:prSet>
      <dgm:spPr/>
    </dgm:pt>
    <dgm:pt modelId="{E6F93869-6248-4440-9BB1-6228B0F296F2}" type="pres">
      <dgm:prSet presAssocID="{23FC40CA-39BF-4E39-909B-91617DA78344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8A122F7C-1BF9-417F-9C4B-0FD552EA6DCA}" type="pres">
      <dgm:prSet presAssocID="{23FC40CA-39BF-4E39-909B-91617DA78344}" presName="ConnectLine" presStyleLbl="sibTrans1D1" presStyleIdx="0" presStyleCnt="4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FAA9DA58-5916-47FD-B447-CF1C2521B406}" type="pres">
      <dgm:prSet presAssocID="{23FC40CA-39BF-4E39-909B-91617DA78344}" presName="EmptyPlaceHolder" presStyleCnt="0"/>
      <dgm:spPr/>
    </dgm:pt>
    <dgm:pt modelId="{2B14F87C-4430-4370-A45E-017553828DBA}" type="pres">
      <dgm:prSet presAssocID="{385EDB0B-7F96-4671-B516-39179D9CCB76}" presName="spaceBetweenRectangles" presStyleCnt="0"/>
      <dgm:spPr/>
    </dgm:pt>
    <dgm:pt modelId="{1B3C2B72-6F5C-4F77-A998-765F905ECAA9}" type="pres">
      <dgm:prSet presAssocID="{AA9DC61F-77E3-4838-9E06-73C626511E22}" presName="composite" presStyleCnt="0"/>
      <dgm:spPr/>
    </dgm:pt>
    <dgm:pt modelId="{44892ED9-0583-443B-A9A4-73BC95FC787A}" type="pres">
      <dgm:prSet presAssocID="{AA9DC61F-77E3-4838-9E06-73C626511E22}" presName="ConnectorPoint" presStyleLbl="lnNode1" presStyleIdx="1" presStyleCnt="4"/>
      <dgm:spPr>
        <a:solidFill>
          <a:schemeClr val="accent2">
            <a:hueOff val="2147871"/>
            <a:satOff val="-6164"/>
            <a:lumOff val="-987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B0685-E61E-4C11-BDB2-56DE3DBEC7C3}" type="pres">
      <dgm:prSet presAssocID="{AA9DC61F-77E3-4838-9E06-73C626511E22}" presName="DropPinPlaceHolder" presStyleCnt="0"/>
      <dgm:spPr/>
    </dgm:pt>
    <dgm:pt modelId="{0422E7B1-0B60-4BDB-A9D7-0A47EA3F98C8}" type="pres">
      <dgm:prSet presAssocID="{AA9DC61F-77E3-4838-9E06-73C626511E22}" presName="DropPin" presStyleLbl="alignNode1" presStyleIdx="1" presStyleCnt="4"/>
      <dgm:spPr/>
    </dgm:pt>
    <dgm:pt modelId="{AE875407-2584-4CCB-BE7C-CA83B5AD66A0}" type="pres">
      <dgm:prSet presAssocID="{AA9DC61F-77E3-4838-9E06-73C626511E22}" presName="Ellipse" presStyleLbl="fgAcc1" presStyleIdx="2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1F961A6E-BED9-4A43-804B-41EEBAE4C53E}" type="pres">
      <dgm:prSet presAssocID="{AA9DC61F-77E3-4838-9E06-73C626511E22}" presName="L2TextContainer" presStyleLbl="revTx" presStyleIdx="2" presStyleCnt="8">
        <dgm:presLayoutVars>
          <dgm:bulletEnabled val="1"/>
        </dgm:presLayoutVars>
      </dgm:prSet>
      <dgm:spPr/>
    </dgm:pt>
    <dgm:pt modelId="{E8232EF2-261A-4515-B0D6-44D5B1819E07}" type="pres">
      <dgm:prSet presAssocID="{AA9DC61F-77E3-4838-9E06-73C626511E22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795EB64A-3214-4347-BCDB-567E462EA7AB}" type="pres">
      <dgm:prSet presAssocID="{AA9DC61F-77E3-4838-9E06-73C626511E22}" presName="ConnectLine" presStyleLbl="sibTrans1D1" presStyleIdx="1" presStyleCnt="4"/>
      <dgm:spPr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dash"/>
          <a:miter lim="800000"/>
        </a:ln>
        <a:effectLst/>
      </dgm:spPr>
    </dgm:pt>
    <dgm:pt modelId="{DDB4771E-D7AA-469A-A161-808B21F92888}" type="pres">
      <dgm:prSet presAssocID="{AA9DC61F-77E3-4838-9E06-73C626511E22}" presName="EmptyPlaceHolder" presStyleCnt="0"/>
      <dgm:spPr/>
    </dgm:pt>
    <dgm:pt modelId="{1BBDA2B6-8EAE-4BEF-AC4E-F7AF41CBB5AF}" type="pres">
      <dgm:prSet presAssocID="{A8D553CF-067F-40DF-B317-6A76418952E9}" presName="spaceBetweenRectangles" presStyleCnt="0"/>
      <dgm:spPr/>
    </dgm:pt>
    <dgm:pt modelId="{A7DA9D3D-19FA-427A-8E83-89A5731D1177}" type="pres">
      <dgm:prSet presAssocID="{8ACED839-8E33-4F02-81EE-054CCCF428F8}" presName="composite" presStyleCnt="0"/>
      <dgm:spPr/>
    </dgm:pt>
    <dgm:pt modelId="{039E5079-046E-430E-A0B2-7DA72147565C}" type="pres">
      <dgm:prSet presAssocID="{8ACED839-8E33-4F02-81EE-054CCCF428F8}" presName="ConnectorPoint" presStyleLbl="lnNode1" presStyleIdx="2" presStyleCnt="4"/>
      <dgm:spPr>
        <a:solidFill>
          <a:schemeClr val="accent2">
            <a:hueOff val="4295743"/>
            <a:satOff val="-12329"/>
            <a:lumOff val="-1973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E5C98EE-CCA6-41EC-B47B-D3CCC9A4850A}" type="pres">
      <dgm:prSet presAssocID="{8ACED839-8E33-4F02-81EE-054CCCF428F8}" presName="DropPinPlaceHolder" presStyleCnt="0"/>
      <dgm:spPr/>
    </dgm:pt>
    <dgm:pt modelId="{59E47FE4-F3C8-4CD9-9BB9-48E12F531250}" type="pres">
      <dgm:prSet presAssocID="{8ACED839-8E33-4F02-81EE-054CCCF428F8}" presName="DropPin" presStyleLbl="alignNode1" presStyleIdx="2" presStyleCnt="4"/>
      <dgm:spPr/>
    </dgm:pt>
    <dgm:pt modelId="{D3432497-76CF-4798-8C0F-3A4AFB04F3EA}" type="pres">
      <dgm:prSet presAssocID="{8ACED839-8E33-4F02-81EE-054CCCF428F8}" presName="Ellipse" presStyleLbl="fgAcc1" presStyleIdx="3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9ED462FA-4523-4AA1-9594-156CA88236EE}" type="pres">
      <dgm:prSet presAssocID="{8ACED839-8E33-4F02-81EE-054CCCF428F8}" presName="L2TextContainer" presStyleLbl="revTx" presStyleIdx="4" presStyleCnt="8">
        <dgm:presLayoutVars>
          <dgm:bulletEnabled val="1"/>
        </dgm:presLayoutVars>
      </dgm:prSet>
      <dgm:spPr/>
    </dgm:pt>
    <dgm:pt modelId="{C202CB6A-BCC8-4C2E-AE2F-73CBD446E59F}" type="pres">
      <dgm:prSet presAssocID="{8ACED839-8E33-4F02-81EE-054CCCF428F8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0BA8603C-F145-4661-A005-C868AB01E6F2}" type="pres">
      <dgm:prSet presAssocID="{8ACED839-8E33-4F02-81EE-054CCCF428F8}" presName="ConnectLine" presStyleLbl="sibTrans1D1" presStyleIdx="2" presStyleCnt="4"/>
      <dgm:spPr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dash"/>
          <a:miter lim="800000"/>
        </a:ln>
        <a:effectLst/>
      </dgm:spPr>
    </dgm:pt>
    <dgm:pt modelId="{1A3DBE15-3843-4720-BA3F-F68FC094BADF}" type="pres">
      <dgm:prSet presAssocID="{8ACED839-8E33-4F02-81EE-054CCCF428F8}" presName="EmptyPlaceHolder" presStyleCnt="0"/>
      <dgm:spPr/>
    </dgm:pt>
    <dgm:pt modelId="{39ED60C5-172A-48DE-B8EB-BF972C25EFA1}" type="pres">
      <dgm:prSet presAssocID="{26DFFE1D-7F97-438E-8FEE-06E7B6410CC7}" presName="spaceBetweenRectangles" presStyleCnt="0"/>
      <dgm:spPr/>
    </dgm:pt>
    <dgm:pt modelId="{38E24CCC-DF65-4457-BA63-6C397EC5BBC5}" type="pres">
      <dgm:prSet presAssocID="{38C349E7-9609-480A-A648-DC337E1AB84D}" presName="composite" presStyleCnt="0"/>
      <dgm:spPr/>
    </dgm:pt>
    <dgm:pt modelId="{80EE0531-12E8-421C-9615-B04596036242}" type="pres">
      <dgm:prSet presAssocID="{38C349E7-9609-480A-A648-DC337E1AB84D}" presName="ConnectorPoint" presStyleLbl="lnNode1" presStyleIdx="3" presStyleCnt="4"/>
      <dgm:spPr>
        <a:solidFill>
          <a:schemeClr val="accent2">
            <a:hueOff val="6443614"/>
            <a:satOff val="-18493"/>
            <a:lumOff val="-2960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1F729C2-F82D-4994-B6AE-137BF7417F71}" type="pres">
      <dgm:prSet presAssocID="{38C349E7-9609-480A-A648-DC337E1AB84D}" presName="DropPinPlaceHolder" presStyleCnt="0"/>
      <dgm:spPr/>
    </dgm:pt>
    <dgm:pt modelId="{83F16439-E09B-4FC3-ADEF-0864F0906109}" type="pres">
      <dgm:prSet presAssocID="{38C349E7-9609-480A-A648-DC337E1AB84D}" presName="DropPin" presStyleLbl="alignNode1" presStyleIdx="3" presStyleCnt="4"/>
      <dgm:spPr/>
    </dgm:pt>
    <dgm:pt modelId="{009AB5D8-6688-4F42-AF82-D7BBA6870957}" type="pres">
      <dgm:prSet presAssocID="{38C349E7-9609-480A-A648-DC337E1AB84D}" presName="Ellipse" presStyleLbl="fgAcc1" presStyleIdx="4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8E8A9974-B7DA-4F90-9629-E49A9215E4A8}" type="pres">
      <dgm:prSet presAssocID="{38C349E7-9609-480A-A648-DC337E1AB84D}" presName="L2TextContainer" presStyleLbl="revTx" presStyleIdx="6" presStyleCnt="8">
        <dgm:presLayoutVars>
          <dgm:bulletEnabled val="1"/>
        </dgm:presLayoutVars>
      </dgm:prSet>
      <dgm:spPr/>
    </dgm:pt>
    <dgm:pt modelId="{CC161504-8091-41FA-B186-7EFB7D0EFB4B}" type="pres">
      <dgm:prSet presAssocID="{38C349E7-9609-480A-A648-DC337E1AB84D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4240BE8E-0AB4-4B7F-BDA9-328E211B7CCB}" type="pres">
      <dgm:prSet presAssocID="{38C349E7-9609-480A-A648-DC337E1AB84D}" presName="ConnectLine" presStyleLbl="sibTrans1D1" presStyleIdx="3" presStyleCnt="4"/>
      <dgm:spPr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dash"/>
          <a:miter lim="800000"/>
        </a:ln>
        <a:effectLst/>
      </dgm:spPr>
    </dgm:pt>
    <dgm:pt modelId="{71760EC6-60ED-47D2-AD49-4060B7D8A548}" type="pres">
      <dgm:prSet presAssocID="{38C349E7-9609-480A-A648-DC337E1AB84D}" presName="EmptyPlaceHolder" presStyleCnt="0"/>
      <dgm:spPr/>
    </dgm:pt>
  </dgm:ptLst>
  <dgm:cxnLst>
    <dgm:cxn modelId="{B9175507-0C85-4CFA-AB64-AF980507D4E4}" type="presOf" srcId="{1121EDB7-07B6-4262-AE2E-CECD673E6506}" destId="{3F08E327-9BD2-4D65-9976-2D808817BD4A}" srcOrd="0" destOrd="0" presId="urn:microsoft.com/office/officeart/2017/3/layout/DropPinTimeline"/>
    <dgm:cxn modelId="{23FC220A-C303-4AD6-BBF2-01B7B097BBDE}" srcId="{1121EDB7-07B6-4262-AE2E-CECD673E6506}" destId="{AA9DC61F-77E3-4838-9E06-73C626511E22}" srcOrd="1" destOrd="0" parTransId="{F5D7C132-AD08-4B57-B796-669EC6977720}" sibTransId="{A8D553CF-067F-40DF-B317-6A76418952E9}"/>
    <dgm:cxn modelId="{4A27FA15-ED9A-4156-BD40-AF082ABABF83}" type="presOf" srcId="{38C349E7-9609-480A-A648-DC337E1AB84D}" destId="{CC161504-8091-41FA-B186-7EFB7D0EFB4B}" srcOrd="0" destOrd="0" presId="urn:microsoft.com/office/officeart/2017/3/layout/DropPinTimeline"/>
    <dgm:cxn modelId="{3539E11A-7657-45D5-9330-A6C06CC328B1}" srcId="{1121EDB7-07B6-4262-AE2E-CECD673E6506}" destId="{8ACED839-8E33-4F02-81EE-054CCCF428F8}" srcOrd="2" destOrd="0" parTransId="{6CDE2B6B-AA75-44C8-A962-1848ED5010EA}" sibTransId="{26DFFE1D-7F97-438E-8FEE-06E7B6410CC7}"/>
    <dgm:cxn modelId="{2CC68530-A104-4643-88FC-488C1BEDEC93}" type="presOf" srcId="{8ACED839-8E33-4F02-81EE-054CCCF428F8}" destId="{C202CB6A-BCC8-4C2E-AE2F-73CBD446E59F}" srcOrd="0" destOrd="0" presId="urn:microsoft.com/office/officeart/2017/3/layout/DropPinTimeline"/>
    <dgm:cxn modelId="{E741873B-B11E-46ED-A368-A5383C45CC7A}" srcId="{1121EDB7-07B6-4262-AE2E-CECD673E6506}" destId="{38C349E7-9609-480A-A648-DC337E1AB84D}" srcOrd="3" destOrd="0" parTransId="{35563DC9-F142-4F50-8E03-B470CEEA2E40}" sibTransId="{72DC21B7-65BC-4DDE-B800-297DFBB39762}"/>
    <dgm:cxn modelId="{CCC50844-DD8F-490E-A08C-D1098F38C4F9}" srcId="{38C349E7-9609-480A-A648-DC337E1AB84D}" destId="{E4677F0B-4D92-4D83-BF38-2A8DBC9D43AE}" srcOrd="0" destOrd="0" parTransId="{64C993EE-C2E5-418E-8071-C67239EF4128}" sibTransId="{D90345E5-45EB-42C9-A837-26DB11E5EC15}"/>
    <dgm:cxn modelId="{9DF49147-2BD7-4EE2-9548-8DA55D3F8376}" type="presOf" srcId="{E4677F0B-4D92-4D83-BF38-2A8DBC9D43AE}" destId="{8E8A9974-B7DA-4F90-9629-E49A9215E4A8}" srcOrd="0" destOrd="0" presId="urn:microsoft.com/office/officeart/2017/3/layout/DropPinTimeline"/>
    <dgm:cxn modelId="{991D3648-4B16-4EEC-807C-5A6647508CAA}" srcId="{8ACED839-8E33-4F02-81EE-054CCCF428F8}" destId="{8FC29B38-A322-46CB-B1B7-6CAEB6249D4A}" srcOrd="0" destOrd="0" parTransId="{16C98877-2CB2-4A30-8587-0E6120C664EE}" sibTransId="{1B0E94CA-D1E1-437D-8DD2-D4E1A24C9A28}"/>
    <dgm:cxn modelId="{1E450C79-F415-4ECF-AA4E-2BADB83921DA}" srcId="{23FC40CA-39BF-4E39-909B-91617DA78344}" destId="{47F654D3-8BCE-490B-8A02-82CE7A47441D}" srcOrd="0" destOrd="0" parTransId="{A9A3AF1A-6DE3-41E6-9208-43B6218ECEC7}" sibTransId="{DC70A2AF-66B5-441F-9926-3DBCFEDD0DFF}"/>
    <dgm:cxn modelId="{4C05188E-74D9-4667-9C2C-1AD4D50FC3F5}" type="presOf" srcId="{8FC29B38-A322-46CB-B1B7-6CAEB6249D4A}" destId="{9ED462FA-4523-4AA1-9594-156CA88236EE}" srcOrd="0" destOrd="0" presId="urn:microsoft.com/office/officeart/2017/3/layout/DropPinTimeline"/>
    <dgm:cxn modelId="{53DDED8F-3A03-4EEE-85EC-F92B51C965E6}" type="presOf" srcId="{47F654D3-8BCE-490B-8A02-82CE7A47441D}" destId="{01FCFE14-1AA7-42B8-B92C-0861035B98C4}" srcOrd="0" destOrd="0" presId="urn:microsoft.com/office/officeart/2017/3/layout/DropPinTimeline"/>
    <dgm:cxn modelId="{E03909A7-E1E7-49A3-9C86-DCE4AF5835DA}" type="presOf" srcId="{22553462-089F-4B15-8151-D8AFD6C47BE0}" destId="{1F961A6E-BED9-4A43-804B-41EEBAE4C53E}" srcOrd="0" destOrd="0" presId="urn:microsoft.com/office/officeart/2017/3/layout/DropPinTimeline"/>
    <dgm:cxn modelId="{7815ADC3-2BDB-4670-8FDA-AB465537AF0C}" type="presOf" srcId="{23FC40CA-39BF-4E39-909B-91617DA78344}" destId="{E6F93869-6248-4440-9BB1-6228B0F296F2}" srcOrd="0" destOrd="0" presId="urn:microsoft.com/office/officeart/2017/3/layout/DropPinTimeline"/>
    <dgm:cxn modelId="{9814D8CE-B500-487C-BBF5-606756E05374}" type="presOf" srcId="{AA9DC61F-77E3-4838-9E06-73C626511E22}" destId="{E8232EF2-261A-4515-B0D6-44D5B1819E07}" srcOrd="0" destOrd="0" presId="urn:microsoft.com/office/officeart/2017/3/layout/DropPinTimeline"/>
    <dgm:cxn modelId="{EB7C4AE9-D220-467D-A209-3716710F0188}" srcId="{1121EDB7-07B6-4262-AE2E-CECD673E6506}" destId="{23FC40CA-39BF-4E39-909B-91617DA78344}" srcOrd="0" destOrd="0" parTransId="{9AFE52C0-4782-4904-A0F8-6055E6585CB0}" sibTransId="{385EDB0B-7F96-4671-B516-39179D9CCB76}"/>
    <dgm:cxn modelId="{86A97CEC-B8CB-45F6-8B8F-D26C75533923}" srcId="{AA9DC61F-77E3-4838-9E06-73C626511E22}" destId="{22553462-089F-4B15-8151-D8AFD6C47BE0}" srcOrd="0" destOrd="0" parTransId="{163F256A-F79A-409B-845F-C3628F21CECC}" sibTransId="{E09154AB-1025-4670-B0F5-A6AF88BB9BDE}"/>
    <dgm:cxn modelId="{9A648AFB-BBAB-4942-80AB-180A16711B3E}" type="presParOf" srcId="{3F08E327-9BD2-4D65-9976-2D808817BD4A}" destId="{8C6AACAF-364A-48F2-8582-08AF55EDE682}" srcOrd="0" destOrd="0" presId="urn:microsoft.com/office/officeart/2017/3/layout/DropPinTimeline"/>
    <dgm:cxn modelId="{7D235A89-C0F5-4AA9-A981-B1FAC0C73492}" type="presParOf" srcId="{3F08E327-9BD2-4D65-9976-2D808817BD4A}" destId="{778C08DB-F063-49D1-AE56-B3C672F7EACA}" srcOrd="1" destOrd="0" presId="urn:microsoft.com/office/officeart/2017/3/layout/DropPinTimeline"/>
    <dgm:cxn modelId="{2F0240E1-F739-4B80-83CA-2C7FBDC4D4C0}" type="presParOf" srcId="{778C08DB-F063-49D1-AE56-B3C672F7EACA}" destId="{6D4B2405-81B1-4B2B-93DA-B33C0F35F6E0}" srcOrd="0" destOrd="0" presId="urn:microsoft.com/office/officeart/2017/3/layout/DropPinTimeline"/>
    <dgm:cxn modelId="{6C644BAD-262C-4DAC-A40B-5BF2C436BB69}" type="presParOf" srcId="{6D4B2405-81B1-4B2B-93DA-B33C0F35F6E0}" destId="{970FDF17-9E2A-4C65-8B30-20DB50B92B94}" srcOrd="0" destOrd="0" presId="urn:microsoft.com/office/officeart/2017/3/layout/DropPinTimeline"/>
    <dgm:cxn modelId="{277FDC6B-7248-490B-A65F-BEFCCC0973F2}" type="presParOf" srcId="{6D4B2405-81B1-4B2B-93DA-B33C0F35F6E0}" destId="{5B3B7FE6-17F0-46C5-A51F-155A8AC047F3}" srcOrd="1" destOrd="0" presId="urn:microsoft.com/office/officeart/2017/3/layout/DropPinTimeline"/>
    <dgm:cxn modelId="{098555A7-4CD8-4B27-A738-092B00964FDA}" type="presParOf" srcId="{5B3B7FE6-17F0-46C5-A51F-155A8AC047F3}" destId="{F22276D4-DA36-424B-9F3C-A7A014D8E428}" srcOrd="0" destOrd="0" presId="urn:microsoft.com/office/officeart/2017/3/layout/DropPinTimeline"/>
    <dgm:cxn modelId="{EA043830-147A-4A00-AD2D-F6028F5A1355}" type="presParOf" srcId="{5B3B7FE6-17F0-46C5-A51F-155A8AC047F3}" destId="{92FE5C47-987C-4D69-A939-2F56EE882862}" srcOrd="1" destOrd="0" presId="urn:microsoft.com/office/officeart/2017/3/layout/DropPinTimeline"/>
    <dgm:cxn modelId="{FA04BA79-50B1-4E4B-9A93-4AA59E59AA44}" type="presParOf" srcId="{6D4B2405-81B1-4B2B-93DA-B33C0F35F6E0}" destId="{01FCFE14-1AA7-42B8-B92C-0861035B98C4}" srcOrd="2" destOrd="0" presId="urn:microsoft.com/office/officeart/2017/3/layout/DropPinTimeline"/>
    <dgm:cxn modelId="{865553F6-10DA-4175-8315-F3D1E6161418}" type="presParOf" srcId="{6D4B2405-81B1-4B2B-93DA-B33C0F35F6E0}" destId="{E6F93869-6248-4440-9BB1-6228B0F296F2}" srcOrd="3" destOrd="0" presId="urn:microsoft.com/office/officeart/2017/3/layout/DropPinTimeline"/>
    <dgm:cxn modelId="{65EE8E28-8261-4473-9382-2B7FA936BA28}" type="presParOf" srcId="{6D4B2405-81B1-4B2B-93DA-B33C0F35F6E0}" destId="{8A122F7C-1BF9-417F-9C4B-0FD552EA6DCA}" srcOrd="4" destOrd="0" presId="urn:microsoft.com/office/officeart/2017/3/layout/DropPinTimeline"/>
    <dgm:cxn modelId="{5FAFBAF5-C39E-4074-80FF-EF88EDF1AE3E}" type="presParOf" srcId="{6D4B2405-81B1-4B2B-93DA-B33C0F35F6E0}" destId="{FAA9DA58-5916-47FD-B447-CF1C2521B406}" srcOrd="5" destOrd="0" presId="urn:microsoft.com/office/officeart/2017/3/layout/DropPinTimeline"/>
    <dgm:cxn modelId="{88198FD5-6282-4DE2-8B47-83EBCC24DBA5}" type="presParOf" srcId="{778C08DB-F063-49D1-AE56-B3C672F7EACA}" destId="{2B14F87C-4430-4370-A45E-017553828DBA}" srcOrd="1" destOrd="0" presId="urn:microsoft.com/office/officeart/2017/3/layout/DropPinTimeline"/>
    <dgm:cxn modelId="{A640A8DA-DCDF-4774-A93B-E64DBC18FC2E}" type="presParOf" srcId="{778C08DB-F063-49D1-AE56-B3C672F7EACA}" destId="{1B3C2B72-6F5C-4F77-A998-765F905ECAA9}" srcOrd="2" destOrd="0" presId="urn:microsoft.com/office/officeart/2017/3/layout/DropPinTimeline"/>
    <dgm:cxn modelId="{DEE82A8C-228D-4B2E-8A98-C38136CD0049}" type="presParOf" srcId="{1B3C2B72-6F5C-4F77-A998-765F905ECAA9}" destId="{44892ED9-0583-443B-A9A4-73BC95FC787A}" srcOrd="0" destOrd="0" presId="urn:microsoft.com/office/officeart/2017/3/layout/DropPinTimeline"/>
    <dgm:cxn modelId="{2F77F602-13EA-4939-BB0B-348FC5289945}" type="presParOf" srcId="{1B3C2B72-6F5C-4F77-A998-765F905ECAA9}" destId="{0E9B0685-E61E-4C11-BDB2-56DE3DBEC7C3}" srcOrd="1" destOrd="0" presId="urn:microsoft.com/office/officeart/2017/3/layout/DropPinTimeline"/>
    <dgm:cxn modelId="{9C27F0F0-EDD0-46F3-B532-78FD13139547}" type="presParOf" srcId="{0E9B0685-E61E-4C11-BDB2-56DE3DBEC7C3}" destId="{0422E7B1-0B60-4BDB-A9D7-0A47EA3F98C8}" srcOrd="0" destOrd="0" presId="urn:microsoft.com/office/officeart/2017/3/layout/DropPinTimeline"/>
    <dgm:cxn modelId="{A5239817-A65B-48FC-8E3E-7E8C5D8C54B9}" type="presParOf" srcId="{0E9B0685-E61E-4C11-BDB2-56DE3DBEC7C3}" destId="{AE875407-2584-4CCB-BE7C-CA83B5AD66A0}" srcOrd="1" destOrd="0" presId="urn:microsoft.com/office/officeart/2017/3/layout/DropPinTimeline"/>
    <dgm:cxn modelId="{71CDFF4A-6B9E-4CD7-B049-61F4426028CF}" type="presParOf" srcId="{1B3C2B72-6F5C-4F77-A998-765F905ECAA9}" destId="{1F961A6E-BED9-4A43-804B-41EEBAE4C53E}" srcOrd="2" destOrd="0" presId="urn:microsoft.com/office/officeart/2017/3/layout/DropPinTimeline"/>
    <dgm:cxn modelId="{93E39972-9509-4A1B-A0BA-036F8B9ACEE4}" type="presParOf" srcId="{1B3C2B72-6F5C-4F77-A998-765F905ECAA9}" destId="{E8232EF2-261A-4515-B0D6-44D5B1819E07}" srcOrd="3" destOrd="0" presId="urn:microsoft.com/office/officeart/2017/3/layout/DropPinTimeline"/>
    <dgm:cxn modelId="{77A85194-0D1B-4701-AE36-D9F8EBB30099}" type="presParOf" srcId="{1B3C2B72-6F5C-4F77-A998-765F905ECAA9}" destId="{795EB64A-3214-4347-BCDB-567E462EA7AB}" srcOrd="4" destOrd="0" presId="urn:microsoft.com/office/officeart/2017/3/layout/DropPinTimeline"/>
    <dgm:cxn modelId="{2B3C3761-D5FA-473B-8967-9BBDF01FBA28}" type="presParOf" srcId="{1B3C2B72-6F5C-4F77-A998-765F905ECAA9}" destId="{DDB4771E-D7AA-469A-A161-808B21F92888}" srcOrd="5" destOrd="0" presId="urn:microsoft.com/office/officeart/2017/3/layout/DropPinTimeline"/>
    <dgm:cxn modelId="{8259628B-0BF6-4407-A715-20244461E7D6}" type="presParOf" srcId="{778C08DB-F063-49D1-AE56-B3C672F7EACA}" destId="{1BBDA2B6-8EAE-4BEF-AC4E-F7AF41CBB5AF}" srcOrd="3" destOrd="0" presId="urn:microsoft.com/office/officeart/2017/3/layout/DropPinTimeline"/>
    <dgm:cxn modelId="{FA362682-F816-4994-87E5-3FC32596FE97}" type="presParOf" srcId="{778C08DB-F063-49D1-AE56-B3C672F7EACA}" destId="{A7DA9D3D-19FA-427A-8E83-89A5731D1177}" srcOrd="4" destOrd="0" presId="urn:microsoft.com/office/officeart/2017/3/layout/DropPinTimeline"/>
    <dgm:cxn modelId="{C8C9FE69-AB2E-4FF2-9F83-FBB088F91471}" type="presParOf" srcId="{A7DA9D3D-19FA-427A-8E83-89A5731D1177}" destId="{039E5079-046E-430E-A0B2-7DA72147565C}" srcOrd="0" destOrd="0" presId="urn:microsoft.com/office/officeart/2017/3/layout/DropPinTimeline"/>
    <dgm:cxn modelId="{8D8FCD61-EEB8-48AC-905F-9BD74B757F12}" type="presParOf" srcId="{A7DA9D3D-19FA-427A-8E83-89A5731D1177}" destId="{8E5C98EE-CCA6-41EC-B47B-D3CCC9A4850A}" srcOrd="1" destOrd="0" presId="urn:microsoft.com/office/officeart/2017/3/layout/DropPinTimeline"/>
    <dgm:cxn modelId="{9E045568-0157-469E-894E-CE16DF66601D}" type="presParOf" srcId="{8E5C98EE-CCA6-41EC-B47B-D3CCC9A4850A}" destId="{59E47FE4-F3C8-4CD9-9BB9-48E12F531250}" srcOrd="0" destOrd="0" presId="urn:microsoft.com/office/officeart/2017/3/layout/DropPinTimeline"/>
    <dgm:cxn modelId="{2B0C798E-5A0C-408C-95AD-7A61E7892BD1}" type="presParOf" srcId="{8E5C98EE-CCA6-41EC-B47B-D3CCC9A4850A}" destId="{D3432497-76CF-4798-8C0F-3A4AFB04F3EA}" srcOrd="1" destOrd="0" presId="urn:microsoft.com/office/officeart/2017/3/layout/DropPinTimeline"/>
    <dgm:cxn modelId="{35EBA942-9D6A-46EC-BF23-D5DD61233DAF}" type="presParOf" srcId="{A7DA9D3D-19FA-427A-8E83-89A5731D1177}" destId="{9ED462FA-4523-4AA1-9594-156CA88236EE}" srcOrd="2" destOrd="0" presId="urn:microsoft.com/office/officeart/2017/3/layout/DropPinTimeline"/>
    <dgm:cxn modelId="{22AFEDA0-048F-4D79-819E-C329353E094A}" type="presParOf" srcId="{A7DA9D3D-19FA-427A-8E83-89A5731D1177}" destId="{C202CB6A-BCC8-4C2E-AE2F-73CBD446E59F}" srcOrd="3" destOrd="0" presId="urn:microsoft.com/office/officeart/2017/3/layout/DropPinTimeline"/>
    <dgm:cxn modelId="{FC763368-1D6B-4B11-962C-42B6AAE02C7E}" type="presParOf" srcId="{A7DA9D3D-19FA-427A-8E83-89A5731D1177}" destId="{0BA8603C-F145-4661-A005-C868AB01E6F2}" srcOrd="4" destOrd="0" presId="urn:microsoft.com/office/officeart/2017/3/layout/DropPinTimeline"/>
    <dgm:cxn modelId="{9B333660-D4B4-458F-9F9B-88333139860F}" type="presParOf" srcId="{A7DA9D3D-19FA-427A-8E83-89A5731D1177}" destId="{1A3DBE15-3843-4720-BA3F-F68FC094BADF}" srcOrd="5" destOrd="0" presId="urn:microsoft.com/office/officeart/2017/3/layout/DropPinTimeline"/>
    <dgm:cxn modelId="{F5059E1C-23D3-4ABA-AE91-A189E8743EA5}" type="presParOf" srcId="{778C08DB-F063-49D1-AE56-B3C672F7EACA}" destId="{39ED60C5-172A-48DE-B8EB-BF972C25EFA1}" srcOrd="5" destOrd="0" presId="urn:microsoft.com/office/officeart/2017/3/layout/DropPinTimeline"/>
    <dgm:cxn modelId="{78119BA0-BDEE-4576-8148-A27FEE2B355C}" type="presParOf" srcId="{778C08DB-F063-49D1-AE56-B3C672F7EACA}" destId="{38E24CCC-DF65-4457-BA63-6C397EC5BBC5}" srcOrd="6" destOrd="0" presId="urn:microsoft.com/office/officeart/2017/3/layout/DropPinTimeline"/>
    <dgm:cxn modelId="{6400D057-E651-440E-9D6C-EFEAB09F1C20}" type="presParOf" srcId="{38E24CCC-DF65-4457-BA63-6C397EC5BBC5}" destId="{80EE0531-12E8-421C-9615-B04596036242}" srcOrd="0" destOrd="0" presId="urn:microsoft.com/office/officeart/2017/3/layout/DropPinTimeline"/>
    <dgm:cxn modelId="{B471A418-13BF-4806-B158-D1322AFA1F62}" type="presParOf" srcId="{38E24CCC-DF65-4457-BA63-6C397EC5BBC5}" destId="{C1F729C2-F82D-4994-B6AE-137BF7417F71}" srcOrd="1" destOrd="0" presId="urn:microsoft.com/office/officeart/2017/3/layout/DropPinTimeline"/>
    <dgm:cxn modelId="{4C0765B2-7BAE-4410-AC5B-4F689259EA40}" type="presParOf" srcId="{C1F729C2-F82D-4994-B6AE-137BF7417F71}" destId="{83F16439-E09B-4FC3-ADEF-0864F0906109}" srcOrd="0" destOrd="0" presId="urn:microsoft.com/office/officeart/2017/3/layout/DropPinTimeline"/>
    <dgm:cxn modelId="{7A65DDDA-1517-4B08-ADC5-12BF864C3067}" type="presParOf" srcId="{C1F729C2-F82D-4994-B6AE-137BF7417F71}" destId="{009AB5D8-6688-4F42-AF82-D7BBA6870957}" srcOrd="1" destOrd="0" presId="urn:microsoft.com/office/officeart/2017/3/layout/DropPinTimeline"/>
    <dgm:cxn modelId="{673AAEEB-6CF5-464C-B34C-15073B1C37D9}" type="presParOf" srcId="{38E24CCC-DF65-4457-BA63-6C397EC5BBC5}" destId="{8E8A9974-B7DA-4F90-9629-E49A9215E4A8}" srcOrd="2" destOrd="0" presId="urn:microsoft.com/office/officeart/2017/3/layout/DropPinTimeline"/>
    <dgm:cxn modelId="{147B93F0-FCA6-41DB-972F-F9B707DD485C}" type="presParOf" srcId="{38E24CCC-DF65-4457-BA63-6C397EC5BBC5}" destId="{CC161504-8091-41FA-B186-7EFB7D0EFB4B}" srcOrd="3" destOrd="0" presId="urn:microsoft.com/office/officeart/2017/3/layout/DropPinTimeline"/>
    <dgm:cxn modelId="{693DFC99-AF50-41C2-A5D8-8D4F7E91F44F}" type="presParOf" srcId="{38E24CCC-DF65-4457-BA63-6C397EC5BBC5}" destId="{4240BE8E-0AB4-4B7F-BDA9-328E211B7CCB}" srcOrd="4" destOrd="0" presId="urn:microsoft.com/office/officeart/2017/3/layout/DropPinTimeline"/>
    <dgm:cxn modelId="{1195A8A9-899B-4476-B0A9-BE3E52058239}" type="presParOf" srcId="{38E24CCC-DF65-4457-BA63-6C397EC5BBC5}" destId="{71760EC6-60ED-47D2-AD49-4060B7D8A548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F0657C-BA5D-4638-A181-3EE61E9F84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293F7C-4524-4E26-BA43-43AABFA6E302}">
      <dgm:prSet custT="1"/>
      <dgm:spPr/>
      <dgm:t>
        <a:bodyPr/>
        <a:lstStyle/>
        <a:p>
          <a:r>
            <a:rPr lang="en-US" sz="36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Hver</a:t>
          </a:r>
          <a:r>
            <a:rPr lang="en-US" sz="36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</a:t>
          </a:r>
          <a:r>
            <a:rPr lang="en-US" sz="36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gruppe</a:t>
          </a:r>
          <a:r>
            <a:rPr lang="en-US" sz="36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</a:t>
          </a:r>
          <a:r>
            <a:rPr lang="en-US" sz="36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får</a:t>
          </a:r>
          <a:r>
            <a:rPr lang="en-US" sz="36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</a:t>
          </a:r>
          <a:r>
            <a:rPr lang="en-US" sz="36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ansvar</a:t>
          </a:r>
          <a:r>
            <a:rPr lang="en-US" sz="36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for </a:t>
          </a:r>
          <a:r>
            <a:rPr lang="en-US" sz="36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én</a:t>
          </a:r>
          <a:r>
            <a:rPr lang="en-US" sz="36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rapport.</a:t>
          </a:r>
          <a:endParaRPr lang="en-US" sz="3600" dirty="0">
            <a:solidFill>
              <a:schemeClr val="bg1"/>
            </a:solidFill>
          </a:endParaRPr>
        </a:p>
      </dgm:t>
    </dgm:pt>
    <dgm:pt modelId="{AE43D8C3-514F-4953-9E61-C863A101DD33}" type="parTrans" cxnId="{2CC0DC97-D6B0-4D8B-A5E2-4C53AEF01F8D}">
      <dgm:prSet/>
      <dgm:spPr/>
      <dgm:t>
        <a:bodyPr/>
        <a:lstStyle/>
        <a:p>
          <a:endParaRPr lang="en-US" sz="1100"/>
        </a:p>
      </dgm:t>
    </dgm:pt>
    <dgm:pt modelId="{24BC2D4A-F797-474A-A591-8AEA4BF4BB68}" type="sibTrans" cxnId="{2CC0DC97-D6B0-4D8B-A5E2-4C53AEF01F8D}">
      <dgm:prSet/>
      <dgm:spPr/>
      <dgm:t>
        <a:bodyPr/>
        <a:lstStyle/>
        <a:p>
          <a:endParaRPr lang="en-US" sz="1100"/>
        </a:p>
      </dgm:t>
    </dgm:pt>
    <dgm:pt modelId="{199BD112-C01E-4B5E-BC65-5985D9CFC242}">
      <dgm:prSet custT="1"/>
      <dgm:spPr/>
      <dgm:t>
        <a:bodyPr/>
        <a:lstStyle/>
        <a:p>
          <a:r>
            <a:rPr lang="nb-NO" sz="3600" dirty="0"/>
            <a:t>Vurder spesielt tiltak og virkninger</a:t>
          </a:r>
          <a:endParaRPr lang="en-US" sz="3600" dirty="0"/>
        </a:p>
      </dgm:t>
    </dgm:pt>
    <dgm:pt modelId="{1AC33FFE-74D0-4CA7-8FFE-19325ABE1199}" type="parTrans" cxnId="{34037330-C056-4F9A-8237-C5E0CCCAC9C7}">
      <dgm:prSet/>
      <dgm:spPr/>
      <dgm:t>
        <a:bodyPr/>
        <a:lstStyle/>
        <a:p>
          <a:endParaRPr lang="en-US" sz="1100"/>
        </a:p>
      </dgm:t>
    </dgm:pt>
    <dgm:pt modelId="{F6B1932F-FB79-4517-9B63-8BBF903D6A60}" type="sibTrans" cxnId="{34037330-C056-4F9A-8237-C5E0CCCAC9C7}">
      <dgm:prSet/>
      <dgm:spPr/>
      <dgm:t>
        <a:bodyPr/>
        <a:lstStyle/>
        <a:p>
          <a:endParaRPr lang="en-US" sz="1100"/>
        </a:p>
      </dgm:t>
    </dgm:pt>
    <dgm:pt modelId="{7F17FC34-DCEA-478C-AE0D-D43EF64A5F6E}">
      <dgm:prSet custT="1"/>
      <dgm:spPr/>
      <dgm:t>
        <a:bodyPr/>
        <a:lstStyle/>
        <a:p>
          <a:r>
            <a:rPr lang="nb-NO" sz="3600"/>
            <a:t>Les rapporten dere har fått ansvar for</a:t>
          </a:r>
          <a:endParaRPr lang="en-US" sz="3600" dirty="0"/>
        </a:p>
      </dgm:t>
    </dgm:pt>
    <dgm:pt modelId="{1C2CD06E-9354-45B9-9B44-DD9F63A1E002}" type="parTrans" cxnId="{3A727C12-58CC-4878-9964-A530781BC470}">
      <dgm:prSet/>
      <dgm:spPr/>
      <dgm:t>
        <a:bodyPr/>
        <a:lstStyle/>
        <a:p>
          <a:endParaRPr lang="nb-NO" sz="1400"/>
        </a:p>
      </dgm:t>
    </dgm:pt>
    <dgm:pt modelId="{168EFB19-A2C4-40B9-849A-0E041230F151}" type="sibTrans" cxnId="{3A727C12-58CC-4878-9964-A530781BC470}">
      <dgm:prSet/>
      <dgm:spPr/>
      <dgm:t>
        <a:bodyPr/>
        <a:lstStyle/>
        <a:p>
          <a:endParaRPr lang="nb-NO" sz="1400"/>
        </a:p>
      </dgm:t>
    </dgm:pt>
    <dgm:pt modelId="{8DF2EA8B-9ECD-4D64-A034-40004F86FDE7}" type="pres">
      <dgm:prSet presAssocID="{E0F0657C-BA5D-4638-A181-3EE61E9F842E}" presName="linear" presStyleCnt="0">
        <dgm:presLayoutVars>
          <dgm:animLvl val="lvl"/>
          <dgm:resizeHandles val="exact"/>
        </dgm:presLayoutVars>
      </dgm:prSet>
      <dgm:spPr/>
    </dgm:pt>
    <dgm:pt modelId="{58038AF8-9D42-4568-84FE-3FA109438319}" type="pres">
      <dgm:prSet presAssocID="{F4293F7C-4524-4E26-BA43-43AABFA6E30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86087D-94E1-4844-94A3-F4FE43538668}" type="pres">
      <dgm:prSet presAssocID="{24BC2D4A-F797-474A-A591-8AEA4BF4BB68}" presName="spacer" presStyleCnt="0"/>
      <dgm:spPr/>
    </dgm:pt>
    <dgm:pt modelId="{EBF8A018-8B07-4657-9978-B1105A7EA0CE}" type="pres">
      <dgm:prSet presAssocID="{7F17FC34-DCEA-478C-AE0D-D43EF64A5F6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A7F04D-367D-41E0-BF4E-04CB38E2435E}" type="pres">
      <dgm:prSet presAssocID="{168EFB19-A2C4-40B9-849A-0E041230F151}" presName="spacer" presStyleCnt="0"/>
      <dgm:spPr/>
    </dgm:pt>
    <dgm:pt modelId="{BD3E2B84-0D0A-4DC8-BB8A-18FEEB66BE91}" type="pres">
      <dgm:prSet presAssocID="{199BD112-C01E-4B5E-BC65-5985D9CFC24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727C12-58CC-4878-9964-A530781BC470}" srcId="{E0F0657C-BA5D-4638-A181-3EE61E9F842E}" destId="{7F17FC34-DCEA-478C-AE0D-D43EF64A5F6E}" srcOrd="1" destOrd="0" parTransId="{1C2CD06E-9354-45B9-9B44-DD9F63A1E002}" sibTransId="{168EFB19-A2C4-40B9-849A-0E041230F151}"/>
    <dgm:cxn modelId="{0C3E1125-8A44-4B49-879D-15273F401B8D}" type="presOf" srcId="{E0F0657C-BA5D-4638-A181-3EE61E9F842E}" destId="{8DF2EA8B-9ECD-4D64-A034-40004F86FDE7}" srcOrd="0" destOrd="0" presId="urn:microsoft.com/office/officeart/2005/8/layout/vList2"/>
    <dgm:cxn modelId="{34037330-C056-4F9A-8237-C5E0CCCAC9C7}" srcId="{E0F0657C-BA5D-4638-A181-3EE61E9F842E}" destId="{199BD112-C01E-4B5E-BC65-5985D9CFC242}" srcOrd="2" destOrd="0" parTransId="{1AC33FFE-74D0-4CA7-8FFE-19325ABE1199}" sibTransId="{F6B1932F-FB79-4517-9B63-8BBF903D6A60}"/>
    <dgm:cxn modelId="{AA79D796-0A89-438E-9676-7ED5AB164F57}" type="presOf" srcId="{7F17FC34-DCEA-478C-AE0D-D43EF64A5F6E}" destId="{EBF8A018-8B07-4657-9978-B1105A7EA0CE}" srcOrd="0" destOrd="0" presId="urn:microsoft.com/office/officeart/2005/8/layout/vList2"/>
    <dgm:cxn modelId="{2CC0DC97-D6B0-4D8B-A5E2-4C53AEF01F8D}" srcId="{E0F0657C-BA5D-4638-A181-3EE61E9F842E}" destId="{F4293F7C-4524-4E26-BA43-43AABFA6E302}" srcOrd="0" destOrd="0" parTransId="{AE43D8C3-514F-4953-9E61-C863A101DD33}" sibTransId="{24BC2D4A-F797-474A-A591-8AEA4BF4BB68}"/>
    <dgm:cxn modelId="{4EF0C4B9-160D-4759-828C-1056A1E26AB4}" type="presOf" srcId="{199BD112-C01E-4B5E-BC65-5985D9CFC242}" destId="{BD3E2B84-0D0A-4DC8-BB8A-18FEEB66BE91}" srcOrd="0" destOrd="0" presId="urn:microsoft.com/office/officeart/2005/8/layout/vList2"/>
    <dgm:cxn modelId="{283F08D7-2FA2-4F5E-88B3-B01240A58E45}" type="presOf" srcId="{F4293F7C-4524-4E26-BA43-43AABFA6E302}" destId="{58038AF8-9D42-4568-84FE-3FA109438319}" srcOrd="0" destOrd="0" presId="urn:microsoft.com/office/officeart/2005/8/layout/vList2"/>
    <dgm:cxn modelId="{37BECE03-2447-45C2-9C73-84CAD55A5F3A}" type="presParOf" srcId="{8DF2EA8B-9ECD-4D64-A034-40004F86FDE7}" destId="{58038AF8-9D42-4568-84FE-3FA109438319}" srcOrd="0" destOrd="0" presId="urn:microsoft.com/office/officeart/2005/8/layout/vList2"/>
    <dgm:cxn modelId="{4F694DD1-F8B4-4F98-BEE5-CEFE1534D28E}" type="presParOf" srcId="{8DF2EA8B-9ECD-4D64-A034-40004F86FDE7}" destId="{E486087D-94E1-4844-94A3-F4FE43538668}" srcOrd="1" destOrd="0" presId="urn:microsoft.com/office/officeart/2005/8/layout/vList2"/>
    <dgm:cxn modelId="{5AF2AB54-474F-4974-ACBE-28971BFC0D95}" type="presParOf" srcId="{8DF2EA8B-9ECD-4D64-A034-40004F86FDE7}" destId="{EBF8A018-8B07-4657-9978-B1105A7EA0CE}" srcOrd="2" destOrd="0" presId="urn:microsoft.com/office/officeart/2005/8/layout/vList2"/>
    <dgm:cxn modelId="{833C020D-2C0D-4183-BB7A-37AC6B2BA13D}" type="presParOf" srcId="{8DF2EA8B-9ECD-4D64-A034-40004F86FDE7}" destId="{88A7F04D-367D-41E0-BF4E-04CB38E2435E}" srcOrd="3" destOrd="0" presId="urn:microsoft.com/office/officeart/2005/8/layout/vList2"/>
    <dgm:cxn modelId="{C106D841-4976-4AFE-83D1-AB44450A6AB8}" type="presParOf" srcId="{8DF2EA8B-9ECD-4D64-A034-40004F86FDE7}" destId="{BD3E2B84-0D0A-4DC8-BB8A-18FEEB66BE9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4A7D8C-06DF-4D12-A1A0-4380D23B011A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2DD18D-A5A8-4265-A921-56FBEB65A57C}">
      <dgm:prSet/>
      <dgm:spPr/>
      <dgm:t>
        <a:bodyPr/>
        <a:lstStyle/>
        <a:p>
          <a:r>
            <a:rPr lang="nb-NO"/>
            <a:t>Investeringskostnad</a:t>
          </a:r>
          <a:endParaRPr lang="en-US"/>
        </a:p>
      </dgm:t>
    </dgm:pt>
    <dgm:pt modelId="{2B95FC77-1E14-45D3-81D0-21F28528AA73}" type="parTrans" cxnId="{39DA37CE-1195-4B76-8AC2-11D7BC4D5853}">
      <dgm:prSet/>
      <dgm:spPr/>
      <dgm:t>
        <a:bodyPr/>
        <a:lstStyle/>
        <a:p>
          <a:endParaRPr lang="en-US"/>
        </a:p>
      </dgm:t>
    </dgm:pt>
    <dgm:pt modelId="{4A9A94AC-5A99-4BB4-9388-84CB2F259DE5}" type="sibTrans" cxnId="{39DA37CE-1195-4B76-8AC2-11D7BC4D5853}">
      <dgm:prSet/>
      <dgm:spPr/>
      <dgm:t>
        <a:bodyPr/>
        <a:lstStyle/>
        <a:p>
          <a:endParaRPr lang="en-US"/>
        </a:p>
      </dgm:t>
    </dgm:pt>
    <dgm:pt modelId="{3E74D5A0-7E37-4827-89E4-7C3B4D5DA736}">
      <dgm:prSet/>
      <dgm:spPr/>
      <dgm:t>
        <a:bodyPr/>
        <a:lstStyle/>
        <a:p>
          <a:r>
            <a:rPr lang="nb-NO"/>
            <a:t>Driftskostnad</a:t>
          </a:r>
          <a:endParaRPr lang="en-US"/>
        </a:p>
      </dgm:t>
    </dgm:pt>
    <dgm:pt modelId="{31AC7AB0-30B0-4CD3-AFF5-C63641F05888}" type="parTrans" cxnId="{96503C5D-E750-4298-944D-5BB51335C493}">
      <dgm:prSet/>
      <dgm:spPr/>
      <dgm:t>
        <a:bodyPr/>
        <a:lstStyle/>
        <a:p>
          <a:endParaRPr lang="en-US"/>
        </a:p>
      </dgm:t>
    </dgm:pt>
    <dgm:pt modelId="{D7907DAB-B019-4444-9693-D92F15E1C980}" type="sibTrans" cxnId="{96503C5D-E750-4298-944D-5BB51335C493}">
      <dgm:prSet/>
      <dgm:spPr/>
      <dgm:t>
        <a:bodyPr/>
        <a:lstStyle/>
        <a:p>
          <a:endParaRPr lang="en-US"/>
        </a:p>
      </dgm:t>
    </dgm:pt>
    <dgm:pt modelId="{DF18117E-3B71-4D55-8911-E0C419062A89}">
      <dgm:prSet/>
      <dgm:spPr/>
      <dgm:t>
        <a:bodyPr/>
        <a:lstStyle/>
        <a:p>
          <a:r>
            <a:rPr lang="nb-NO"/>
            <a:t>Byggetid</a:t>
          </a:r>
          <a:endParaRPr lang="en-US"/>
        </a:p>
      </dgm:t>
    </dgm:pt>
    <dgm:pt modelId="{B6EAA7D6-D191-4CC3-88E9-6EEF3C183B78}" type="parTrans" cxnId="{D017315B-7F90-4C10-946D-68C6D39F5A7C}">
      <dgm:prSet/>
      <dgm:spPr/>
      <dgm:t>
        <a:bodyPr/>
        <a:lstStyle/>
        <a:p>
          <a:endParaRPr lang="en-US"/>
        </a:p>
      </dgm:t>
    </dgm:pt>
    <dgm:pt modelId="{FE50D43A-9558-4692-A741-BF738EEA714D}" type="sibTrans" cxnId="{D017315B-7F90-4C10-946D-68C6D39F5A7C}">
      <dgm:prSet/>
      <dgm:spPr/>
      <dgm:t>
        <a:bodyPr/>
        <a:lstStyle/>
        <a:p>
          <a:endParaRPr lang="en-US"/>
        </a:p>
      </dgm:t>
    </dgm:pt>
    <dgm:pt modelId="{3835C3FB-C3A7-40DB-9DA5-2620D5DD6F47}">
      <dgm:prSet/>
      <dgm:spPr/>
      <dgm:t>
        <a:bodyPr/>
        <a:lstStyle/>
        <a:p>
          <a:r>
            <a:rPr lang="nb-NO"/>
            <a:t>Produksjon</a:t>
          </a:r>
          <a:endParaRPr lang="en-US"/>
        </a:p>
      </dgm:t>
    </dgm:pt>
    <dgm:pt modelId="{6659DDC8-016D-4EC0-851E-BB18BE0D746B}" type="parTrans" cxnId="{F9AA894F-84A9-46C4-855E-231C0705259B}">
      <dgm:prSet/>
      <dgm:spPr/>
      <dgm:t>
        <a:bodyPr/>
        <a:lstStyle/>
        <a:p>
          <a:endParaRPr lang="en-US"/>
        </a:p>
      </dgm:t>
    </dgm:pt>
    <dgm:pt modelId="{8551FC7E-8BBF-4152-A633-6996F304FD40}" type="sibTrans" cxnId="{F9AA894F-84A9-46C4-855E-231C0705259B}">
      <dgm:prSet/>
      <dgm:spPr/>
      <dgm:t>
        <a:bodyPr/>
        <a:lstStyle/>
        <a:p>
          <a:endParaRPr lang="en-US"/>
        </a:p>
      </dgm:t>
    </dgm:pt>
    <dgm:pt modelId="{836AEE4F-8F5E-45E7-8F87-0AB984A06E5C}">
      <dgm:prSet/>
      <dgm:spPr/>
      <dgm:t>
        <a:bodyPr/>
        <a:lstStyle/>
        <a:p>
          <a:r>
            <a:rPr lang="nb-NO"/>
            <a:t>Levetid</a:t>
          </a:r>
          <a:endParaRPr lang="en-US"/>
        </a:p>
      </dgm:t>
    </dgm:pt>
    <dgm:pt modelId="{320E36DB-C716-4E02-A3DD-BF7B1D2E892B}" type="parTrans" cxnId="{2E7FD54B-B753-48CE-97E8-BAF1AF8BC509}">
      <dgm:prSet/>
      <dgm:spPr/>
      <dgm:t>
        <a:bodyPr/>
        <a:lstStyle/>
        <a:p>
          <a:endParaRPr lang="en-US"/>
        </a:p>
      </dgm:t>
    </dgm:pt>
    <dgm:pt modelId="{2F7F134B-6450-40AF-AE67-A7173111DAB9}" type="sibTrans" cxnId="{2E7FD54B-B753-48CE-97E8-BAF1AF8BC509}">
      <dgm:prSet/>
      <dgm:spPr/>
      <dgm:t>
        <a:bodyPr/>
        <a:lstStyle/>
        <a:p>
          <a:endParaRPr lang="en-US"/>
        </a:p>
      </dgm:t>
    </dgm:pt>
    <dgm:pt modelId="{DD9D921C-27E1-43A8-B19E-8FB1EA448E72}">
      <dgm:prSet/>
      <dgm:spPr/>
      <dgm:t>
        <a:bodyPr/>
        <a:lstStyle/>
        <a:p>
          <a:r>
            <a:rPr lang="nb-NO"/>
            <a:t>Fremtidig kraftpris</a:t>
          </a:r>
          <a:endParaRPr lang="en-US"/>
        </a:p>
      </dgm:t>
    </dgm:pt>
    <dgm:pt modelId="{14ED5939-8D87-41FA-BAB5-A48021530B00}" type="parTrans" cxnId="{67A87F75-646F-4A93-948D-BF6BEC233E2A}">
      <dgm:prSet/>
      <dgm:spPr/>
      <dgm:t>
        <a:bodyPr/>
        <a:lstStyle/>
        <a:p>
          <a:endParaRPr lang="en-US"/>
        </a:p>
      </dgm:t>
    </dgm:pt>
    <dgm:pt modelId="{53874E3D-1A0F-4E7E-A708-DEA63A6AAC71}" type="sibTrans" cxnId="{67A87F75-646F-4A93-948D-BF6BEC233E2A}">
      <dgm:prSet/>
      <dgm:spPr/>
      <dgm:t>
        <a:bodyPr/>
        <a:lstStyle/>
        <a:p>
          <a:endParaRPr lang="en-US"/>
        </a:p>
      </dgm:t>
    </dgm:pt>
    <dgm:pt modelId="{E3DAC9AC-DA17-4A9C-838D-2409F825CC5E}">
      <dgm:prSet/>
      <dgm:spPr/>
      <dgm:t>
        <a:bodyPr/>
        <a:lstStyle/>
        <a:p>
          <a:r>
            <a:rPr lang="nb-NO"/>
            <a:t>Infrastruktur</a:t>
          </a:r>
          <a:endParaRPr lang="en-US"/>
        </a:p>
      </dgm:t>
    </dgm:pt>
    <dgm:pt modelId="{93196163-E30A-4F41-BD7F-B71BC1135509}" type="parTrans" cxnId="{8222F758-ECE7-4757-BE62-419E181C4A1A}">
      <dgm:prSet/>
      <dgm:spPr/>
      <dgm:t>
        <a:bodyPr/>
        <a:lstStyle/>
        <a:p>
          <a:endParaRPr lang="en-US"/>
        </a:p>
      </dgm:t>
    </dgm:pt>
    <dgm:pt modelId="{CA35EC5D-A70A-4CE1-96DE-79A5D21AB628}" type="sibTrans" cxnId="{8222F758-ECE7-4757-BE62-419E181C4A1A}">
      <dgm:prSet/>
      <dgm:spPr/>
      <dgm:t>
        <a:bodyPr/>
        <a:lstStyle/>
        <a:p>
          <a:endParaRPr lang="en-US"/>
        </a:p>
      </dgm:t>
    </dgm:pt>
    <dgm:pt modelId="{0436811E-84B3-4CB1-8702-E3ADF8470193}" type="pres">
      <dgm:prSet presAssocID="{7F4A7D8C-06DF-4D12-A1A0-4380D23B011A}" presName="linear" presStyleCnt="0">
        <dgm:presLayoutVars>
          <dgm:dir/>
          <dgm:animLvl val="lvl"/>
          <dgm:resizeHandles val="exact"/>
        </dgm:presLayoutVars>
      </dgm:prSet>
      <dgm:spPr/>
    </dgm:pt>
    <dgm:pt modelId="{F3A5BD27-A6E0-4D18-834D-099C0830CFC6}" type="pres">
      <dgm:prSet presAssocID="{2A2DD18D-A5A8-4265-A921-56FBEB65A57C}" presName="parentLin" presStyleCnt="0"/>
      <dgm:spPr/>
    </dgm:pt>
    <dgm:pt modelId="{9320DA66-95C4-45AB-A282-6D773254D961}" type="pres">
      <dgm:prSet presAssocID="{2A2DD18D-A5A8-4265-A921-56FBEB65A57C}" presName="parentLeftMargin" presStyleLbl="node1" presStyleIdx="0" presStyleCnt="7"/>
      <dgm:spPr/>
    </dgm:pt>
    <dgm:pt modelId="{E3459AF2-7BF1-4DB6-A3D5-41211DBCECAD}" type="pres">
      <dgm:prSet presAssocID="{2A2DD18D-A5A8-4265-A921-56FBEB65A57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739D35A-952F-4FAF-8B24-085CA3CC82D2}" type="pres">
      <dgm:prSet presAssocID="{2A2DD18D-A5A8-4265-A921-56FBEB65A57C}" presName="negativeSpace" presStyleCnt="0"/>
      <dgm:spPr/>
    </dgm:pt>
    <dgm:pt modelId="{1E086524-2CF7-4414-821C-B39017E88F43}" type="pres">
      <dgm:prSet presAssocID="{2A2DD18D-A5A8-4265-A921-56FBEB65A57C}" presName="childText" presStyleLbl="conFgAcc1" presStyleIdx="0" presStyleCnt="7">
        <dgm:presLayoutVars>
          <dgm:bulletEnabled val="1"/>
        </dgm:presLayoutVars>
      </dgm:prSet>
      <dgm:spPr/>
    </dgm:pt>
    <dgm:pt modelId="{DB9EE320-9374-4F74-A688-A7AFEF81D1E6}" type="pres">
      <dgm:prSet presAssocID="{4A9A94AC-5A99-4BB4-9388-84CB2F259DE5}" presName="spaceBetweenRectangles" presStyleCnt="0"/>
      <dgm:spPr/>
    </dgm:pt>
    <dgm:pt modelId="{B17D111B-A338-4F7F-92FF-A23F1E403F14}" type="pres">
      <dgm:prSet presAssocID="{3E74D5A0-7E37-4827-89E4-7C3B4D5DA736}" presName="parentLin" presStyleCnt="0"/>
      <dgm:spPr/>
    </dgm:pt>
    <dgm:pt modelId="{BDA28E5C-5CD3-44F0-850D-11E0D63D079E}" type="pres">
      <dgm:prSet presAssocID="{3E74D5A0-7E37-4827-89E4-7C3B4D5DA736}" presName="parentLeftMargin" presStyleLbl="node1" presStyleIdx="0" presStyleCnt="7"/>
      <dgm:spPr/>
    </dgm:pt>
    <dgm:pt modelId="{1820683D-AC13-406D-960B-12610E84A5F7}" type="pres">
      <dgm:prSet presAssocID="{3E74D5A0-7E37-4827-89E4-7C3B4D5DA736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6D1BBEC-6BCC-4317-B33C-F11E5434EF5C}" type="pres">
      <dgm:prSet presAssocID="{3E74D5A0-7E37-4827-89E4-7C3B4D5DA736}" presName="negativeSpace" presStyleCnt="0"/>
      <dgm:spPr/>
    </dgm:pt>
    <dgm:pt modelId="{4A3AD054-6AAE-4EAC-8586-9E0BFDAC3B2A}" type="pres">
      <dgm:prSet presAssocID="{3E74D5A0-7E37-4827-89E4-7C3B4D5DA736}" presName="childText" presStyleLbl="conFgAcc1" presStyleIdx="1" presStyleCnt="7">
        <dgm:presLayoutVars>
          <dgm:bulletEnabled val="1"/>
        </dgm:presLayoutVars>
      </dgm:prSet>
      <dgm:spPr/>
    </dgm:pt>
    <dgm:pt modelId="{CC0A7812-4742-4A33-AD38-0CEC0D002CE7}" type="pres">
      <dgm:prSet presAssocID="{D7907DAB-B019-4444-9693-D92F15E1C980}" presName="spaceBetweenRectangles" presStyleCnt="0"/>
      <dgm:spPr/>
    </dgm:pt>
    <dgm:pt modelId="{53C6C41E-BDF7-47FE-817E-5BFAEDEB57B6}" type="pres">
      <dgm:prSet presAssocID="{DF18117E-3B71-4D55-8911-E0C419062A89}" presName="parentLin" presStyleCnt="0"/>
      <dgm:spPr/>
    </dgm:pt>
    <dgm:pt modelId="{CF67B85C-CEF4-49DF-950C-1C208E3DBA80}" type="pres">
      <dgm:prSet presAssocID="{DF18117E-3B71-4D55-8911-E0C419062A89}" presName="parentLeftMargin" presStyleLbl="node1" presStyleIdx="1" presStyleCnt="7"/>
      <dgm:spPr/>
    </dgm:pt>
    <dgm:pt modelId="{5005E0DC-4D6B-4EAD-924D-9D77E28CDC9C}" type="pres">
      <dgm:prSet presAssocID="{DF18117E-3B71-4D55-8911-E0C419062A8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D3C564B-751C-4CE8-870B-A09375E5808C}" type="pres">
      <dgm:prSet presAssocID="{DF18117E-3B71-4D55-8911-E0C419062A89}" presName="negativeSpace" presStyleCnt="0"/>
      <dgm:spPr/>
    </dgm:pt>
    <dgm:pt modelId="{30D02358-169D-4E02-A132-5269E575B588}" type="pres">
      <dgm:prSet presAssocID="{DF18117E-3B71-4D55-8911-E0C419062A89}" presName="childText" presStyleLbl="conFgAcc1" presStyleIdx="2" presStyleCnt="7">
        <dgm:presLayoutVars>
          <dgm:bulletEnabled val="1"/>
        </dgm:presLayoutVars>
      </dgm:prSet>
      <dgm:spPr/>
    </dgm:pt>
    <dgm:pt modelId="{6A5B8A7A-CB48-45B3-965B-FD81CD3911E5}" type="pres">
      <dgm:prSet presAssocID="{FE50D43A-9558-4692-A741-BF738EEA714D}" presName="spaceBetweenRectangles" presStyleCnt="0"/>
      <dgm:spPr/>
    </dgm:pt>
    <dgm:pt modelId="{68985042-F05B-47B0-AF6B-704F7468BCD2}" type="pres">
      <dgm:prSet presAssocID="{3835C3FB-C3A7-40DB-9DA5-2620D5DD6F47}" presName="parentLin" presStyleCnt="0"/>
      <dgm:spPr/>
    </dgm:pt>
    <dgm:pt modelId="{63CE01A8-357D-43CF-ADD1-113D9FD07868}" type="pres">
      <dgm:prSet presAssocID="{3835C3FB-C3A7-40DB-9DA5-2620D5DD6F47}" presName="parentLeftMargin" presStyleLbl="node1" presStyleIdx="2" presStyleCnt="7"/>
      <dgm:spPr/>
    </dgm:pt>
    <dgm:pt modelId="{DBB25D2E-9B92-4BC1-AC4E-10AFA81E02C6}" type="pres">
      <dgm:prSet presAssocID="{3835C3FB-C3A7-40DB-9DA5-2620D5DD6F4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AE406A8-92CF-4702-B72C-14EE8E6A3571}" type="pres">
      <dgm:prSet presAssocID="{3835C3FB-C3A7-40DB-9DA5-2620D5DD6F47}" presName="negativeSpace" presStyleCnt="0"/>
      <dgm:spPr/>
    </dgm:pt>
    <dgm:pt modelId="{C2808CF5-9095-4AC6-A6A8-383482DA1011}" type="pres">
      <dgm:prSet presAssocID="{3835C3FB-C3A7-40DB-9DA5-2620D5DD6F47}" presName="childText" presStyleLbl="conFgAcc1" presStyleIdx="3" presStyleCnt="7">
        <dgm:presLayoutVars>
          <dgm:bulletEnabled val="1"/>
        </dgm:presLayoutVars>
      </dgm:prSet>
      <dgm:spPr/>
    </dgm:pt>
    <dgm:pt modelId="{903E57CC-AA4D-4B0C-B0A1-FC7A9594EB0E}" type="pres">
      <dgm:prSet presAssocID="{8551FC7E-8BBF-4152-A633-6996F304FD40}" presName="spaceBetweenRectangles" presStyleCnt="0"/>
      <dgm:spPr/>
    </dgm:pt>
    <dgm:pt modelId="{FF3BBCA7-5E35-424C-A42D-0235CEAC82C0}" type="pres">
      <dgm:prSet presAssocID="{836AEE4F-8F5E-45E7-8F87-0AB984A06E5C}" presName="parentLin" presStyleCnt="0"/>
      <dgm:spPr/>
    </dgm:pt>
    <dgm:pt modelId="{F910518B-E8D5-4454-A435-5ACD8F9B0EC0}" type="pres">
      <dgm:prSet presAssocID="{836AEE4F-8F5E-45E7-8F87-0AB984A06E5C}" presName="parentLeftMargin" presStyleLbl="node1" presStyleIdx="3" presStyleCnt="7"/>
      <dgm:spPr/>
    </dgm:pt>
    <dgm:pt modelId="{71C4D3F3-5617-4D07-BFD8-2E337A8C5EA2}" type="pres">
      <dgm:prSet presAssocID="{836AEE4F-8F5E-45E7-8F87-0AB984A06E5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54FC0DC-CED9-4769-9DCD-814374060A0D}" type="pres">
      <dgm:prSet presAssocID="{836AEE4F-8F5E-45E7-8F87-0AB984A06E5C}" presName="negativeSpace" presStyleCnt="0"/>
      <dgm:spPr/>
    </dgm:pt>
    <dgm:pt modelId="{400ACAB9-8D7C-4E13-B920-C38341883D8E}" type="pres">
      <dgm:prSet presAssocID="{836AEE4F-8F5E-45E7-8F87-0AB984A06E5C}" presName="childText" presStyleLbl="conFgAcc1" presStyleIdx="4" presStyleCnt="7">
        <dgm:presLayoutVars>
          <dgm:bulletEnabled val="1"/>
        </dgm:presLayoutVars>
      </dgm:prSet>
      <dgm:spPr/>
    </dgm:pt>
    <dgm:pt modelId="{4918ADE5-ADC0-4773-9FEE-CBAD4FB622C2}" type="pres">
      <dgm:prSet presAssocID="{2F7F134B-6450-40AF-AE67-A7173111DAB9}" presName="spaceBetweenRectangles" presStyleCnt="0"/>
      <dgm:spPr/>
    </dgm:pt>
    <dgm:pt modelId="{1429C6EF-3B39-480A-AB3C-0525CEAB020A}" type="pres">
      <dgm:prSet presAssocID="{DD9D921C-27E1-43A8-B19E-8FB1EA448E72}" presName="parentLin" presStyleCnt="0"/>
      <dgm:spPr/>
    </dgm:pt>
    <dgm:pt modelId="{078BA18E-8066-471B-841E-8EB31FDD7E2B}" type="pres">
      <dgm:prSet presAssocID="{DD9D921C-27E1-43A8-B19E-8FB1EA448E72}" presName="parentLeftMargin" presStyleLbl="node1" presStyleIdx="4" presStyleCnt="7"/>
      <dgm:spPr/>
    </dgm:pt>
    <dgm:pt modelId="{FF96632C-3030-4A2B-A857-5264DA7F5978}" type="pres">
      <dgm:prSet presAssocID="{DD9D921C-27E1-43A8-B19E-8FB1EA448E7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BDF7B95-EF56-4A1F-9CD3-64BD2AA6774A}" type="pres">
      <dgm:prSet presAssocID="{DD9D921C-27E1-43A8-B19E-8FB1EA448E72}" presName="negativeSpace" presStyleCnt="0"/>
      <dgm:spPr/>
    </dgm:pt>
    <dgm:pt modelId="{4E7DED4B-1203-450A-86A1-9800B44CCCDB}" type="pres">
      <dgm:prSet presAssocID="{DD9D921C-27E1-43A8-B19E-8FB1EA448E72}" presName="childText" presStyleLbl="conFgAcc1" presStyleIdx="5" presStyleCnt="7">
        <dgm:presLayoutVars>
          <dgm:bulletEnabled val="1"/>
        </dgm:presLayoutVars>
      </dgm:prSet>
      <dgm:spPr/>
    </dgm:pt>
    <dgm:pt modelId="{3AA99958-19E4-436F-AC44-F8176D064AEF}" type="pres">
      <dgm:prSet presAssocID="{53874E3D-1A0F-4E7E-A708-DEA63A6AAC71}" presName="spaceBetweenRectangles" presStyleCnt="0"/>
      <dgm:spPr/>
    </dgm:pt>
    <dgm:pt modelId="{430E9703-3CBA-4A37-88A7-D86415A7077D}" type="pres">
      <dgm:prSet presAssocID="{E3DAC9AC-DA17-4A9C-838D-2409F825CC5E}" presName="parentLin" presStyleCnt="0"/>
      <dgm:spPr/>
    </dgm:pt>
    <dgm:pt modelId="{500110D7-A7F6-49CB-B88F-CA5252CBE565}" type="pres">
      <dgm:prSet presAssocID="{E3DAC9AC-DA17-4A9C-838D-2409F825CC5E}" presName="parentLeftMargin" presStyleLbl="node1" presStyleIdx="5" presStyleCnt="7"/>
      <dgm:spPr/>
    </dgm:pt>
    <dgm:pt modelId="{5BB34ABB-FBE2-4F58-AC07-148947180F18}" type="pres">
      <dgm:prSet presAssocID="{E3DAC9AC-DA17-4A9C-838D-2409F825CC5E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14371477-D75A-4886-AAA4-8994913A5628}" type="pres">
      <dgm:prSet presAssocID="{E3DAC9AC-DA17-4A9C-838D-2409F825CC5E}" presName="negativeSpace" presStyleCnt="0"/>
      <dgm:spPr/>
    </dgm:pt>
    <dgm:pt modelId="{CC323D43-583F-4E0F-9C1F-9C82E4E660B8}" type="pres">
      <dgm:prSet presAssocID="{E3DAC9AC-DA17-4A9C-838D-2409F825CC5E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08395010-62A7-48C2-A6EB-2809CBC93785}" type="presOf" srcId="{3E74D5A0-7E37-4827-89E4-7C3B4D5DA736}" destId="{1820683D-AC13-406D-960B-12610E84A5F7}" srcOrd="1" destOrd="0" presId="urn:microsoft.com/office/officeart/2005/8/layout/list1"/>
    <dgm:cxn modelId="{36588336-D9E2-40E5-A759-9680D22FB4A3}" type="presOf" srcId="{2A2DD18D-A5A8-4265-A921-56FBEB65A57C}" destId="{E3459AF2-7BF1-4DB6-A3D5-41211DBCECAD}" srcOrd="1" destOrd="0" presId="urn:microsoft.com/office/officeart/2005/8/layout/list1"/>
    <dgm:cxn modelId="{6A59B43D-463A-41AC-ACB5-0832544EFFCE}" type="presOf" srcId="{2A2DD18D-A5A8-4265-A921-56FBEB65A57C}" destId="{9320DA66-95C4-45AB-A282-6D773254D961}" srcOrd="0" destOrd="0" presId="urn:microsoft.com/office/officeart/2005/8/layout/list1"/>
    <dgm:cxn modelId="{586A2C5B-972C-4A8A-B024-88E464DF16B5}" type="presOf" srcId="{DD9D921C-27E1-43A8-B19E-8FB1EA448E72}" destId="{FF96632C-3030-4A2B-A857-5264DA7F5978}" srcOrd="1" destOrd="0" presId="urn:microsoft.com/office/officeart/2005/8/layout/list1"/>
    <dgm:cxn modelId="{D017315B-7F90-4C10-946D-68C6D39F5A7C}" srcId="{7F4A7D8C-06DF-4D12-A1A0-4380D23B011A}" destId="{DF18117E-3B71-4D55-8911-E0C419062A89}" srcOrd="2" destOrd="0" parTransId="{B6EAA7D6-D191-4CC3-88E9-6EEF3C183B78}" sibTransId="{FE50D43A-9558-4692-A741-BF738EEA714D}"/>
    <dgm:cxn modelId="{96503C5D-E750-4298-944D-5BB51335C493}" srcId="{7F4A7D8C-06DF-4D12-A1A0-4380D23B011A}" destId="{3E74D5A0-7E37-4827-89E4-7C3B4D5DA736}" srcOrd="1" destOrd="0" parTransId="{31AC7AB0-30B0-4CD3-AFF5-C63641F05888}" sibTransId="{D7907DAB-B019-4444-9693-D92F15E1C980}"/>
    <dgm:cxn modelId="{8A325368-4114-4554-B439-3D007B2BAEB6}" type="presOf" srcId="{7F4A7D8C-06DF-4D12-A1A0-4380D23B011A}" destId="{0436811E-84B3-4CB1-8702-E3ADF8470193}" srcOrd="0" destOrd="0" presId="urn:microsoft.com/office/officeart/2005/8/layout/list1"/>
    <dgm:cxn modelId="{2E7FD54B-B753-48CE-97E8-BAF1AF8BC509}" srcId="{7F4A7D8C-06DF-4D12-A1A0-4380D23B011A}" destId="{836AEE4F-8F5E-45E7-8F87-0AB984A06E5C}" srcOrd="4" destOrd="0" parTransId="{320E36DB-C716-4E02-A3DD-BF7B1D2E892B}" sibTransId="{2F7F134B-6450-40AF-AE67-A7173111DAB9}"/>
    <dgm:cxn modelId="{888EAB4E-7F0E-4B6E-8BB7-31AE6A0CE726}" type="presOf" srcId="{DF18117E-3B71-4D55-8911-E0C419062A89}" destId="{CF67B85C-CEF4-49DF-950C-1C208E3DBA80}" srcOrd="0" destOrd="0" presId="urn:microsoft.com/office/officeart/2005/8/layout/list1"/>
    <dgm:cxn modelId="{F9AA894F-84A9-46C4-855E-231C0705259B}" srcId="{7F4A7D8C-06DF-4D12-A1A0-4380D23B011A}" destId="{3835C3FB-C3A7-40DB-9DA5-2620D5DD6F47}" srcOrd="3" destOrd="0" parTransId="{6659DDC8-016D-4EC0-851E-BB18BE0D746B}" sibTransId="{8551FC7E-8BBF-4152-A633-6996F304FD40}"/>
    <dgm:cxn modelId="{67A87F75-646F-4A93-948D-BF6BEC233E2A}" srcId="{7F4A7D8C-06DF-4D12-A1A0-4380D23B011A}" destId="{DD9D921C-27E1-43A8-B19E-8FB1EA448E72}" srcOrd="5" destOrd="0" parTransId="{14ED5939-8D87-41FA-BAB5-A48021530B00}" sibTransId="{53874E3D-1A0F-4E7E-A708-DEA63A6AAC71}"/>
    <dgm:cxn modelId="{8222F758-ECE7-4757-BE62-419E181C4A1A}" srcId="{7F4A7D8C-06DF-4D12-A1A0-4380D23B011A}" destId="{E3DAC9AC-DA17-4A9C-838D-2409F825CC5E}" srcOrd="6" destOrd="0" parTransId="{93196163-E30A-4F41-BD7F-B71BC1135509}" sibTransId="{CA35EC5D-A70A-4CE1-96DE-79A5D21AB628}"/>
    <dgm:cxn modelId="{E6A3A480-2743-4525-B27E-3813BAE3A68B}" type="presOf" srcId="{836AEE4F-8F5E-45E7-8F87-0AB984A06E5C}" destId="{F910518B-E8D5-4454-A435-5ACD8F9B0EC0}" srcOrd="0" destOrd="0" presId="urn:microsoft.com/office/officeart/2005/8/layout/list1"/>
    <dgm:cxn modelId="{46248585-6475-455B-BE72-BEFF8BC11A2D}" type="presOf" srcId="{3835C3FB-C3A7-40DB-9DA5-2620D5DD6F47}" destId="{DBB25D2E-9B92-4BC1-AC4E-10AFA81E02C6}" srcOrd="1" destOrd="0" presId="urn:microsoft.com/office/officeart/2005/8/layout/list1"/>
    <dgm:cxn modelId="{42A3F986-EAD4-46D2-ADAE-72D18249C713}" type="presOf" srcId="{DD9D921C-27E1-43A8-B19E-8FB1EA448E72}" destId="{078BA18E-8066-471B-841E-8EB31FDD7E2B}" srcOrd="0" destOrd="0" presId="urn:microsoft.com/office/officeart/2005/8/layout/list1"/>
    <dgm:cxn modelId="{9913D28C-3CB0-46EC-9B86-7B67E389FBE2}" type="presOf" srcId="{DF18117E-3B71-4D55-8911-E0C419062A89}" destId="{5005E0DC-4D6B-4EAD-924D-9D77E28CDC9C}" srcOrd="1" destOrd="0" presId="urn:microsoft.com/office/officeart/2005/8/layout/list1"/>
    <dgm:cxn modelId="{CBCFEAAF-61E8-446B-BC49-351DAB7ADD65}" type="presOf" srcId="{836AEE4F-8F5E-45E7-8F87-0AB984A06E5C}" destId="{71C4D3F3-5617-4D07-BFD8-2E337A8C5EA2}" srcOrd="1" destOrd="0" presId="urn:microsoft.com/office/officeart/2005/8/layout/list1"/>
    <dgm:cxn modelId="{6F87DDC0-C2FD-4786-8725-2E82B0A9CFDF}" type="presOf" srcId="{E3DAC9AC-DA17-4A9C-838D-2409F825CC5E}" destId="{5BB34ABB-FBE2-4F58-AC07-148947180F18}" srcOrd="1" destOrd="0" presId="urn:microsoft.com/office/officeart/2005/8/layout/list1"/>
    <dgm:cxn modelId="{692D60CC-A36E-403B-B4C2-5F89357EFAA1}" type="presOf" srcId="{3E74D5A0-7E37-4827-89E4-7C3B4D5DA736}" destId="{BDA28E5C-5CD3-44F0-850D-11E0D63D079E}" srcOrd="0" destOrd="0" presId="urn:microsoft.com/office/officeart/2005/8/layout/list1"/>
    <dgm:cxn modelId="{39DA37CE-1195-4B76-8AC2-11D7BC4D5853}" srcId="{7F4A7D8C-06DF-4D12-A1A0-4380D23B011A}" destId="{2A2DD18D-A5A8-4265-A921-56FBEB65A57C}" srcOrd="0" destOrd="0" parTransId="{2B95FC77-1E14-45D3-81D0-21F28528AA73}" sibTransId="{4A9A94AC-5A99-4BB4-9388-84CB2F259DE5}"/>
    <dgm:cxn modelId="{2D96EBD1-1CE7-4D4E-B87B-236E79FAAAAF}" type="presOf" srcId="{3835C3FB-C3A7-40DB-9DA5-2620D5DD6F47}" destId="{63CE01A8-357D-43CF-ADD1-113D9FD07868}" srcOrd="0" destOrd="0" presId="urn:microsoft.com/office/officeart/2005/8/layout/list1"/>
    <dgm:cxn modelId="{F7CE21D5-E870-47A7-9CCC-D5F0E7B3A8A3}" type="presOf" srcId="{E3DAC9AC-DA17-4A9C-838D-2409F825CC5E}" destId="{500110D7-A7F6-49CB-B88F-CA5252CBE565}" srcOrd="0" destOrd="0" presId="urn:microsoft.com/office/officeart/2005/8/layout/list1"/>
    <dgm:cxn modelId="{9E6BE759-79CA-4DEE-B9DD-D95D11FBBC02}" type="presParOf" srcId="{0436811E-84B3-4CB1-8702-E3ADF8470193}" destId="{F3A5BD27-A6E0-4D18-834D-099C0830CFC6}" srcOrd="0" destOrd="0" presId="urn:microsoft.com/office/officeart/2005/8/layout/list1"/>
    <dgm:cxn modelId="{7B1ADDF8-E3F2-471F-B6F0-B01A64585016}" type="presParOf" srcId="{F3A5BD27-A6E0-4D18-834D-099C0830CFC6}" destId="{9320DA66-95C4-45AB-A282-6D773254D961}" srcOrd="0" destOrd="0" presId="urn:microsoft.com/office/officeart/2005/8/layout/list1"/>
    <dgm:cxn modelId="{33666852-0CB3-4EB6-894D-54D908C59397}" type="presParOf" srcId="{F3A5BD27-A6E0-4D18-834D-099C0830CFC6}" destId="{E3459AF2-7BF1-4DB6-A3D5-41211DBCECAD}" srcOrd="1" destOrd="0" presId="urn:microsoft.com/office/officeart/2005/8/layout/list1"/>
    <dgm:cxn modelId="{D9998BBF-B627-476A-A3EE-D425D9719EF3}" type="presParOf" srcId="{0436811E-84B3-4CB1-8702-E3ADF8470193}" destId="{B739D35A-952F-4FAF-8B24-085CA3CC82D2}" srcOrd="1" destOrd="0" presId="urn:microsoft.com/office/officeart/2005/8/layout/list1"/>
    <dgm:cxn modelId="{3FAC8E2A-DB9E-435B-B11F-9AE3239E0019}" type="presParOf" srcId="{0436811E-84B3-4CB1-8702-E3ADF8470193}" destId="{1E086524-2CF7-4414-821C-B39017E88F43}" srcOrd="2" destOrd="0" presId="urn:microsoft.com/office/officeart/2005/8/layout/list1"/>
    <dgm:cxn modelId="{8F5BA618-B1D3-411B-9A2B-9023ACCB974D}" type="presParOf" srcId="{0436811E-84B3-4CB1-8702-E3ADF8470193}" destId="{DB9EE320-9374-4F74-A688-A7AFEF81D1E6}" srcOrd="3" destOrd="0" presId="urn:microsoft.com/office/officeart/2005/8/layout/list1"/>
    <dgm:cxn modelId="{ACECAAA4-C24B-44CA-BCBF-3E1FDFB7318F}" type="presParOf" srcId="{0436811E-84B3-4CB1-8702-E3ADF8470193}" destId="{B17D111B-A338-4F7F-92FF-A23F1E403F14}" srcOrd="4" destOrd="0" presId="urn:microsoft.com/office/officeart/2005/8/layout/list1"/>
    <dgm:cxn modelId="{65339181-2769-4EE7-AB91-74595614BDD5}" type="presParOf" srcId="{B17D111B-A338-4F7F-92FF-A23F1E403F14}" destId="{BDA28E5C-5CD3-44F0-850D-11E0D63D079E}" srcOrd="0" destOrd="0" presId="urn:microsoft.com/office/officeart/2005/8/layout/list1"/>
    <dgm:cxn modelId="{B80C2A64-D4EA-4CCB-92C6-F5D87F72E057}" type="presParOf" srcId="{B17D111B-A338-4F7F-92FF-A23F1E403F14}" destId="{1820683D-AC13-406D-960B-12610E84A5F7}" srcOrd="1" destOrd="0" presId="urn:microsoft.com/office/officeart/2005/8/layout/list1"/>
    <dgm:cxn modelId="{CA405E14-435D-43EF-940A-E1D864D7F366}" type="presParOf" srcId="{0436811E-84B3-4CB1-8702-E3ADF8470193}" destId="{76D1BBEC-6BCC-4317-B33C-F11E5434EF5C}" srcOrd="5" destOrd="0" presId="urn:microsoft.com/office/officeart/2005/8/layout/list1"/>
    <dgm:cxn modelId="{BFC3BC54-C9CD-475B-8BC8-CE8A82EE634E}" type="presParOf" srcId="{0436811E-84B3-4CB1-8702-E3ADF8470193}" destId="{4A3AD054-6AAE-4EAC-8586-9E0BFDAC3B2A}" srcOrd="6" destOrd="0" presId="urn:microsoft.com/office/officeart/2005/8/layout/list1"/>
    <dgm:cxn modelId="{5FC50292-C958-4D9C-B1B4-211C3BA6F3BC}" type="presParOf" srcId="{0436811E-84B3-4CB1-8702-E3ADF8470193}" destId="{CC0A7812-4742-4A33-AD38-0CEC0D002CE7}" srcOrd="7" destOrd="0" presId="urn:microsoft.com/office/officeart/2005/8/layout/list1"/>
    <dgm:cxn modelId="{EE42707B-3C3C-4C36-A790-33FBCCC651DE}" type="presParOf" srcId="{0436811E-84B3-4CB1-8702-E3ADF8470193}" destId="{53C6C41E-BDF7-47FE-817E-5BFAEDEB57B6}" srcOrd="8" destOrd="0" presId="urn:microsoft.com/office/officeart/2005/8/layout/list1"/>
    <dgm:cxn modelId="{28783369-713C-4675-80D3-393F593D7327}" type="presParOf" srcId="{53C6C41E-BDF7-47FE-817E-5BFAEDEB57B6}" destId="{CF67B85C-CEF4-49DF-950C-1C208E3DBA80}" srcOrd="0" destOrd="0" presId="urn:microsoft.com/office/officeart/2005/8/layout/list1"/>
    <dgm:cxn modelId="{8AB06B55-0FE6-47B5-B9C9-CC4A88704198}" type="presParOf" srcId="{53C6C41E-BDF7-47FE-817E-5BFAEDEB57B6}" destId="{5005E0DC-4D6B-4EAD-924D-9D77E28CDC9C}" srcOrd="1" destOrd="0" presId="urn:microsoft.com/office/officeart/2005/8/layout/list1"/>
    <dgm:cxn modelId="{C9117FDC-1060-48FD-84C0-8A728394D8D8}" type="presParOf" srcId="{0436811E-84B3-4CB1-8702-E3ADF8470193}" destId="{DD3C564B-751C-4CE8-870B-A09375E5808C}" srcOrd="9" destOrd="0" presId="urn:microsoft.com/office/officeart/2005/8/layout/list1"/>
    <dgm:cxn modelId="{F20A537F-B2CD-4057-A9F7-13DAEBA35374}" type="presParOf" srcId="{0436811E-84B3-4CB1-8702-E3ADF8470193}" destId="{30D02358-169D-4E02-A132-5269E575B588}" srcOrd="10" destOrd="0" presId="urn:microsoft.com/office/officeart/2005/8/layout/list1"/>
    <dgm:cxn modelId="{82C3C5E5-46B5-4307-972E-3DA2F1372EFA}" type="presParOf" srcId="{0436811E-84B3-4CB1-8702-E3ADF8470193}" destId="{6A5B8A7A-CB48-45B3-965B-FD81CD3911E5}" srcOrd="11" destOrd="0" presId="urn:microsoft.com/office/officeart/2005/8/layout/list1"/>
    <dgm:cxn modelId="{0C6B979D-9044-41D6-9B25-E69CFEEB74CC}" type="presParOf" srcId="{0436811E-84B3-4CB1-8702-E3ADF8470193}" destId="{68985042-F05B-47B0-AF6B-704F7468BCD2}" srcOrd="12" destOrd="0" presId="urn:microsoft.com/office/officeart/2005/8/layout/list1"/>
    <dgm:cxn modelId="{6C662902-4710-411D-94C7-DA3B65EEF650}" type="presParOf" srcId="{68985042-F05B-47B0-AF6B-704F7468BCD2}" destId="{63CE01A8-357D-43CF-ADD1-113D9FD07868}" srcOrd="0" destOrd="0" presId="urn:microsoft.com/office/officeart/2005/8/layout/list1"/>
    <dgm:cxn modelId="{44EEA9B0-8815-4CE7-BFFB-9EF534D40D71}" type="presParOf" srcId="{68985042-F05B-47B0-AF6B-704F7468BCD2}" destId="{DBB25D2E-9B92-4BC1-AC4E-10AFA81E02C6}" srcOrd="1" destOrd="0" presId="urn:microsoft.com/office/officeart/2005/8/layout/list1"/>
    <dgm:cxn modelId="{F6A886B9-99F8-4F86-B805-4170BA48C0CB}" type="presParOf" srcId="{0436811E-84B3-4CB1-8702-E3ADF8470193}" destId="{DAE406A8-92CF-4702-B72C-14EE8E6A3571}" srcOrd="13" destOrd="0" presId="urn:microsoft.com/office/officeart/2005/8/layout/list1"/>
    <dgm:cxn modelId="{E75FD93D-FDB3-4D82-882A-FD0F5ED7E19A}" type="presParOf" srcId="{0436811E-84B3-4CB1-8702-E3ADF8470193}" destId="{C2808CF5-9095-4AC6-A6A8-383482DA1011}" srcOrd="14" destOrd="0" presId="urn:microsoft.com/office/officeart/2005/8/layout/list1"/>
    <dgm:cxn modelId="{8F4BBC21-195F-4E66-A0C5-21B03F2B1D0A}" type="presParOf" srcId="{0436811E-84B3-4CB1-8702-E3ADF8470193}" destId="{903E57CC-AA4D-4B0C-B0A1-FC7A9594EB0E}" srcOrd="15" destOrd="0" presId="urn:microsoft.com/office/officeart/2005/8/layout/list1"/>
    <dgm:cxn modelId="{8D9DE2F0-A33A-45AD-B782-413AADC40D5C}" type="presParOf" srcId="{0436811E-84B3-4CB1-8702-E3ADF8470193}" destId="{FF3BBCA7-5E35-424C-A42D-0235CEAC82C0}" srcOrd="16" destOrd="0" presId="urn:microsoft.com/office/officeart/2005/8/layout/list1"/>
    <dgm:cxn modelId="{6ED1C3E0-F01E-4336-A3FA-C7A686AA5F74}" type="presParOf" srcId="{FF3BBCA7-5E35-424C-A42D-0235CEAC82C0}" destId="{F910518B-E8D5-4454-A435-5ACD8F9B0EC0}" srcOrd="0" destOrd="0" presId="urn:microsoft.com/office/officeart/2005/8/layout/list1"/>
    <dgm:cxn modelId="{D60D3EC2-884A-4949-B812-7C0BF44C201D}" type="presParOf" srcId="{FF3BBCA7-5E35-424C-A42D-0235CEAC82C0}" destId="{71C4D3F3-5617-4D07-BFD8-2E337A8C5EA2}" srcOrd="1" destOrd="0" presId="urn:microsoft.com/office/officeart/2005/8/layout/list1"/>
    <dgm:cxn modelId="{6377BF47-70B5-4B7D-B2CA-F59855A02465}" type="presParOf" srcId="{0436811E-84B3-4CB1-8702-E3ADF8470193}" destId="{E54FC0DC-CED9-4769-9DCD-814374060A0D}" srcOrd="17" destOrd="0" presId="urn:microsoft.com/office/officeart/2005/8/layout/list1"/>
    <dgm:cxn modelId="{2E907F85-6E82-4599-8117-1F93CEDFB998}" type="presParOf" srcId="{0436811E-84B3-4CB1-8702-E3ADF8470193}" destId="{400ACAB9-8D7C-4E13-B920-C38341883D8E}" srcOrd="18" destOrd="0" presId="urn:microsoft.com/office/officeart/2005/8/layout/list1"/>
    <dgm:cxn modelId="{80E6E224-F60C-4899-A4F5-38E48DCE90E1}" type="presParOf" srcId="{0436811E-84B3-4CB1-8702-E3ADF8470193}" destId="{4918ADE5-ADC0-4773-9FEE-CBAD4FB622C2}" srcOrd="19" destOrd="0" presId="urn:microsoft.com/office/officeart/2005/8/layout/list1"/>
    <dgm:cxn modelId="{56B66E7B-783B-49DC-A436-74B112ED199B}" type="presParOf" srcId="{0436811E-84B3-4CB1-8702-E3ADF8470193}" destId="{1429C6EF-3B39-480A-AB3C-0525CEAB020A}" srcOrd="20" destOrd="0" presId="urn:microsoft.com/office/officeart/2005/8/layout/list1"/>
    <dgm:cxn modelId="{7580B1E1-1E25-49E4-8AC0-F75C3C001901}" type="presParOf" srcId="{1429C6EF-3B39-480A-AB3C-0525CEAB020A}" destId="{078BA18E-8066-471B-841E-8EB31FDD7E2B}" srcOrd="0" destOrd="0" presId="urn:microsoft.com/office/officeart/2005/8/layout/list1"/>
    <dgm:cxn modelId="{23BD2841-CD1C-46CD-B09D-B0C5CD6B23DD}" type="presParOf" srcId="{1429C6EF-3B39-480A-AB3C-0525CEAB020A}" destId="{FF96632C-3030-4A2B-A857-5264DA7F5978}" srcOrd="1" destOrd="0" presId="urn:microsoft.com/office/officeart/2005/8/layout/list1"/>
    <dgm:cxn modelId="{FF763A41-6607-4EB7-A914-9C6E49F7FE43}" type="presParOf" srcId="{0436811E-84B3-4CB1-8702-E3ADF8470193}" destId="{8BDF7B95-EF56-4A1F-9CD3-64BD2AA6774A}" srcOrd="21" destOrd="0" presId="urn:microsoft.com/office/officeart/2005/8/layout/list1"/>
    <dgm:cxn modelId="{594AAE27-EF50-4C08-8819-EF9275622247}" type="presParOf" srcId="{0436811E-84B3-4CB1-8702-E3ADF8470193}" destId="{4E7DED4B-1203-450A-86A1-9800B44CCCDB}" srcOrd="22" destOrd="0" presId="urn:microsoft.com/office/officeart/2005/8/layout/list1"/>
    <dgm:cxn modelId="{8A97FD26-1836-4575-9F6D-ADB711175C61}" type="presParOf" srcId="{0436811E-84B3-4CB1-8702-E3ADF8470193}" destId="{3AA99958-19E4-436F-AC44-F8176D064AEF}" srcOrd="23" destOrd="0" presId="urn:microsoft.com/office/officeart/2005/8/layout/list1"/>
    <dgm:cxn modelId="{53029A21-0051-4E6A-AF46-77299BE6C1C3}" type="presParOf" srcId="{0436811E-84B3-4CB1-8702-E3ADF8470193}" destId="{430E9703-3CBA-4A37-88A7-D86415A7077D}" srcOrd="24" destOrd="0" presId="urn:microsoft.com/office/officeart/2005/8/layout/list1"/>
    <dgm:cxn modelId="{8AAC661B-6062-42D6-82C4-19BFA2E501B3}" type="presParOf" srcId="{430E9703-3CBA-4A37-88A7-D86415A7077D}" destId="{500110D7-A7F6-49CB-B88F-CA5252CBE565}" srcOrd="0" destOrd="0" presId="urn:microsoft.com/office/officeart/2005/8/layout/list1"/>
    <dgm:cxn modelId="{398875B8-BE02-4492-92CE-A6AA6CC56183}" type="presParOf" srcId="{430E9703-3CBA-4A37-88A7-D86415A7077D}" destId="{5BB34ABB-FBE2-4F58-AC07-148947180F18}" srcOrd="1" destOrd="0" presId="urn:microsoft.com/office/officeart/2005/8/layout/list1"/>
    <dgm:cxn modelId="{AAE23003-548F-4349-B1ED-408F2A6AE9EE}" type="presParOf" srcId="{0436811E-84B3-4CB1-8702-E3ADF8470193}" destId="{14371477-D75A-4886-AAA4-8994913A5628}" srcOrd="25" destOrd="0" presId="urn:microsoft.com/office/officeart/2005/8/layout/list1"/>
    <dgm:cxn modelId="{720241FA-51FA-428D-B99D-3B991416B79A}" type="presParOf" srcId="{0436811E-84B3-4CB1-8702-E3ADF8470193}" destId="{CC323D43-583F-4E0F-9C1F-9C82E4E660B8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9F44DF-91F6-4F97-8C3E-49A1DBACA2BA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B315897-17EE-4A5B-BD4E-42C051E48174}">
      <dgm:prSet/>
      <dgm:spPr/>
      <dgm:t>
        <a:bodyPr/>
        <a:lstStyle/>
        <a:p>
          <a:r>
            <a:rPr lang="nb-NO"/>
            <a:t>Hvem sin nytte og hvem sin kostnad teller?</a:t>
          </a:r>
          <a:endParaRPr lang="en-US"/>
        </a:p>
      </dgm:t>
    </dgm:pt>
    <dgm:pt modelId="{5AA87CF9-839D-40CB-B751-89EEE22B160B}" type="parTrans" cxnId="{C5CEB03B-06BD-4954-8175-EBEEEDECA710}">
      <dgm:prSet/>
      <dgm:spPr/>
      <dgm:t>
        <a:bodyPr/>
        <a:lstStyle/>
        <a:p>
          <a:endParaRPr lang="en-US"/>
        </a:p>
      </dgm:t>
    </dgm:pt>
    <dgm:pt modelId="{18825959-7D7C-410B-BA4C-C87A32A51FAB}" type="sibTrans" cxnId="{C5CEB03B-06BD-4954-8175-EBEEEDECA710}">
      <dgm:prSet/>
      <dgm:spPr/>
      <dgm:t>
        <a:bodyPr/>
        <a:lstStyle/>
        <a:p>
          <a:endParaRPr lang="en-US"/>
        </a:p>
      </dgm:t>
    </dgm:pt>
    <dgm:pt modelId="{C6BC46F7-7816-49D8-A2E6-C512AFC9F87C}">
      <dgm:prSet/>
      <dgm:spPr/>
      <dgm:t>
        <a:bodyPr/>
        <a:lstStyle/>
        <a:p>
          <a:r>
            <a:rPr lang="nb-NO"/>
            <a:t>Staten, samfunnet, grupper eller individer?</a:t>
          </a:r>
          <a:endParaRPr lang="en-US"/>
        </a:p>
      </dgm:t>
    </dgm:pt>
    <dgm:pt modelId="{299DA001-DD10-467B-8BE8-164152200A47}" type="parTrans" cxnId="{2B936D28-F2BD-4239-A738-C52E8DF7B62B}">
      <dgm:prSet/>
      <dgm:spPr/>
      <dgm:t>
        <a:bodyPr/>
        <a:lstStyle/>
        <a:p>
          <a:endParaRPr lang="en-US"/>
        </a:p>
      </dgm:t>
    </dgm:pt>
    <dgm:pt modelId="{9D4A6C3A-6F2C-451E-AF2E-79F6B878B961}" type="sibTrans" cxnId="{2B936D28-F2BD-4239-A738-C52E8DF7B62B}">
      <dgm:prSet/>
      <dgm:spPr/>
      <dgm:t>
        <a:bodyPr/>
        <a:lstStyle/>
        <a:p>
          <a:endParaRPr lang="en-US"/>
        </a:p>
      </dgm:t>
    </dgm:pt>
    <dgm:pt modelId="{C248FF5C-5221-44EB-AD2E-50562390FCE5}">
      <dgm:prSet/>
      <dgm:spPr/>
      <dgm:t>
        <a:bodyPr/>
        <a:lstStyle/>
        <a:p>
          <a:r>
            <a:rPr lang="nb-NO"/>
            <a:t>Hva er nullalternativet?</a:t>
          </a:r>
          <a:endParaRPr lang="en-US"/>
        </a:p>
      </dgm:t>
    </dgm:pt>
    <dgm:pt modelId="{7421A9D2-988B-4EF3-AC1C-E23504D7407D}" type="parTrans" cxnId="{5B320E85-961F-4F2F-A9D4-431746D4DC41}">
      <dgm:prSet/>
      <dgm:spPr/>
      <dgm:t>
        <a:bodyPr/>
        <a:lstStyle/>
        <a:p>
          <a:endParaRPr lang="en-US"/>
        </a:p>
      </dgm:t>
    </dgm:pt>
    <dgm:pt modelId="{6720802D-3D2C-4847-921F-8E03F89F6928}" type="sibTrans" cxnId="{5B320E85-961F-4F2F-A9D4-431746D4DC41}">
      <dgm:prSet/>
      <dgm:spPr/>
      <dgm:t>
        <a:bodyPr/>
        <a:lstStyle/>
        <a:p>
          <a:endParaRPr lang="en-US"/>
        </a:p>
      </dgm:t>
    </dgm:pt>
    <dgm:pt modelId="{A840BBCC-DA91-4DE4-BDA8-D6168BD82DEC}">
      <dgm:prSet/>
      <dgm:spPr/>
      <dgm:t>
        <a:bodyPr/>
        <a:lstStyle/>
        <a:p>
          <a:r>
            <a:rPr lang="nb-NO"/>
            <a:t>Vanligvis situasjonen uten prosjektet</a:t>
          </a:r>
          <a:endParaRPr lang="en-US"/>
        </a:p>
      </dgm:t>
    </dgm:pt>
    <dgm:pt modelId="{066766BE-4863-4FA0-B4B0-E1488D36CB67}" type="parTrans" cxnId="{B2A8A568-416C-483C-869B-670C48CD3714}">
      <dgm:prSet/>
      <dgm:spPr/>
      <dgm:t>
        <a:bodyPr/>
        <a:lstStyle/>
        <a:p>
          <a:endParaRPr lang="en-US"/>
        </a:p>
      </dgm:t>
    </dgm:pt>
    <dgm:pt modelId="{EB7B5653-CF71-4498-980C-81A3E45F5FD9}" type="sibTrans" cxnId="{B2A8A568-416C-483C-869B-670C48CD3714}">
      <dgm:prSet/>
      <dgm:spPr/>
      <dgm:t>
        <a:bodyPr/>
        <a:lstStyle/>
        <a:p>
          <a:endParaRPr lang="en-US"/>
        </a:p>
      </dgm:t>
    </dgm:pt>
    <dgm:pt modelId="{1950292E-8197-4E9F-A591-012239B02418}">
      <dgm:prSet/>
      <dgm:spPr/>
      <dgm:t>
        <a:bodyPr/>
        <a:lstStyle/>
        <a:p>
          <a:r>
            <a:rPr lang="nb-NO"/>
            <a:t>Eller alternativt rimeligere prosjekt</a:t>
          </a:r>
          <a:endParaRPr lang="en-US"/>
        </a:p>
      </dgm:t>
    </dgm:pt>
    <dgm:pt modelId="{BC3646A6-987A-4006-A8F0-88C35180BFAC}" type="parTrans" cxnId="{CAC2E9CF-CA92-4E2A-8A75-DDC9B61F2F91}">
      <dgm:prSet/>
      <dgm:spPr/>
      <dgm:t>
        <a:bodyPr/>
        <a:lstStyle/>
        <a:p>
          <a:endParaRPr lang="en-US"/>
        </a:p>
      </dgm:t>
    </dgm:pt>
    <dgm:pt modelId="{B0C3569A-1B44-40B0-BD2B-29DDBDFD2964}" type="sibTrans" cxnId="{CAC2E9CF-CA92-4E2A-8A75-DDC9B61F2F91}">
      <dgm:prSet/>
      <dgm:spPr/>
      <dgm:t>
        <a:bodyPr/>
        <a:lstStyle/>
        <a:p>
          <a:endParaRPr lang="en-US"/>
        </a:p>
      </dgm:t>
    </dgm:pt>
    <dgm:pt modelId="{1F990F22-B085-47B2-8865-A13AD4292959}">
      <dgm:prSet/>
      <dgm:spPr/>
      <dgm:t>
        <a:bodyPr/>
        <a:lstStyle/>
        <a:p>
          <a:r>
            <a:rPr lang="nb-NO"/>
            <a:t>Hvem påvirkes?</a:t>
          </a:r>
          <a:endParaRPr lang="en-US"/>
        </a:p>
      </dgm:t>
    </dgm:pt>
    <dgm:pt modelId="{92ECFDBB-FE76-47A4-B9B6-53F4CBEAEAEE}" type="parTrans" cxnId="{871BDF1B-2E24-43ED-87A1-99DD793A7B36}">
      <dgm:prSet/>
      <dgm:spPr/>
      <dgm:t>
        <a:bodyPr/>
        <a:lstStyle/>
        <a:p>
          <a:endParaRPr lang="en-US"/>
        </a:p>
      </dgm:t>
    </dgm:pt>
    <dgm:pt modelId="{40A6608D-CCDD-4C26-BE54-47C40CAF22C5}" type="sibTrans" cxnId="{871BDF1B-2E24-43ED-87A1-99DD793A7B36}">
      <dgm:prSet/>
      <dgm:spPr/>
      <dgm:t>
        <a:bodyPr/>
        <a:lstStyle/>
        <a:p>
          <a:endParaRPr lang="en-US"/>
        </a:p>
      </dgm:t>
    </dgm:pt>
    <dgm:pt modelId="{96C2E1CE-E8DE-40B1-8BF7-FAE7F88F8DB0}">
      <dgm:prSet/>
      <dgm:spPr/>
      <dgm:t>
        <a:bodyPr/>
        <a:lstStyle/>
        <a:p>
          <a:r>
            <a:rPr lang="nb-NO"/>
            <a:t>Transportmarkedet, arbeidsmarkedet, produktmarkedet, eiendomsmarkedet, kapitalmarkedet.</a:t>
          </a:r>
          <a:endParaRPr lang="en-US"/>
        </a:p>
      </dgm:t>
    </dgm:pt>
    <dgm:pt modelId="{6610B0E8-00DF-45B4-83ED-473CD62BD3DB}" type="parTrans" cxnId="{6176BF98-1A23-418C-B8E1-26EEC314F070}">
      <dgm:prSet/>
      <dgm:spPr/>
      <dgm:t>
        <a:bodyPr/>
        <a:lstStyle/>
        <a:p>
          <a:endParaRPr lang="en-US"/>
        </a:p>
      </dgm:t>
    </dgm:pt>
    <dgm:pt modelId="{9508579F-E8ED-4E84-B007-DC3526B48830}" type="sibTrans" cxnId="{6176BF98-1A23-418C-B8E1-26EEC314F070}">
      <dgm:prSet/>
      <dgm:spPr/>
      <dgm:t>
        <a:bodyPr/>
        <a:lstStyle/>
        <a:p>
          <a:endParaRPr lang="en-US"/>
        </a:p>
      </dgm:t>
    </dgm:pt>
    <dgm:pt modelId="{29CC9B2A-E6EE-4889-BABD-EAE9C22B1F93}">
      <dgm:prSet/>
      <dgm:spPr/>
      <dgm:t>
        <a:bodyPr/>
        <a:lstStyle/>
        <a:p>
          <a:r>
            <a:rPr lang="nb-NO"/>
            <a:t>Hvordan verdsette?</a:t>
          </a:r>
          <a:endParaRPr lang="en-US"/>
        </a:p>
      </dgm:t>
    </dgm:pt>
    <dgm:pt modelId="{B392864C-04F3-4910-A493-556A739CD2FA}" type="parTrans" cxnId="{B03409B2-195F-4634-BB86-322133A06663}">
      <dgm:prSet/>
      <dgm:spPr/>
      <dgm:t>
        <a:bodyPr/>
        <a:lstStyle/>
        <a:p>
          <a:endParaRPr lang="en-US"/>
        </a:p>
      </dgm:t>
    </dgm:pt>
    <dgm:pt modelId="{0058BAE7-1FA1-4F7A-8E84-BA600EB5EAAB}" type="sibTrans" cxnId="{B03409B2-195F-4634-BB86-322133A06663}">
      <dgm:prSet/>
      <dgm:spPr/>
      <dgm:t>
        <a:bodyPr/>
        <a:lstStyle/>
        <a:p>
          <a:endParaRPr lang="en-US"/>
        </a:p>
      </dgm:t>
    </dgm:pt>
    <dgm:pt modelId="{B62F0BC6-84CF-4BED-B437-4A9CF9D59C24}">
      <dgm:prSet/>
      <dgm:spPr/>
      <dgm:t>
        <a:bodyPr/>
        <a:lstStyle/>
        <a:p>
          <a:r>
            <a:rPr lang="nb-NO" dirty="0"/>
            <a:t>Miljø, kulturarv, sikkerhet?</a:t>
          </a:r>
          <a:endParaRPr lang="en-US" dirty="0"/>
        </a:p>
      </dgm:t>
    </dgm:pt>
    <dgm:pt modelId="{8DA4F911-E083-4CC0-93D6-9ACDEB9BCB58}" type="parTrans" cxnId="{3887AA12-97AE-4D4E-B3D4-4C4C0FCFFC78}">
      <dgm:prSet/>
      <dgm:spPr/>
      <dgm:t>
        <a:bodyPr/>
        <a:lstStyle/>
        <a:p>
          <a:endParaRPr lang="en-US"/>
        </a:p>
      </dgm:t>
    </dgm:pt>
    <dgm:pt modelId="{D82CC827-48D5-4E0B-AF80-BE3D307CE954}" type="sibTrans" cxnId="{3887AA12-97AE-4D4E-B3D4-4C4C0FCFFC78}">
      <dgm:prSet/>
      <dgm:spPr/>
      <dgm:t>
        <a:bodyPr/>
        <a:lstStyle/>
        <a:p>
          <a:endParaRPr lang="en-US"/>
        </a:p>
      </dgm:t>
    </dgm:pt>
    <dgm:pt modelId="{C1082BA7-E595-4301-BB08-74C083781870}" type="pres">
      <dgm:prSet presAssocID="{269F44DF-91F6-4F97-8C3E-49A1DBACA2BA}" presName="Name0" presStyleCnt="0">
        <dgm:presLayoutVars>
          <dgm:dir/>
          <dgm:animLvl val="lvl"/>
          <dgm:resizeHandles val="exact"/>
        </dgm:presLayoutVars>
      </dgm:prSet>
      <dgm:spPr/>
    </dgm:pt>
    <dgm:pt modelId="{7BFF7759-5155-4978-9DEB-5C76C0404EC4}" type="pres">
      <dgm:prSet presAssocID="{AB315897-17EE-4A5B-BD4E-42C051E48174}" presName="composite" presStyleCnt="0"/>
      <dgm:spPr/>
    </dgm:pt>
    <dgm:pt modelId="{66E81612-D7C0-4D8C-9271-7D4E1EC16F42}" type="pres">
      <dgm:prSet presAssocID="{AB315897-17EE-4A5B-BD4E-42C051E4817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7E793153-C848-4006-96F8-51E9DCEDF3C5}" type="pres">
      <dgm:prSet presAssocID="{AB315897-17EE-4A5B-BD4E-42C051E48174}" presName="desTx" presStyleLbl="alignAccFollowNode1" presStyleIdx="0" presStyleCnt="4">
        <dgm:presLayoutVars>
          <dgm:bulletEnabled val="1"/>
        </dgm:presLayoutVars>
      </dgm:prSet>
      <dgm:spPr/>
    </dgm:pt>
    <dgm:pt modelId="{E434D08A-5F43-45EE-8533-800DE6AB1CEE}" type="pres">
      <dgm:prSet presAssocID="{18825959-7D7C-410B-BA4C-C87A32A51FAB}" presName="space" presStyleCnt="0"/>
      <dgm:spPr/>
    </dgm:pt>
    <dgm:pt modelId="{E1C3A26D-56B8-46E6-8EF8-5F610CD3BBB3}" type="pres">
      <dgm:prSet presAssocID="{C248FF5C-5221-44EB-AD2E-50562390FCE5}" presName="composite" presStyleCnt="0"/>
      <dgm:spPr/>
    </dgm:pt>
    <dgm:pt modelId="{0C1167DA-AE78-467B-9EF7-5F3C8E9A14E6}" type="pres">
      <dgm:prSet presAssocID="{C248FF5C-5221-44EB-AD2E-50562390FCE5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9921C017-0921-4DFD-8B2A-4716022F9DC0}" type="pres">
      <dgm:prSet presAssocID="{C248FF5C-5221-44EB-AD2E-50562390FCE5}" presName="desTx" presStyleLbl="alignAccFollowNode1" presStyleIdx="1" presStyleCnt="4">
        <dgm:presLayoutVars>
          <dgm:bulletEnabled val="1"/>
        </dgm:presLayoutVars>
      </dgm:prSet>
      <dgm:spPr/>
    </dgm:pt>
    <dgm:pt modelId="{20D5E054-4831-41D9-9FE9-371011F1F868}" type="pres">
      <dgm:prSet presAssocID="{6720802D-3D2C-4847-921F-8E03F89F6928}" presName="space" presStyleCnt="0"/>
      <dgm:spPr/>
    </dgm:pt>
    <dgm:pt modelId="{490194FD-2ED3-4BEC-A7B1-AA3C4C86944B}" type="pres">
      <dgm:prSet presAssocID="{1F990F22-B085-47B2-8865-A13AD4292959}" presName="composite" presStyleCnt="0"/>
      <dgm:spPr/>
    </dgm:pt>
    <dgm:pt modelId="{E329AB6D-D603-4806-9E41-B3077069D0AB}" type="pres">
      <dgm:prSet presAssocID="{1F990F22-B085-47B2-8865-A13AD4292959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53A64FE-765F-413F-844A-514C5AB16061}" type="pres">
      <dgm:prSet presAssocID="{1F990F22-B085-47B2-8865-A13AD4292959}" presName="desTx" presStyleLbl="alignAccFollowNode1" presStyleIdx="2" presStyleCnt="4">
        <dgm:presLayoutVars>
          <dgm:bulletEnabled val="1"/>
        </dgm:presLayoutVars>
      </dgm:prSet>
      <dgm:spPr/>
    </dgm:pt>
    <dgm:pt modelId="{1A73C3E8-932A-400C-BC9D-C96AE19274A2}" type="pres">
      <dgm:prSet presAssocID="{40A6608D-CCDD-4C26-BE54-47C40CAF22C5}" presName="space" presStyleCnt="0"/>
      <dgm:spPr/>
    </dgm:pt>
    <dgm:pt modelId="{440E8B7F-0387-486B-ABE0-646411D48A99}" type="pres">
      <dgm:prSet presAssocID="{29CC9B2A-E6EE-4889-BABD-EAE9C22B1F93}" presName="composite" presStyleCnt="0"/>
      <dgm:spPr/>
    </dgm:pt>
    <dgm:pt modelId="{B65B83E5-C8B5-471F-94D7-0ACE7942A851}" type="pres">
      <dgm:prSet presAssocID="{29CC9B2A-E6EE-4889-BABD-EAE9C22B1F9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423A79A-121C-42FA-BC48-F3FE48F0105F}" type="pres">
      <dgm:prSet presAssocID="{29CC9B2A-E6EE-4889-BABD-EAE9C22B1F93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F54CE50C-E59B-409E-8E1C-FDE9C5DD92FA}" type="presOf" srcId="{29CC9B2A-E6EE-4889-BABD-EAE9C22B1F93}" destId="{B65B83E5-C8B5-471F-94D7-0ACE7942A851}" srcOrd="0" destOrd="0" presId="urn:microsoft.com/office/officeart/2005/8/layout/hList1"/>
    <dgm:cxn modelId="{3887AA12-97AE-4D4E-B3D4-4C4C0FCFFC78}" srcId="{29CC9B2A-E6EE-4889-BABD-EAE9C22B1F93}" destId="{B62F0BC6-84CF-4BED-B437-4A9CF9D59C24}" srcOrd="0" destOrd="0" parTransId="{8DA4F911-E083-4CC0-93D6-9ACDEB9BCB58}" sibTransId="{D82CC827-48D5-4E0B-AF80-BE3D307CE954}"/>
    <dgm:cxn modelId="{871BDF1B-2E24-43ED-87A1-99DD793A7B36}" srcId="{269F44DF-91F6-4F97-8C3E-49A1DBACA2BA}" destId="{1F990F22-B085-47B2-8865-A13AD4292959}" srcOrd="2" destOrd="0" parTransId="{92ECFDBB-FE76-47A4-B9B6-53F4CBEAEAEE}" sibTransId="{40A6608D-CCDD-4C26-BE54-47C40CAF22C5}"/>
    <dgm:cxn modelId="{5F4F1327-D82D-445D-AF0F-E6D88BB41CBB}" type="presOf" srcId="{B62F0BC6-84CF-4BED-B437-4A9CF9D59C24}" destId="{2423A79A-121C-42FA-BC48-F3FE48F0105F}" srcOrd="0" destOrd="0" presId="urn:microsoft.com/office/officeart/2005/8/layout/hList1"/>
    <dgm:cxn modelId="{2B936D28-F2BD-4239-A738-C52E8DF7B62B}" srcId="{AB315897-17EE-4A5B-BD4E-42C051E48174}" destId="{C6BC46F7-7816-49D8-A2E6-C512AFC9F87C}" srcOrd="0" destOrd="0" parTransId="{299DA001-DD10-467B-8BE8-164152200A47}" sibTransId="{9D4A6C3A-6F2C-451E-AF2E-79F6B878B961}"/>
    <dgm:cxn modelId="{60FC8632-8A68-4573-B427-2BA664798658}" type="presOf" srcId="{A840BBCC-DA91-4DE4-BDA8-D6168BD82DEC}" destId="{9921C017-0921-4DFD-8B2A-4716022F9DC0}" srcOrd="0" destOrd="0" presId="urn:microsoft.com/office/officeart/2005/8/layout/hList1"/>
    <dgm:cxn modelId="{C5CEB03B-06BD-4954-8175-EBEEEDECA710}" srcId="{269F44DF-91F6-4F97-8C3E-49A1DBACA2BA}" destId="{AB315897-17EE-4A5B-BD4E-42C051E48174}" srcOrd="0" destOrd="0" parTransId="{5AA87CF9-839D-40CB-B751-89EEE22B160B}" sibTransId="{18825959-7D7C-410B-BA4C-C87A32A51FAB}"/>
    <dgm:cxn modelId="{ED881744-7A9F-4384-BD85-4AD66D65CAEC}" type="presOf" srcId="{96C2E1CE-E8DE-40B1-8BF7-FAE7F88F8DB0}" destId="{C53A64FE-765F-413F-844A-514C5AB16061}" srcOrd="0" destOrd="0" presId="urn:microsoft.com/office/officeart/2005/8/layout/hList1"/>
    <dgm:cxn modelId="{B2A8A568-416C-483C-869B-670C48CD3714}" srcId="{C248FF5C-5221-44EB-AD2E-50562390FCE5}" destId="{A840BBCC-DA91-4DE4-BDA8-D6168BD82DEC}" srcOrd="0" destOrd="0" parTransId="{066766BE-4863-4FA0-B4B0-E1488D36CB67}" sibTransId="{EB7B5653-CF71-4498-980C-81A3E45F5FD9}"/>
    <dgm:cxn modelId="{0FCFED7D-9399-4C97-94B4-F736087EE0B4}" type="presOf" srcId="{1950292E-8197-4E9F-A591-012239B02418}" destId="{9921C017-0921-4DFD-8B2A-4716022F9DC0}" srcOrd="0" destOrd="1" presId="urn:microsoft.com/office/officeart/2005/8/layout/hList1"/>
    <dgm:cxn modelId="{F8B00F80-7210-42F0-9F2B-C7617BC80C70}" type="presOf" srcId="{C248FF5C-5221-44EB-AD2E-50562390FCE5}" destId="{0C1167DA-AE78-467B-9EF7-5F3C8E9A14E6}" srcOrd="0" destOrd="0" presId="urn:microsoft.com/office/officeart/2005/8/layout/hList1"/>
    <dgm:cxn modelId="{5B320E85-961F-4F2F-A9D4-431746D4DC41}" srcId="{269F44DF-91F6-4F97-8C3E-49A1DBACA2BA}" destId="{C248FF5C-5221-44EB-AD2E-50562390FCE5}" srcOrd="1" destOrd="0" parTransId="{7421A9D2-988B-4EF3-AC1C-E23504D7407D}" sibTransId="{6720802D-3D2C-4847-921F-8E03F89F6928}"/>
    <dgm:cxn modelId="{23B1B887-CB4D-4CED-B97F-13C0BAD7FC58}" type="presOf" srcId="{1F990F22-B085-47B2-8865-A13AD4292959}" destId="{E329AB6D-D603-4806-9E41-B3077069D0AB}" srcOrd="0" destOrd="0" presId="urn:microsoft.com/office/officeart/2005/8/layout/hList1"/>
    <dgm:cxn modelId="{47F84092-B63A-47C0-B999-91C421FFA81D}" type="presOf" srcId="{269F44DF-91F6-4F97-8C3E-49A1DBACA2BA}" destId="{C1082BA7-E595-4301-BB08-74C083781870}" srcOrd="0" destOrd="0" presId="urn:microsoft.com/office/officeart/2005/8/layout/hList1"/>
    <dgm:cxn modelId="{6176BF98-1A23-418C-B8E1-26EEC314F070}" srcId="{1F990F22-B085-47B2-8865-A13AD4292959}" destId="{96C2E1CE-E8DE-40B1-8BF7-FAE7F88F8DB0}" srcOrd="0" destOrd="0" parTransId="{6610B0E8-00DF-45B4-83ED-473CD62BD3DB}" sibTransId="{9508579F-E8ED-4E84-B007-DC3526B48830}"/>
    <dgm:cxn modelId="{20A29E99-798E-4053-93A9-B0A5C40C7EB8}" type="presOf" srcId="{C6BC46F7-7816-49D8-A2E6-C512AFC9F87C}" destId="{7E793153-C848-4006-96F8-51E9DCEDF3C5}" srcOrd="0" destOrd="0" presId="urn:microsoft.com/office/officeart/2005/8/layout/hList1"/>
    <dgm:cxn modelId="{B03409B2-195F-4634-BB86-322133A06663}" srcId="{269F44DF-91F6-4F97-8C3E-49A1DBACA2BA}" destId="{29CC9B2A-E6EE-4889-BABD-EAE9C22B1F93}" srcOrd="3" destOrd="0" parTransId="{B392864C-04F3-4910-A493-556A739CD2FA}" sibTransId="{0058BAE7-1FA1-4F7A-8E84-BA600EB5EAAB}"/>
    <dgm:cxn modelId="{CAC2E9CF-CA92-4E2A-8A75-DDC9B61F2F91}" srcId="{C248FF5C-5221-44EB-AD2E-50562390FCE5}" destId="{1950292E-8197-4E9F-A591-012239B02418}" srcOrd="1" destOrd="0" parTransId="{BC3646A6-987A-4006-A8F0-88C35180BFAC}" sibTransId="{B0C3569A-1B44-40B0-BD2B-29DDBDFD2964}"/>
    <dgm:cxn modelId="{FEB2EEE8-231D-4616-92AF-53582A4347E1}" type="presOf" srcId="{AB315897-17EE-4A5B-BD4E-42C051E48174}" destId="{66E81612-D7C0-4D8C-9271-7D4E1EC16F42}" srcOrd="0" destOrd="0" presId="urn:microsoft.com/office/officeart/2005/8/layout/hList1"/>
    <dgm:cxn modelId="{91C240E6-88ED-4C01-A6E7-59D529620ECF}" type="presParOf" srcId="{C1082BA7-E595-4301-BB08-74C083781870}" destId="{7BFF7759-5155-4978-9DEB-5C76C0404EC4}" srcOrd="0" destOrd="0" presId="urn:microsoft.com/office/officeart/2005/8/layout/hList1"/>
    <dgm:cxn modelId="{845B6B13-1601-46C7-8819-55C4DC096DC0}" type="presParOf" srcId="{7BFF7759-5155-4978-9DEB-5C76C0404EC4}" destId="{66E81612-D7C0-4D8C-9271-7D4E1EC16F42}" srcOrd="0" destOrd="0" presId="urn:microsoft.com/office/officeart/2005/8/layout/hList1"/>
    <dgm:cxn modelId="{CEF7DD83-670B-4D6F-B12F-680FFF871AE6}" type="presParOf" srcId="{7BFF7759-5155-4978-9DEB-5C76C0404EC4}" destId="{7E793153-C848-4006-96F8-51E9DCEDF3C5}" srcOrd="1" destOrd="0" presId="urn:microsoft.com/office/officeart/2005/8/layout/hList1"/>
    <dgm:cxn modelId="{E05B4C17-BBBA-4BC7-B8C1-934CAC7C338B}" type="presParOf" srcId="{C1082BA7-E595-4301-BB08-74C083781870}" destId="{E434D08A-5F43-45EE-8533-800DE6AB1CEE}" srcOrd="1" destOrd="0" presId="urn:microsoft.com/office/officeart/2005/8/layout/hList1"/>
    <dgm:cxn modelId="{BAC3FA14-EC0A-4E6F-A4A4-D8E511BD2D7C}" type="presParOf" srcId="{C1082BA7-E595-4301-BB08-74C083781870}" destId="{E1C3A26D-56B8-46E6-8EF8-5F610CD3BBB3}" srcOrd="2" destOrd="0" presId="urn:microsoft.com/office/officeart/2005/8/layout/hList1"/>
    <dgm:cxn modelId="{37886EAB-0751-4883-9C33-B0B6AE26BEED}" type="presParOf" srcId="{E1C3A26D-56B8-46E6-8EF8-5F610CD3BBB3}" destId="{0C1167DA-AE78-467B-9EF7-5F3C8E9A14E6}" srcOrd="0" destOrd="0" presId="urn:microsoft.com/office/officeart/2005/8/layout/hList1"/>
    <dgm:cxn modelId="{96E40FE6-CF11-4782-ADEA-B705E06AE9F8}" type="presParOf" srcId="{E1C3A26D-56B8-46E6-8EF8-5F610CD3BBB3}" destId="{9921C017-0921-4DFD-8B2A-4716022F9DC0}" srcOrd="1" destOrd="0" presId="urn:microsoft.com/office/officeart/2005/8/layout/hList1"/>
    <dgm:cxn modelId="{3740D6F8-8C9D-4EE7-BB42-EA843E915D9A}" type="presParOf" srcId="{C1082BA7-E595-4301-BB08-74C083781870}" destId="{20D5E054-4831-41D9-9FE9-371011F1F868}" srcOrd="3" destOrd="0" presId="urn:microsoft.com/office/officeart/2005/8/layout/hList1"/>
    <dgm:cxn modelId="{5539E05C-CDE7-4AC6-97F2-0B4138C191D9}" type="presParOf" srcId="{C1082BA7-E595-4301-BB08-74C083781870}" destId="{490194FD-2ED3-4BEC-A7B1-AA3C4C86944B}" srcOrd="4" destOrd="0" presId="urn:microsoft.com/office/officeart/2005/8/layout/hList1"/>
    <dgm:cxn modelId="{EB8024D6-30AA-4786-BEC7-1B5387DDBC5B}" type="presParOf" srcId="{490194FD-2ED3-4BEC-A7B1-AA3C4C86944B}" destId="{E329AB6D-D603-4806-9E41-B3077069D0AB}" srcOrd="0" destOrd="0" presId="urn:microsoft.com/office/officeart/2005/8/layout/hList1"/>
    <dgm:cxn modelId="{DD4417F2-3173-4029-8A76-DA5644122639}" type="presParOf" srcId="{490194FD-2ED3-4BEC-A7B1-AA3C4C86944B}" destId="{C53A64FE-765F-413F-844A-514C5AB16061}" srcOrd="1" destOrd="0" presId="urn:microsoft.com/office/officeart/2005/8/layout/hList1"/>
    <dgm:cxn modelId="{97571727-C9DD-48C4-812F-543C5D4C4402}" type="presParOf" srcId="{C1082BA7-E595-4301-BB08-74C083781870}" destId="{1A73C3E8-932A-400C-BC9D-C96AE19274A2}" srcOrd="5" destOrd="0" presId="urn:microsoft.com/office/officeart/2005/8/layout/hList1"/>
    <dgm:cxn modelId="{2B38EB57-EED1-4D21-BEF6-0F4526E2C5A3}" type="presParOf" srcId="{C1082BA7-E595-4301-BB08-74C083781870}" destId="{440E8B7F-0387-486B-ABE0-646411D48A99}" srcOrd="6" destOrd="0" presId="urn:microsoft.com/office/officeart/2005/8/layout/hList1"/>
    <dgm:cxn modelId="{4720ABCA-C4E1-4543-836B-B08683EFFFC9}" type="presParOf" srcId="{440E8B7F-0387-486B-ABE0-646411D48A99}" destId="{B65B83E5-C8B5-471F-94D7-0ACE7942A851}" srcOrd="0" destOrd="0" presId="urn:microsoft.com/office/officeart/2005/8/layout/hList1"/>
    <dgm:cxn modelId="{B8E57D23-A7C4-4429-A92F-CC0002DE3C9A}" type="presParOf" srcId="{440E8B7F-0387-486B-ABE0-646411D48A99}" destId="{2423A79A-121C-42FA-BC48-F3FE48F0105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FB3341F-621B-4847-BB57-3B54546B18E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5A453A-B6EC-42E2-A4BF-3C4BDB3565E1}">
      <dgm:prSet/>
      <dgm:spPr/>
      <dgm:t>
        <a:bodyPr/>
        <a:lstStyle/>
        <a:p>
          <a:r>
            <a:rPr lang="nb-NO"/>
            <a:t>Beskriv problemet og formuler mål</a:t>
          </a:r>
          <a:endParaRPr lang="en-US"/>
        </a:p>
      </dgm:t>
    </dgm:pt>
    <dgm:pt modelId="{07E467F1-97C3-4FE3-8AB0-3D2500D71905}" type="parTrans" cxnId="{A0B3FFA8-A3E7-4178-8113-A78D2374C32B}">
      <dgm:prSet/>
      <dgm:spPr/>
      <dgm:t>
        <a:bodyPr/>
        <a:lstStyle/>
        <a:p>
          <a:endParaRPr lang="en-US"/>
        </a:p>
      </dgm:t>
    </dgm:pt>
    <dgm:pt modelId="{E19B3F80-9A05-40C3-8139-5E5BD4117359}" type="sibTrans" cxnId="{A0B3FFA8-A3E7-4178-8113-A78D2374C32B}">
      <dgm:prSet/>
      <dgm:spPr/>
      <dgm:t>
        <a:bodyPr/>
        <a:lstStyle/>
        <a:p>
          <a:endParaRPr lang="en-US"/>
        </a:p>
      </dgm:t>
    </dgm:pt>
    <dgm:pt modelId="{57D6C4F2-38C6-43B6-8540-F54FED6D9398}">
      <dgm:prSet/>
      <dgm:spPr/>
      <dgm:t>
        <a:bodyPr/>
        <a:lstStyle/>
        <a:p>
          <a:r>
            <a:rPr lang="nb-NO"/>
            <a:t>Identifiser og beskriv relevante tiltak</a:t>
          </a:r>
          <a:endParaRPr lang="en-US"/>
        </a:p>
      </dgm:t>
    </dgm:pt>
    <dgm:pt modelId="{9ABB666B-5B29-4DA5-969A-DE04B5218779}" type="parTrans" cxnId="{CC5A85C4-5C0C-4EE8-914B-7DD1EDC4CC5D}">
      <dgm:prSet/>
      <dgm:spPr/>
      <dgm:t>
        <a:bodyPr/>
        <a:lstStyle/>
        <a:p>
          <a:endParaRPr lang="en-US"/>
        </a:p>
      </dgm:t>
    </dgm:pt>
    <dgm:pt modelId="{22F2F9EB-B202-42B1-8266-C357B7EC394C}" type="sibTrans" cxnId="{CC5A85C4-5C0C-4EE8-914B-7DD1EDC4CC5D}">
      <dgm:prSet/>
      <dgm:spPr/>
      <dgm:t>
        <a:bodyPr/>
        <a:lstStyle/>
        <a:p>
          <a:endParaRPr lang="en-US"/>
        </a:p>
      </dgm:t>
    </dgm:pt>
    <dgm:pt modelId="{D27F980F-DD39-4264-B287-3BAF035AC2D5}">
      <dgm:prSet/>
      <dgm:spPr/>
      <dgm:t>
        <a:bodyPr/>
        <a:lstStyle/>
        <a:p>
          <a:r>
            <a:rPr lang="nb-NO"/>
            <a:t>Identifiser og beskrive virkningene</a:t>
          </a:r>
          <a:endParaRPr lang="en-US"/>
        </a:p>
      </dgm:t>
    </dgm:pt>
    <dgm:pt modelId="{334DE1CF-9A19-4958-8938-E442DD189C2E}" type="parTrans" cxnId="{10C97366-15B8-46C1-95B9-85AD26CFF6A1}">
      <dgm:prSet/>
      <dgm:spPr/>
      <dgm:t>
        <a:bodyPr/>
        <a:lstStyle/>
        <a:p>
          <a:endParaRPr lang="en-US"/>
        </a:p>
      </dgm:t>
    </dgm:pt>
    <dgm:pt modelId="{002F7BA0-5170-4E41-AD2D-4E28452F8819}" type="sibTrans" cxnId="{10C97366-15B8-46C1-95B9-85AD26CFF6A1}">
      <dgm:prSet/>
      <dgm:spPr/>
      <dgm:t>
        <a:bodyPr/>
        <a:lstStyle/>
        <a:p>
          <a:endParaRPr lang="en-US"/>
        </a:p>
      </dgm:t>
    </dgm:pt>
    <dgm:pt modelId="{0137AC21-24E3-465A-BE83-68AF719798E1}">
      <dgm:prSet/>
      <dgm:spPr/>
      <dgm:t>
        <a:bodyPr/>
        <a:lstStyle/>
        <a:p>
          <a:r>
            <a:rPr lang="nb-NO"/>
            <a:t>Tallfest, verdsett og vurder virkninger</a:t>
          </a:r>
          <a:endParaRPr lang="en-US"/>
        </a:p>
      </dgm:t>
    </dgm:pt>
    <dgm:pt modelId="{552C6711-1F5B-424A-9D70-D535E8E1596D}" type="parTrans" cxnId="{E7AF4235-C1CB-4D9F-BC04-40A409454341}">
      <dgm:prSet/>
      <dgm:spPr/>
      <dgm:t>
        <a:bodyPr/>
        <a:lstStyle/>
        <a:p>
          <a:endParaRPr lang="en-US"/>
        </a:p>
      </dgm:t>
    </dgm:pt>
    <dgm:pt modelId="{32AF3A77-9CC3-4976-BEDE-7596A35F85CC}" type="sibTrans" cxnId="{E7AF4235-C1CB-4D9F-BC04-40A409454341}">
      <dgm:prSet/>
      <dgm:spPr/>
      <dgm:t>
        <a:bodyPr/>
        <a:lstStyle/>
        <a:p>
          <a:endParaRPr lang="en-US"/>
        </a:p>
      </dgm:t>
    </dgm:pt>
    <dgm:pt modelId="{FAEB92EF-C2B4-402E-86CD-E978675B9E23}">
      <dgm:prSet/>
      <dgm:spPr/>
      <dgm:t>
        <a:bodyPr/>
        <a:lstStyle/>
        <a:p>
          <a:r>
            <a:rPr lang="nb-NO"/>
            <a:t>Vurder samfunnsøkonomisk lønnsomhet</a:t>
          </a:r>
          <a:endParaRPr lang="en-US"/>
        </a:p>
      </dgm:t>
    </dgm:pt>
    <dgm:pt modelId="{AA64C9F4-F696-458D-94C4-9D5A6DB559CF}" type="parTrans" cxnId="{53103F41-C4E1-4404-9868-DECFF9888115}">
      <dgm:prSet/>
      <dgm:spPr/>
      <dgm:t>
        <a:bodyPr/>
        <a:lstStyle/>
        <a:p>
          <a:endParaRPr lang="en-US"/>
        </a:p>
      </dgm:t>
    </dgm:pt>
    <dgm:pt modelId="{D83DCAD2-AE79-4B31-A498-26CF9DB8CA34}" type="sibTrans" cxnId="{53103F41-C4E1-4404-9868-DECFF9888115}">
      <dgm:prSet/>
      <dgm:spPr/>
      <dgm:t>
        <a:bodyPr/>
        <a:lstStyle/>
        <a:p>
          <a:endParaRPr lang="en-US"/>
        </a:p>
      </dgm:t>
    </dgm:pt>
    <dgm:pt modelId="{03172972-4E9D-404C-8B70-9FA4D6405A71}">
      <dgm:prSet/>
      <dgm:spPr/>
      <dgm:t>
        <a:bodyPr/>
        <a:lstStyle/>
        <a:p>
          <a:r>
            <a:rPr lang="nb-NO" dirty="0"/>
            <a:t>Gjennomfør usikkerhetsanalyse</a:t>
          </a:r>
          <a:endParaRPr lang="en-US" dirty="0"/>
        </a:p>
      </dgm:t>
    </dgm:pt>
    <dgm:pt modelId="{51307FB6-2484-4CAC-ABA7-5057D05F3A36}" type="parTrans" cxnId="{6611295C-AFE7-4441-928D-74F850FA26AC}">
      <dgm:prSet/>
      <dgm:spPr/>
      <dgm:t>
        <a:bodyPr/>
        <a:lstStyle/>
        <a:p>
          <a:endParaRPr lang="en-US"/>
        </a:p>
      </dgm:t>
    </dgm:pt>
    <dgm:pt modelId="{ECBF11E2-1E75-48C9-ABE1-E87A9656C7C0}" type="sibTrans" cxnId="{6611295C-AFE7-4441-928D-74F850FA26AC}">
      <dgm:prSet/>
      <dgm:spPr/>
      <dgm:t>
        <a:bodyPr/>
        <a:lstStyle/>
        <a:p>
          <a:endParaRPr lang="en-US"/>
        </a:p>
      </dgm:t>
    </dgm:pt>
    <dgm:pt modelId="{B28A6244-192B-4EB1-917F-CA2B9AF91558}">
      <dgm:prSet/>
      <dgm:spPr/>
      <dgm:t>
        <a:bodyPr/>
        <a:lstStyle/>
        <a:p>
          <a:r>
            <a:rPr lang="nb-NO"/>
            <a:t>Beskrive fordelingsvirkninger</a:t>
          </a:r>
          <a:endParaRPr lang="en-US" dirty="0"/>
        </a:p>
      </dgm:t>
    </dgm:pt>
    <dgm:pt modelId="{C18171DC-1BC9-4F9D-A9DA-69D6CFF5B87E}" type="parTrans" cxnId="{3A32177F-3001-4FFE-9840-A9386DC063CD}">
      <dgm:prSet/>
      <dgm:spPr/>
      <dgm:t>
        <a:bodyPr/>
        <a:lstStyle/>
        <a:p>
          <a:endParaRPr lang="nb-NO"/>
        </a:p>
      </dgm:t>
    </dgm:pt>
    <dgm:pt modelId="{7E746EE8-EB1A-4C55-90DD-B2BC11EE5B6C}" type="sibTrans" cxnId="{3A32177F-3001-4FFE-9840-A9386DC063CD}">
      <dgm:prSet/>
      <dgm:spPr/>
      <dgm:t>
        <a:bodyPr/>
        <a:lstStyle/>
        <a:p>
          <a:endParaRPr lang="nb-NO"/>
        </a:p>
      </dgm:t>
    </dgm:pt>
    <dgm:pt modelId="{6E6E4698-E061-4D04-AA8E-5388A9D50557}">
      <dgm:prSet/>
      <dgm:spPr/>
      <dgm:t>
        <a:bodyPr/>
        <a:lstStyle/>
        <a:p>
          <a:r>
            <a:rPr lang="nb-NO"/>
            <a:t>Gi en samlet vurdering og anbefal tiltak</a:t>
          </a:r>
          <a:endParaRPr lang="nb-NO" dirty="0"/>
        </a:p>
      </dgm:t>
    </dgm:pt>
    <dgm:pt modelId="{6EB603D7-4BDB-4FF3-9A17-15D6690ADD7F}" type="parTrans" cxnId="{E298A3CA-A611-41A6-B4B4-831F9D0D4506}">
      <dgm:prSet/>
      <dgm:spPr/>
      <dgm:t>
        <a:bodyPr/>
        <a:lstStyle/>
        <a:p>
          <a:endParaRPr lang="nb-NO"/>
        </a:p>
      </dgm:t>
    </dgm:pt>
    <dgm:pt modelId="{CEE6765E-7202-4BDE-B9FF-55F983A15BD8}" type="sibTrans" cxnId="{E298A3CA-A611-41A6-B4B4-831F9D0D4506}">
      <dgm:prSet/>
      <dgm:spPr/>
      <dgm:t>
        <a:bodyPr/>
        <a:lstStyle/>
        <a:p>
          <a:endParaRPr lang="nb-NO"/>
        </a:p>
      </dgm:t>
    </dgm:pt>
    <dgm:pt modelId="{CD0E0BF4-F39C-45E7-8170-CD47C6ED7549}" type="pres">
      <dgm:prSet presAssocID="{4FB3341F-621B-4847-BB57-3B54546B18E6}" presName="Name0" presStyleCnt="0">
        <dgm:presLayoutVars>
          <dgm:dir/>
          <dgm:resizeHandles val="exact"/>
        </dgm:presLayoutVars>
      </dgm:prSet>
      <dgm:spPr/>
    </dgm:pt>
    <dgm:pt modelId="{9E0B52CA-9B76-4CDB-8B14-1604F3B497E4}" type="pres">
      <dgm:prSet presAssocID="{025A453A-B6EC-42E2-A4BF-3C4BDB3565E1}" presName="node" presStyleLbl="node1" presStyleIdx="0" presStyleCnt="8">
        <dgm:presLayoutVars>
          <dgm:bulletEnabled val="1"/>
        </dgm:presLayoutVars>
      </dgm:prSet>
      <dgm:spPr/>
    </dgm:pt>
    <dgm:pt modelId="{0837A425-A886-4B50-899A-916FB1A57225}" type="pres">
      <dgm:prSet presAssocID="{E19B3F80-9A05-40C3-8139-5E5BD4117359}" presName="sibTrans" presStyleLbl="sibTrans1D1" presStyleIdx="0" presStyleCnt="7"/>
      <dgm:spPr/>
    </dgm:pt>
    <dgm:pt modelId="{0435043D-DC2D-46EA-820F-1B5C0F559B08}" type="pres">
      <dgm:prSet presAssocID="{E19B3F80-9A05-40C3-8139-5E5BD4117359}" presName="connectorText" presStyleLbl="sibTrans1D1" presStyleIdx="0" presStyleCnt="7"/>
      <dgm:spPr/>
    </dgm:pt>
    <dgm:pt modelId="{75080839-BB31-44FA-9535-744930DF9AD9}" type="pres">
      <dgm:prSet presAssocID="{57D6C4F2-38C6-43B6-8540-F54FED6D9398}" presName="node" presStyleLbl="node1" presStyleIdx="1" presStyleCnt="8">
        <dgm:presLayoutVars>
          <dgm:bulletEnabled val="1"/>
        </dgm:presLayoutVars>
      </dgm:prSet>
      <dgm:spPr/>
    </dgm:pt>
    <dgm:pt modelId="{DE0E88B8-FBC6-45A1-A378-6EA686B7BC47}" type="pres">
      <dgm:prSet presAssocID="{22F2F9EB-B202-42B1-8266-C357B7EC394C}" presName="sibTrans" presStyleLbl="sibTrans1D1" presStyleIdx="1" presStyleCnt="7"/>
      <dgm:spPr/>
    </dgm:pt>
    <dgm:pt modelId="{541832FD-228A-4799-8E26-B12F8B362CF4}" type="pres">
      <dgm:prSet presAssocID="{22F2F9EB-B202-42B1-8266-C357B7EC394C}" presName="connectorText" presStyleLbl="sibTrans1D1" presStyleIdx="1" presStyleCnt="7"/>
      <dgm:spPr/>
    </dgm:pt>
    <dgm:pt modelId="{80DD68FD-15ED-4205-9BB4-EC99148FBFE9}" type="pres">
      <dgm:prSet presAssocID="{D27F980F-DD39-4264-B287-3BAF035AC2D5}" presName="node" presStyleLbl="node1" presStyleIdx="2" presStyleCnt="8">
        <dgm:presLayoutVars>
          <dgm:bulletEnabled val="1"/>
        </dgm:presLayoutVars>
      </dgm:prSet>
      <dgm:spPr/>
    </dgm:pt>
    <dgm:pt modelId="{4FBB1DA1-3636-4C01-802D-A49EC1F7152F}" type="pres">
      <dgm:prSet presAssocID="{002F7BA0-5170-4E41-AD2D-4E28452F8819}" presName="sibTrans" presStyleLbl="sibTrans1D1" presStyleIdx="2" presStyleCnt="7"/>
      <dgm:spPr/>
    </dgm:pt>
    <dgm:pt modelId="{B1407C94-CC84-4F4B-9033-7BD667F7CEE2}" type="pres">
      <dgm:prSet presAssocID="{002F7BA0-5170-4E41-AD2D-4E28452F8819}" presName="connectorText" presStyleLbl="sibTrans1D1" presStyleIdx="2" presStyleCnt="7"/>
      <dgm:spPr/>
    </dgm:pt>
    <dgm:pt modelId="{5FA9A97C-228A-41B2-BC0C-E66BDE582773}" type="pres">
      <dgm:prSet presAssocID="{0137AC21-24E3-465A-BE83-68AF719798E1}" presName="node" presStyleLbl="node1" presStyleIdx="3" presStyleCnt="8">
        <dgm:presLayoutVars>
          <dgm:bulletEnabled val="1"/>
        </dgm:presLayoutVars>
      </dgm:prSet>
      <dgm:spPr/>
    </dgm:pt>
    <dgm:pt modelId="{1D05B497-7E6A-4AE5-9CCB-59C06E0DDE82}" type="pres">
      <dgm:prSet presAssocID="{32AF3A77-9CC3-4976-BEDE-7596A35F85CC}" presName="sibTrans" presStyleLbl="sibTrans1D1" presStyleIdx="3" presStyleCnt="7"/>
      <dgm:spPr/>
    </dgm:pt>
    <dgm:pt modelId="{0F5B0F78-251E-492D-BB4C-0CFB6FD54A75}" type="pres">
      <dgm:prSet presAssocID="{32AF3A77-9CC3-4976-BEDE-7596A35F85CC}" presName="connectorText" presStyleLbl="sibTrans1D1" presStyleIdx="3" presStyleCnt="7"/>
      <dgm:spPr/>
    </dgm:pt>
    <dgm:pt modelId="{CC1BFD96-7A0C-4611-AB4F-3F0EEA227289}" type="pres">
      <dgm:prSet presAssocID="{FAEB92EF-C2B4-402E-86CD-E978675B9E23}" presName="node" presStyleLbl="node1" presStyleIdx="4" presStyleCnt="8">
        <dgm:presLayoutVars>
          <dgm:bulletEnabled val="1"/>
        </dgm:presLayoutVars>
      </dgm:prSet>
      <dgm:spPr/>
    </dgm:pt>
    <dgm:pt modelId="{F1E79F0E-8606-4E29-8D77-BD1EB668E780}" type="pres">
      <dgm:prSet presAssocID="{D83DCAD2-AE79-4B31-A498-26CF9DB8CA34}" presName="sibTrans" presStyleLbl="sibTrans1D1" presStyleIdx="4" presStyleCnt="7"/>
      <dgm:spPr/>
    </dgm:pt>
    <dgm:pt modelId="{B413615A-708F-4A26-ADC8-C5C06C927BE9}" type="pres">
      <dgm:prSet presAssocID="{D83DCAD2-AE79-4B31-A498-26CF9DB8CA34}" presName="connectorText" presStyleLbl="sibTrans1D1" presStyleIdx="4" presStyleCnt="7"/>
      <dgm:spPr/>
    </dgm:pt>
    <dgm:pt modelId="{41A0B17B-C769-4BAB-A167-36D6F94CFFD2}" type="pres">
      <dgm:prSet presAssocID="{03172972-4E9D-404C-8B70-9FA4D6405A71}" presName="node" presStyleLbl="node1" presStyleIdx="5" presStyleCnt="8">
        <dgm:presLayoutVars>
          <dgm:bulletEnabled val="1"/>
        </dgm:presLayoutVars>
      </dgm:prSet>
      <dgm:spPr/>
    </dgm:pt>
    <dgm:pt modelId="{DA15F601-0A97-4D3C-9F3C-4AAD11730861}" type="pres">
      <dgm:prSet presAssocID="{ECBF11E2-1E75-48C9-ABE1-E87A9656C7C0}" presName="sibTrans" presStyleLbl="sibTrans1D1" presStyleIdx="5" presStyleCnt="7"/>
      <dgm:spPr/>
    </dgm:pt>
    <dgm:pt modelId="{2D38BB24-B03A-4FE9-8548-191128F9AD9E}" type="pres">
      <dgm:prSet presAssocID="{ECBF11E2-1E75-48C9-ABE1-E87A9656C7C0}" presName="connectorText" presStyleLbl="sibTrans1D1" presStyleIdx="5" presStyleCnt="7"/>
      <dgm:spPr/>
    </dgm:pt>
    <dgm:pt modelId="{AD81D40C-4431-4B7C-82E0-B470EF267E1C}" type="pres">
      <dgm:prSet presAssocID="{B28A6244-192B-4EB1-917F-CA2B9AF91558}" presName="node" presStyleLbl="node1" presStyleIdx="6" presStyleCnt="8">
        <dgm:presLayoutVars>
          <dgm:bulletEnabled val="1"/>
        </dgm:presLayoutVars>
      </dgm:prSet>
      <dgm:spPr/>
    </dgm:pt>
    <dgm:pt modelId="{B1E80D7D-F440-4CBB-90DA-E98F190C6278}" type="pres">
      <dgm:prSet presAssocID="{7E746EE8-EB1A-4C55-90DD-B2BC11EE5B6C}" presName="sibTrans" presStyleLbl="sibTrans1D1" presStyleIdx="6" presStyleCnt="7"/>
      <dgm:spPr/>
    </dgm:pt>
    <dgm:pt modelId="{EA87A0EE-8CB9-44F5-BF20-A41E3F026F8A}" type="pres">
      <dgm:prSet presAssocID="{7E746EE8-EB1A-4C55-90DD-B2BC11EE5B6C}" presName="connectorText" presStyleLbl="sibTrans1D1" presStyleIdx="6" presStyleCnt="7"/>
      <dgm:spPr/>
    </dgm:pt>
    <dgm:pt modelId="{07CE1609-A283-49EF-B720-177B3B69FAA9}" type="pres">
      <dgm:prSet presAssocID="{6E6E4698-E061-4D04-AA8E-5388A9D50557}" presName="node" presStyleLbl="node1" presStyleIdx="7" presStyleCnt="8">
        <dgm:presLayoutVars>
          <dgm:bulletEnabled val="1"/>
        </dgm:presLayoutVars>
      </dgm:prSet>
      <dgm:spPr/>
    </dgm:pt>
  </dgm:ptLst>
  <dgm:cxnLst>
    <dgm:cxn modelId="{3F41AE02-0368-4267-933B-3064754DCB9F}" type="presOf" srcId="{002F7BA0-5170-4E41-AD2D-4E28452F8819}" destId="{4FBB1DA1-3636-4C01-802D-A49EC1F7152F}" srcOrd="0" destOrd="0" presId="urn:microsoft.com/office/officeart/2016/7/layout/RepeatingBendingProcessNew"/>
    <dgm:cxn modelId="{02802703-B1D4-4F54-B90B-AF9F2CFC2DEF}" type="presOf" srcId="{6E6E4698-E061-4D04-AA8E-5388A9D50557}" destId="{07CE1609-A283-49EF-B720-177B3B69FAA9}" srcOrd="0" destOrd="0" presId="urn:microsoft.com/office/officeart/2016/7/layout/RepeatingBendingProcessNew"/>
    <dgm:cxn modelId="{113D5F0A-0E3C-4773-A4DD-3639A9EFC500}" type="presOf" srcId="{D27F980F-DD39-4264-B287-3BAF035AC2D5}" destId="{80DD68FD-15ED-4205-9BB4-EC99148FBFE9}" srcOrd="0" destOrd="0" presId="urn:microsoft.com/office/officeart/2016/7/layout/RepeatingBendingProcessNew"/>
    <dgm:cxn modelId="{8FE3821E-014D-427F-8EB5-915B2220A00C}" type="presOf" srcId="{002F7BA0-5170-4E41-AD2D-4E28452F8819}" destId="{B1407C94-CC84-4F4B-9033-7BD667F7CEE2}" srcOrd="1" destOrd="0" presId="urn:microsoft.com/office/officeart/2016/7/layout/RepeatingBendingProcessNew"/>
    <dgm:cxn modelId="{044EA927-5BE9-41B0-B94B-F773B75717B4}" type="presOf" srcId="{57D6C4F2-38C6-43B6-8540-F54FED6D9398}" destId="{75080839-BB31-44FA-9535-744930DF9AD9}" srcOrd="0" destOrd="0" presId="urn:microsoft.com/office/officeart/2016/7/layout/RepeatingBendingProcessNew"/>
    <dgm:cxn modelId="{5FFDD02D-C90E-4F57-9E5E-27A2D0614D69}" type="presOf" srcId="{FAEB92EF-C2B4-402E-86CD-E978675B9E23}" destId="{CC1BFD96-7A0C-4611-AB4F-3F0EEA227289}" srcOrd="0" destOrd="0" presId="urn:microsoft.com/office/officeart/2016/7/layout/RepeatingBendingProcessNew"/>
    <dgm:cxn modelId="{E7AF4235-C1CB-4D9F-BC04-40A409454341}" srcId="{4FB3341F-621B-4847-BB57-3B54546B18E6}" destId="{0137AC21-24E3-465A-BE83-68AF719798E1}" srcOrd="3" destOrd="0" parTransId="{552C6711-1F5B-424A-9D70-D535E8E1596D}" sibTransId="{32AF3A77-9CC3-4976-BEDE-7596A35F85CC}"/>
    <dgm:cxn modelId="{6611295C-AFE7-4441-928D-74F850FA26AC}" srcId="{4FB3341F-621B-4847-BB57-3B54546B18E6}" destId="{03172972-4E9D-404C-8B70-9FA4D6405A71}" srcOrd="5" destOrd="0" parTransId="{51307FB6-2484-4CAC-ABA7-5057D05F3A36}" sibTransId="{ECBF11E2-1E75-48C9-ABE1-E87A9656C7C0}"/>
    <dgm:cxn modelId="{53103F41-C4E1-4404-9868-DECFF9888115}" srcId="{4FB3341F-621B-4847-BB57-3B54546B18E6}" destId="{FAEB92EF-C2B4-402E-86CD-E978675B9E23}" srcOrd="4" destOrd="0" parTransId="{AA64C9F4-F696-458D-94C4-9D5A6DB559CF}" sibTransId="{D83DCAD2-AE79-4B31-A498-26CF9DB8CA34}"/>
    <dgm:cxn modelId="{61539E42-A027-485E-8B6E-4EA75BA6C39D}" type="presOf" srcId="{D83DCAD2-AE79-4B31-A498-26CF9DB8CA34}" destId="{B413615A-708F-4A26-ADC8-C5C06C927BE9}" srcOrd="1" destOrd="0" presId="urn:microsoft.com/office/officeart/2016/7/layout/RepeatingBendingProcessNew"/>
    <dgm:cxn modelId="{10C97366-15B8-46C1-95B9-85AD26CFF6A1}" srcId="{4FB3341F-621B-4847-BB57-3B54546B18E6}" destId="{D27F980F-DD39-4264-B287-3BAF035AC2D5}" srcOrd="2" destOrd="0" parTransId="{334DE1CF-9A19-4958-8938-E442DD189C2E}" sibTransId="{002F7BA0-5170-4E41-AD2D-4E28452F8819}"/>
    <dgm:cxn modelId="{4CCCA54B-922B-4FAE-AA45-B482F5A8065F}" type="presOf" srcId="{4FB3341F-621B-4847-BB57-3B54546B18E6}" destId="{CD0E0BF4-F39C-45E7-8170-CD47C6ED7549}" srcOrd="0" destOrd="0" presId="urn:microsoft.com/office/officeart/2016/7/layout/RepeatingBendingProcessNew"/>
    <dgm:cxn modelId="{D54BB173-D743-4C63-BF38-6BA3242455EE}" type="presOf" srcId="{B28A6244-192B-4EB1-917F-CA2B9AF91558}" destId="{AD81D40C-4431-4B7C-82E0-B470EF267E1C}" srcOrd="0" destOrd="0" presId="urn:microsoft.com/office/officeart/2016/7/layout/RepeatingBendingProcessNew"/>
    <dgm:cxn modelId="{BE612D7B-A461-474C-AF87-A5E7629E041F}" type="presOf" srcId="{7E746EE8-EB1A-4C55-90DD-B2BC11EE5B6C}" destId="{EA87A0EE-8CB9-44F5-BF20-A41E3F026F8A}" srcOrd="1" destOrd="0" presId="urn:microsoft.com/office/officeart/2016/7/layout/RepeatingBendingProcessNew"/>
    <dgm:cxn modelId="{308EAF7C-BBF3-41AB-8057-5BA14A02A04F}" type="presOf" srcId="{D83DCAD2-AE79-4B31-A498-26CF9DB8CA34}" destId="{F1E79F0E-8606-4E29-8D77-BD1EB668E780}" srcOrd="0" destOrd="0" presId="urn:microsoft.com/office/officeart/2016/7/layout/RepeatingBendingProcessNew"/>
    <dgm:cxn modelId="{3A32177F-3001-4FFE-9840-A9386DC063CD}" srcId="{4FB3341F-621B-4847-BB57-3B54546B18E6}" destId="{B28A6244-192B-4EB1-917F-CA2B9AF91558}" srcOrd="6" destOrd="0" parTransId="{C18171DC-1BC9-4F9D-A9DA-69D6CFF5B87E}" sibTransId="{7E746EE8-EB1A-4C55-90DD-B2BC11EE5B6C}"/>
    <dgm:cxn modelId="{71F2E383-B4F7-4D2F-8BD6-419E8B886D68}" type="presOf" srcId="{ECBF11E2-1E75-48C9-ABE1-E87A9656C7C0}" destId="{2D38BB24-B03A-4FE9-8548-191128F9AD9E}" srcOrd="1" destOrd="0" presId="urn:microsoft.com/office/officeart/2016/7/layout/RepeatingBendingProcessNew"/>
    <dgm:cxn modelId="{FC0B2A86-3FB8-4AB1-A907-73B385A4DAF2}" type="presOf" srcId="{0137AC21-24E3-465A-BE83-68AF719798E1}" destId="{5FA9A97C-228A-41B2-BC0C-E66BDE582773}" srcOrd="0" destOrd="0" presId="urn:microsoft.com/office/officeart/2016/7/layout/RepeatingBendingProcessNew"/>
    <dgm:cxn modelId="{9A069C8A-C5F5-4652-B7CA-761B4E3541A0}" type="presOf" srcId="{E19B3F80-9A05-40C3-8139-5E5BD4117359}" destId="{0435043D-DC2D-46EA-820F-1B5C0F559B08}" srcOrd="1" destOrd="0" presId="urn:microsoft.com/office/officeart/2016/7/layout/RepeatingBendingProcessNew"/>
    <dgm:cxn modelId="{FA85138B-7C27-4059-8EEB-49374816989D}" type="presOf" srcId="{32AF3A77-9CC3-4976-BEDE-7596A35F85CC}" destId="{1D05B497-7E6A-4AE5-9CCB-59C06E0DDE82}" srcOrd="0" destOrd="0" presId="urn:microsoft.com/office/officeart/2016/7/layout/RepeatingBendingProcessNew"/>
    <dgm:cxn modelId="{1536EFA0-8017-4F1C-81A8-977C91CA3074}" type="presOf" srcId="{ECBF11E2-1E75-48C9-ABE1-E87A9656C7C0}" destId="{DA15F601-0A97-4D3C-9F3C-4AAD11730861}" srcOrd="0" destOrd="0" presId="urn:microsoft.com/office/officeart/2016/7/layout/RepeatingBendingProcessNew"/>
    <dgm:cxn modelId="{A0B3FFA8-A3E7-4178-8113-A78D2374C32B}" srcId="{4FB3341F-621B-4847-BB57-3B54546B18E6}" destId="{025A453A-B6EC-42E2-A4BF-3C4BDB3565E1}" srcOrd="0" destOrd="0" parTransId="{07E467F1-97C3-4FE3-8AB0-3D2500D71905}" sibTransId="{E19B3F80-9A05-40C3-8139-5E5BD4117359}"/>
    <dgm:cxn modelId="{09AF3CB7-6A5A-4845-966F-E0FFC5ECC70E}" type="presOf" srcId="{025A453A-B6EC-42E2-A4BF-3C4BDB3565E1}" destId="{9E0B52CA-9B76-4CDB-8B14-1604F3B497E4}" srcOrd="0" destOrd="0" presId="urn:microsoft.com/office/officeart/2016/7/layout/RepeatingBendingProcessNew"/>
    <dgm:cxn modelId="{CC5A85C4-5C0C-4EE8-914B-7DD1EDC4CC5D}" srcId="{4FB3341F-621B-4847-BB57-3B54546B18E6}" destId="{57D6C4F2-38C6-43B6-8540-F54FED6D9398}" srcOrd="1" destOrd="0" parTransId="{9ABB666B-5B29-4DA5-969A-DE04B5218779}" sibTransId="{22F2F9EB-B202-42B1-8266-C357B7EC394C}"/>
    <dgm:cxn modelId="{4EAA49C9-735E-47ED-ACCC-CA25A3AFB0C5}" type="presOf" srcId="{03172972-4E9D-404C-8B70-9FA4D6405A71}" destId="{41A0B17B-C769-4BAB-A167-36D6F94CFFD2}" srcOrd="0" destOrd="0" presId="urn:microsoft.com/office/officeart/2016/7/layout/RepeatingBendingProcessNew"/>
    <dgm:cxn modelId="{E298A3CA-A611-41A6-B4B4-831F9D0D4506}" srcId="{4FB3341F-621B-4847-BB57-3B54546B18E6}" destId="{6E6E4698-E061-4D04-AA8E-5388A9D50557}" srcOrd="7" destOrd="0" parTransId="{6EB603D7-4BDB-4FF3-9A17-15D6690ADD7F}" sibTransId="{CEE6765E-7202-4BDE-B9FF-55F983A15BD8}"/>
    <dgm:cxn modelId="{833E6DCB-0ECF-4D63-A70B-1E56CD62C530}" type="presOf" srcId="{E19B3F80-9A05-40C3-8139-5E5BD4117359}" destId="{0837A425-A886-4B50-899A-916FB1A57225}" srcOrd="0" destOrd="0" presId="urn:microsoft.com/office/officeart/2016/7/layout/RepeatingBendingProcessNew"/>
    <dgm:cxn modelId="{341BA1D3-A010-4098-A69C-7EFC97EEF5E9}" type="presOf" srcId="{22F2F9EB-B202-42B1-8266-C357B7EC394C}" destId="{541832FD-228A-4799-8E26-B12F8B362CF4}" srcOrd="1" destOrd="0" presId="urn:microsoft.com/office/officeart/2016/7/layout/RepeatingBendingProcessNew"/>
    <dgm:cxn modelId="{B9CD22D6-4DFA-4614-9896-151010421055}" type="presOf" srcId="{32AF3A77-9CC3-4976-BEDE-7596A35F85CC}" destId="{0F5B0F78-251E-492D-BB4C-0CFB6FD54A75}" srcOrd="1" destOrd="0" presId="urn:microsoft.com/office/officeart/2016/7/layout/RepeatingBendingProcessNew"/>
    <dgm:cxn modelId="{48E511DA-6BC0-4699-8801-DF2825483F8D}" type="presOf" srcId="{22F2F9EB-B202-42B1-8266-C357B7EC394C}" destId="{DE0E88B8-FBC6-45A1-A378-6EA686B7BC47}" srcOrd="0" destOrd="0" presId="urn:microsoft.com/office/officeart/2016/7/layout/RepeatingBendingProcessNew"/>
    <dgm:cxn modelId="{C37022E1-646F-4032-812F-1B7E6F9ED4A9}" type="presOf" srcId="{7E746EE8-EB1A-4C55-90DD-B2BC11EE5B6C}" destId="{B1E80D7D-F440-4CBB-90DA-E98F190C6278}" srcOrd="0" destOrd="0" presId="urn:microsoft.com/office/officeart/2016/7/layout/RepeatingBendingProcessNew"/>
    <dgm:cxn modelId="{A8A5A71E-9873-4958-ADCF-883004903374}" type="presParOf" srcId="{CD0E0BF4-F39C-45E7-8170-CD47C6ED7549}" destId="{9E0B52CA-9B76-4CDB-8B14-1604F3B497E4}" srcOrd="0" destOrd="0" presId="urn:microsoft.com/office/officeart/2016/7/layout/RepeatingBendingProcessNew"/>
    <dgm:cxn modelId="{0944787B-52F4-4E8B-8891-9451E90D1733}" type="presParOf" srcId="{CD0E0BF4-F39C-45E7-8170-CD47C6ED7549}" destId="{0837A425-A886-4B50-899A-916FB1A57225}" srcOrd="1" destOrd="0" presId="urn:microsoft.com/office/officeart/2016/7/layout/RepeatingBendingProcessNew"/>
    <dgm:cxn modelId="{187283AE-F521-4618-9ED2-638E43F95B2F}" type="presParOf" srcId="{0837A425-A886-4B50-899A-916FB1A57225}" destId="{0435043D-DC2D-46EA-820F-1B5C0F559B08}" srcOrd="0" destOrd="0" presId="urn:microsoft.com/office/officeart/2016/7/layout/RepeatingBendingProcessNew"/>
    <dgm:cxn modelId="{8010D7E5-91A4-4707-B924-3B61EDF3EBE5}" type="presParOf" srcId="{CD0E0BF4-F39C-45E7-8170-CD47C6ED7549}" destId="{75080839-BB31-44FA-9535-744930DF9AD9}" srcOrd="2" destOrd="0" presId="urn:microsoft.com/office/officeart/2016/7/layout/RepeatingBendingProcessNew"/>
    <dgm:cxn modelId="{258DF49D-B29F-45B9-9488-8BDC6E83D6D5}" type="presParOf" srcId="{CD0E0BF4-F39C-45E7-8170-CD47C6ED7549}" destId="{DE0E88B8-FBC6-45A1-A378-6EA686B7BC47}" srcOrd="3" destOrd="0" presId="urn:microsoft.com/office/officeart/2016/7/layout/RepeatingBendingProcessNew"/>
    <dgm:cxn modelId="{BA0CF1D0-9D4B-4524-A51C-513A71CEBF87}" type="presParOf" srcId="{DE0E88B8-FBC6-45A1-A378-6EA686B7BC47}" destId="{541832FD-228A-4799-8E26-B12F8B362CF4}" srcOrd="0" destOrd="0" presId="urn:microsoft.com/office/officeart/2016/7/layout/RepeatingBendingProcessNew"/>
    <dgm:cxn modelId="{AED5C966-3BAC-409B-8131-A0DA2BC70AC6}" type="presParOf" srcId="{CD0E0BF4-F39C-45E7-8170-CD47C6ED7549}" destId="{80DD68FD-15ED-4205-9BB4-EC99148FBFE9}" srcOrd="4" destOrd="0" presId="urn:microsoft.com/office/officeart/2016/7/layout/RepeatingBendingProcessNew"/>
    <dgm:cxn modelId="{61ACADB2-80FB-4A5D-AA52-46C5CB4DED09}" type="presParOf" srcId="{CD0E0BF4-F39C-45E7-8170-CD47C6ED7549}" destId="{4FBB1DA1-3636-4C01-802D-A49EC1F7152F}" srcOrd="5" destOrd="0" presId="urn:microsoft.com/office/officeart/2016/7/layout/RepeatingBendingProcessNew"/>
    <dgm:cxn modelId="{29AC3DAB-31D7-4E10-BB26-C1E29BEC90CD}" type="presParOf" srcId="{4FBB1DA1-3636-4C01-802D-A49EC1F7152F}" destId="{B1407C94-CC84-4F4B-9033-7BD667F7CEE2}" srcOrd="0" destOrd="0" presId="urn:microsoft.com/office/officeart/2016/7/layout/RepeatingBendingProcessNew"/>
    <dgm:cxn modelId="{74BCD154-4F07-4C2A-A90F-BCC00C7A52EF}" type="presParOf" srcId="{CD0E0BF4-F39C-45E7-8170-CD47C6ED7549}" destId="{5FA9A97C-228A-41B2-BC0C-E66BDE582773}" srcOrd="6" destOrd="0" presId="urn:microsoft.com/office/officeart/2016/7/layout/RepeatingBendingProcessNew"/>
    <dgm:cxn modelId="{A6185AC2-4643-41FE-A7F1-8085D36106BA}" type="presParOf" srcId="{CD0E0BF4-F39C-45E7-8170-CD47C6ED7549}" destId="{1D05B497-7E6A-4AE5-9CCB-59C06E0DDE82}" srcOrd="7" destOrd="0" presId="urn:microsoft.com/office/officeart/2016/7/layout/RepeatingBendingProcessNew"/>
    <dgm:cxn modelId="{4E366C99-C82B-4DF2-A7DE-EB8CDD5C3BDA}" type="presParOf" srcId="{1D05B497-7E6A-4AE5-9CCB-59C06E0DDE82}" destId="{0F5B0F78-251E-492D-BB4C-0CFB6FD54A75}" srcOrd="0" destOrd="0" presId="urn:microsoft.com/office/officeart/2016/7/layout/RepeatingBendingProcessNew"/>
    <dgm:cxn modelId="{1E7D747D-CCFF-4C71-8891-3CDE955F02DC}" type="presParOf" srcId="{CD0E0BF4-F39C-45E7-8170-CD47C6ED7549}" destId="{CC1BFD96-7A0C-4611-AB4F-3F0EEA227289}" srcOrd="8" destOrd="0" presId="urn:microsoft.com/office/officeart/2016/7/layout/RepeatingBendingProcessNew"/>
    <dgm:cxn modelId="{63B2C896-048E-4349-9703-33C14EE1B3B6}" type="presParOf" srcId="{CD0E0BF4-F39C-45E7-8170-CD47C6ED7549}" destId="{F1E79F0E-8606-4E29-8D77-BD1EB668E780}" srcOrd="9" destOrd="0" presId="urn:microsoft.com/office/officeart/2016/7/layout/RepeatingBendingProcessNew"/>
    <dgm:cxn modelId="{B5F6E0C5-F738-4FC6-A176-85F6BDE98FB3}" type="presParOf" srcId="{F1E79F0E-8606-4E29-8D77-BD1EB668E780}" destId="{B413615A-708F-4A26-ADC8-C5C06C927BE9}" srcOrd="0" destOrd="0" presId="urn:microsoft.com/office/officeart/2016/7/layout/RepeatingBendingProcessNew"/>
    <dgm:cxn modelId="{A3198566-1CFD-4E07-8404-41B55FF8A29B}" type="presParOf" srcId="{CD0E0BF4-F39C-45E7-8170-CD47C6ED7549}" destId="{41A0B17B-C769-4BAB-A167-36D6F94CFFD2}" srcOrd="10" destOrd="0" presId="urn:microsoft.com/office/officeart/2016/7/layout/RepeatingBendingProcessNew"/>
    <dgm:cxn modelId="{309CD2DE-011A-4EF6-AF8A-37937D809538}" type="presParOf" srcId="{CD0E0BF4-F39C-45E7-8170-CD47C6ED7549}" destId="{DA15F601-0A97-4D3C-9F3C-4AAD11730861}" srcOrd="11" destOrd="0" presId="urn:microsoft.com/office/officeart/2016/7/layout/RepeatingBendingProcessNew"/>
    <dgm:cxn modelId="{CA39E4C3-6A8A-436A-B37B-D6CA11AA3395}" type="presParOf" srcId="{DA15F601-0A97-4D3C-9F3C-4AAD11730861}" destId="{2D38BB24-B03A-4FE9-8548-191128F9AD9E}" srcOrd="0" destOrd="0" presId="urn:microsoft.com/office/officeart/2016/7/layout/RepeatingBendingProcessNew"/>
    <dgm:cxn modelId="{E6092907-F043-4D10-B3CA-3CEE7760B239}" type="presParOf" srcId="{CD0E0BF4-F39C-45E7-8170-CD47C6ED7549}" destId="{AD81D40C-4431-4B7C-82E0-B470EF267E1C}" srcOrd="12" destOrd="0" presId="urn:microsoft.com/office/officeart/2016/7/layout/RepeatingBendingProcessNew"/>
    <dgm:cxn modelId="{3013B43B-DDE0-4621-AC4D-6F31AA5169CC}" type="presParOf" srcId="{CD0E0BF4-F39C-45E7-8170-CD47C6ED7549}" destId="{B1E80D7D-F440-4CBB-90DA-E98F190C6278}" srcOrd="13" destOrd="0" presId="urn:microsoft.com/office/officeart/2016/7/layout/RepeatingBendingProcessNew"/>
    <dgm:cxn modelId="{18432108-AC7E-49BF-9EB4-4D18CDED964A}" type="presParOf" srcId="{B1E80D7D-F440-4CBB-90DA-E98F190C6278}" destId="{EA87A0EE-8CB9-44F5-BF20-A41E3F026F8A}" srcOrd="0" destOrd="0" presId="urn:microsoft.com/office/officeart/2016/7/layout/RepeatingBendingProcessNew"/>
    <dgm:cxn modelId="{4CDE972E-37CC-490E-B60C-504BFD430F13}" type="presParOf" srcId="{CD0E0BF4-F39C-45E7-8170-CD47C6ED7549}" destId="{07CE1609-A283-49EF-B720-177B3B69FAA9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80759B9-72E3-4756-A43C-D6966B5DA5F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52E1D4-D879-4C5E-A7B7-10902C43F55A}">
      <dgm:prSet/>
      <dgm:spPr/>
      <dgm:t>
        <a:bodyPr/>
        <a:lstStyle/>
        <a:p>
          <a:r>
            <a:rPr lang="nb-NO"/>
            <a:t>Ta hensyn til økonomisk kvantifiserbare effekter (prissatte virkninger)</a:t>
          </a:r>
          <a:endParaRPr lang="en-US"/>
        </a:p>
      </dgm:t>
    </dgm:pt>
    <dgm:pt modelId="{30A5F185-40F4-43CC-B8A3-160C9D371DFC}" type="parTrans" cxnId="{D25662D8-788B-4929-BB20-C6164A8778C1}">
      <dgm:prSet/>
      <dgm:spPr/>
      <dgm:t>
        <a:bodyPr/>
        <a:lstStyle/>
        <a:p>
          <a:endParaRPr lang="en-US"/>
        </a:p>
      </dgm:t>
    </dgm:pt>
    <dgm:pt modelId="{5C711C5D-ABCE-4F85-9C7E-B2D3F054FE92}" type="sibTrans" cxnId="{D25662D8-788B-4929-BB20-C6164A8778C1}">
      <dgm:prSet/>
      <dgm:spPr/>
      <dgm:t>
        <a:bodyPr/>
        <a:lstStyle/>
        <a:p>
          <a:endParaRPr lang="en-US"/>
        </a:p>
      </dgm:t>
    </dgm:pt>
    <dgm:pt modelId="{80A64F5B-D5B4-4D11-8A49-00F9FC338182}">
      <dgm:prSet/>
      <dgm:spPr/>
      <dgm:t>
        <a:bodyPr/>
        <a:lstStyle/>
        <a:p>
          <a:r>
            <a:rPr lang="nb-NO"/>
            <a:t>Ta hensyn til ikke-kvantifiserbare effekter (ikke-prissatte virkninger)</a:t>
          </a:r>
          <a:endParaRPr lang="en-US"/>
        </a:p>
      </dgm:t>
    </dgm:pt>
    <dgm:pt modelId="{FA3BD3D9-AFF7-4C62-9F49-9523C0C35619}" type="parTrans" cxnId="{B7BFB50D-1FC7-4437-A815-E3942FF7727B}">
      <dgm:prSet/>
      <dgm:spPr/>
      <dgm:t>
        <a:bodyPr/>
        <a:lstStyle/>
        <a:p>
          <a:endParaRPr lang="en-US"/>
        </a:p>
      </dgm:t>
    </dgm:pt>
    <dgm:pt modelId="{66F87270-CE9B-411B-A5F1-59BA48F556A7}" type="sibTrans" cxnId="{B7BFB50D-1FC7-4437-A815-E3942FF7727B}">
      <dgm:prSet/>
      <dgm:spPr/>
      <dgm:t>
        <a:bodyPr/>
        <a:lstStyle/>
        <a:p>
          <a:endParaRPr lang="en-US"/>
        </a:p>
      </dgm:t>
    </dgm:pt>
    <dgm:pt modelId="{C806F5C4-66FA-4E04-86F8-4B26C466043E}">
      <dgm:prSet/>
      <dgm:spPr/>
      <dgm:t>
        <a:bodyPr/>
        <a:lstStyle/>
        <a:p>
          <a:r>
            <a:rPr lang="nb-NO"/>
            <a:t>I så stor grad som mulig/hensiktsmessig ta med all relevant nytte og alle relevante kostnader</a:t>
          </a:r>
          <a:endParaRPr lang="en-US"/>
        </a:p>
      </dgm:t>
    </dgm:pt>
    <dgm:pt modelId="{8693C3AD-A82D-4FA2-8792-039DA226F1A1}" type="parTrans" cxnId="{7647537A-A089-42CF-8BF1-7649D184619E}">
      <dgm:prSet/>
      <dgm:spPr/>
      <dgm:t>
        <a:bodyPr/>
        <a:lstStyle/>
        <a:p>
          <a:endParaRPr lang="en-US"/>
        </a:p>
      </dgm:t>
    </dgm:pt>
    <dgm:pt modelId="{77B30294-B144-4A1F-B129-67B1D743E1D5}" type="sibTrans" cxnId="{7647537A-A089-42CF-8BF1-7649D184619E}">
      <dgm:prSet/>
      <dgm:spPr/>
      <dgm:t>
        <a:bodyPr/>
        <a:lstStyle/>
        <a:p>
          <a:endParaRPr lang="en-US"/>
        </a:p>
      </dgm:t>
    </dgm:pt>
    <dgm:pt modelId="{54EEEE89-D8A9-440F-963F-72B567B348E3}">
      <dgm:prSet/>
      <dgm:spPr/>
      <dgm:t>
        <a:bodyPr/>
        <a:lstStyle/>
        <a:p>
          <a:r>
            <a:rPr lang="nb-NO"/>
            <a:t>Unngå dobbelttellinger</a:t>
          </a:r>
          <a:endParaRPr lang="en-US"/>
        </a:p>
      </dgm:t>
    </dgm:pt>
    <dgm:pt modelId="{4F3D0BB1-1041-4DB5-8D50-D63E04B84E99}" type="parTrans" cxnId="{5E6B416D-F6B4-428A-ABC0-8896C9B55596}">
      <dgm:prSet/>
      <dgm:spPr/>
      <dgm:t>
        <a:bodyPr/>
        <a:lstStyle/>
        <a:p>
          <a:endParaRPr lang="en-US"/>
        </a:p>
      </dgm:t>
    </dgm:pt>
    <dgm:pt modelId="{0E97216A-EC41-45F1-B54A-9A3DB1D2D74E}" type="sibTrans" cxnId="{5E6B416D-F6B4-428A-ABC0-8896C9B55596}">
      <dgm:prSet/>
      <dgm:spPr/>
      <dgm:t>
        <a:bodyPr/>
        <a:lstStyle/>
        <a:p>
          <a:endParaRPr lang="en-US"/>
        </a:p>
      </dgm:t>
    </dgm:pt>
    <dgm:pt modelId="{8E1F6166-FB84-4645-89FD-523FF04314B7}">
      <dgm:prSet/>
      <dgm:spPr/>
      <dgm:t>
        <a:bodyPr/>
        <a:lstStyle/>
        <a:p>
          <a:r>
            <a:rPr lang="nb-NO"/>
            <a:t>Ta hensyn til alternativ anvendelse</a:t>
          </a:r>
          <a:endParaRPr lang="en-US"/>
        </a:p>
      </dgm:t>
    </dgm:pt>
    <dgm:pt modelId="{63592916-2140-44DF-8896-756251CC3941}" type="parTrans" cxnId="{1AB8BB20-9BEA-45CC-8455-F6B2F4F1A9C4}">
      <dgm:prSet/>
      <dgm:spPr/>
      <dgm:t>
        <a:bodyPr/>
        <a:lstStyle/>
        <a:p>
          <a:endParaRPr lang="en-US"/>
        </a:p>
      </dgm:t>
    </dgm:pt>
    <dgm:pt modelId="{77475103-F48F-40B5-B46A-C1AE4C6F40A7}" type="sibTrans" cxnId="{1AB8BB20-9BEA-45CC-8455-F6B2F4F1A9C4}">
      <dgm:prSet/>
      <dgm:spPr/>
      <dgm:t>
        <a:bodyPr/>
        <a:lstStyle/>
        <a:p>
          <a:endParaRPr lang="en-US"/>
        </a:p>
      </dgm:t>
    </dgm:pt>
    <dgm:pt modelId="{19470DCF-83C0-4F6A-A261-AB4AFDF2F869}">
      <dgm:prSet/>
      <dgm:spPr/>
      <dgm:t>
        <a:bodyPr/>
        <a:lstStyle/>
        <a:p>
          <a:r>
            <a:rPr lang="nb-NO"/>
            <a:t>Ikke ta politiske hensyn</a:t>
          </a:r>
          <a:endParaRPr lang="en-US"/>
        </a:p>
      </dgm:t>
    </dgm:pt>
    <dgm:pt modelId="{67DD932A-1BEC-414C-ABC6-B6CB7A371E34}" type="parTrans" cxnId="{72746722-9B3E-4662-89F5-4794A5BDD441}">
      <dgm:prSet/>
      <dgm:spPr/>
      <dgm:t>
        <a:bodyPr/>
        <a:lstStyle/>
        <a:p>
          <a:endParaRPr lang="en-US"/>
        </a:p>
      </dgm:t>
    </dgm:pt>
    <dgm:pt modelId="{39196F0B-AA84-4F5B-8895-8D0126A133D3}" type="sibTrans" cxnId="{72746722-9B3E-4662-89F5-4794A5BDD441}">
      <dgm:prSet/>
      <dgm:spPr/>
      <dgm:t>
        <a:bodyPr/>
        <a:lstStyle/>
        <a:p>
          <a:endParaRPr lang="en-US"/>
        </a:p>
      </dgm:t>
    </dgm:pt>
    <dgm:pt modelId="{E60B720E-B9C2-43DC-A921-568AA99A88A7}">
      <dgm:prSet/>
      <dgm:spPr/>
      <dgm:t>
        <a:bodyPr/>
        <a:lstStyle/>
        <a:p>
          <a:r>
            <a:rPr lang="nb-NO"/>
            <a:t>Inneholde en usikkerhetsanalyse</a:t>
          </a:r>
          <a:endParaRPr lang="en-US"/>
        </a:p>
      </dgm:t>
    </dgm:pt>
    <dgm:pt modelId="{D40E0871-730C-48D4-9DFB-65A752442B9F}" type="parTrans" cxnId="{F8A0C6DB-AA96-4116-843F-28B6F59E8DCD}">
      <dgm:prSet/>
      <dgm:spPr/>
      <dgm:t>
        <a:bodyPr/>
        <a:lstStyle/>
        <a:p>
          <a:endParaRPr lang="en-US"/>
        </a:p>
      </dgm:t>
    </dgm:pt>
    <dgm:pt modelId="{6127F75E-87ED-4E69-9BD6-DB34E8BE1F6B}" type="sibTrans" cxnId="{F8A0C6DB-AA96-4116-843F-28B6F59E8DCD}">
      <dgm:prSet/>
      <dgm:spPr/>
      <dgm:t>
        <a:bodyPr/>
        <a:lstStyle/>
        <a:p>
          <a:endParaRPr lang="en-US"/>
        </a:p>
      </dgm:t>
    </dgm:pt>
    <dgm:pt modelId="{0F13055A-7418-4BB8-A3E4-119618670482}">
      <dgm:prSet/>
      <dgm:spPr/>
      <dgm:t>
        <a:bodyPr/>
        <a:lstStyle/>
        <a:p>
          <a:r>
            <a:rPr lang="nb-NO"/>
            <a:t>Beskrive fordelingsvirkninger</a:t>
          </a:r>
          <a:endParaRPr lang="en-US"/>
        </a:p>
      </dgm:t>
    </dgm:pt>
    <dgm:pt modelId="{BCC81BB8-7DED-46FB-9189-8D499F0C5B5E}" type="parTrans" cxnId="{D96688FD-EE8B-41B2-8968-A8C9E3FB4493}">
      <dgm:prSet/>
      <dgm:spPr/>
      <dgm:t>
        <a:bodyPr/>
        <a:lstStyle/>
        <a:p>
          <a:endParaRPr lang="en-US"/>
        </a:p>
      </dgm:t>
    </dgm:pt>
    <dgm:pt modelId="{FF1B5BEF-AF78-4BE0-B6D4-9729C048E308}" type="sibTrans" cxnId="{D96688FD-EE8B-41B2-8968-A8C9E3FB4493}">
      <dgm:prSet/>
      <dgm:spPr/>
      <dgm:t>
        <a:bodyPr/>
        <a:lstStyle/>
        <a:p>
          <a:endParaRPr lang="en-US"/>
        </a:p>
      </dgm:t>
    </dgm:pt>
    <dgm:pt modelId="{8B0ADCD1-A9B8-4A59-BF7F-0FA575408D54}">
      <dgm:prSet/>
      <dgm:spPr/>
      <dgm:t>
        <a:bodyPr/>
        <a:lstStyle/>
        <a:p>
          <a:r>
            <a:rPr lang="nb-NO"/>
            <a:t>Gi en samlet vurdering</a:t>
          </a:r>
          <a:endParaRPr lang="en-US"/>
        </a:p>
      </dgm:t>
    </dgm:pt>
    <dgm:pt modelId="{BEDCDA00-6B7A-4A1E-9979-A321096965BD}" type="parTrans" cxnId="{4DC5A30C-0A04-478F-8548-A27F42A48AC3}">
      <dgm:prSet/>
      <dgm:spPr/>
      <dgm:t>
        <a:bodyPr/>
        <a:lstStyle/>
        <a:p>
          <a:endParaRPr lang="en-US"/>
        </a:p>
      </dgm:t>
    </dgm:pt>
    <dgm:pt modelId="{762410FD-0F98-4787-BF2E-988AF31FC77A}" type="sibTrans" cxnId="{4DC5A30C-0A04-478F-8548-A27F42A48AC3}">
      <dgm:prSet/>
      <dgm:spPr/>
      <dgm:t>
        <a:bodyPr/>
        <a:lstStyle/>
        <a:p>
          <a:endParaRPr lang="en-US"/>
        </a:p>
      </dgm:t>
    </dgm:pt>
    <dgm:pt modelId="{B4434D2D-600E-48A9-ACF1-2469340E7F0E}" type="pres">
      <dgm:prSet presAssocID="{280759B9-72E3-4756-A43C-D6966B5DA5FA}" presName="Name0" presStyleCnt="0">
        <dgm:presLayoutVars>
          <dgm:dir/>
          <dgm:resizeHandles val="exact"/>
        </dgm:presLayoutVars>
      </dgm:prSet>
      <dgm:spPr/>
    </dgm:pt>
    <dgm:pt modelId="{EFEB7A23-6390-490A-B863-2305A1CEFDD6}" type="pres">
      <dgm:prSet presAssocID="{7152E1D4-D879-4C5E-A7B7-10902C43F55A}" presName="node" presStyleLbl="node1" presStyleIdx="0" presStyleCnt="9">
        <dgm:presLayoutVars>
          <dgm:bulletEnabled val="1"/>
        </dgm:presLayoutVars>
      </dgm:prSet>
      <dgm:spPr/>
    </dgm:pt>
    <dgm:pt modelId="{21C7DAC3-2C7B-4E4C-B5D9-26C969A9F9F9}" type="pres">
      <dgm:prSet presAssocID="{5C711C5D-ABCE-4F85-9C7E-B2D3F054FE92}" presName="sibTrans" presStyleLbl="sibTrans1D1" presStyleIdx="0" presStyleCnt="8"/>
      <dgm:spPr/>
    </dgm:pt>
    <dgm:pt modelId="{B5888C0B-0B65-45CD-A294-BE6DDE49815E}" type="pres">
      <dgm:prSet presAssocID="{5C711C5D-ABCE-4F85-9C7E-B2D3F054FE92}" presName="connectorText" presStyleLbl="sibTrans1D1" presStyleIdx="0" presStyleCnt="8"/>
      <dgm:spPr/>
    </dgm:pt>
    <dgm:pt modelId="{0EFA8304-6901-4AD0-AA92-A0830B077463}" type="pres">
      <dgm:prSet presAssocID="{80A64F5B-D5B4-4D11-8A49-00F9FC338182}" presName="node" presStyleLbl="node1" presStyleIdx="1" presStyleCnt="9">
        <dgm:presLayoutVars>
          <dgm:bulletEnabled val="1"/>
        </dgm:presLayoutVars>
      </dgm:prSet>
      <dgm:spPr/>
    </dgm:pt>
    <dgm:pt modelId="{F4ABC8AF-429C-4948-8552-58E847BD239F}" type="pres">
      <dgm:prSet presAssocID="{66F87270-CE9B-411B-A5F1-59BA48F556A7}" presName="sibTrans" presStyleLbl="sibTrans1D1" presStyleIdx="1" presStyleCnt="8"/>
      <dgm:spPr/>
    </dgm:pt>
    <dgm:pt modelId="{72F84F8B-D328-465E-85B8-0D9564255F0B}" type="pres">
      <dgm:prSet presAssocID="{66F87270-CE9B-411B-A5F1-59BA48F556A7}" presName="connectorText" presStyleLbl="sibTrans1D1" presStyleIdx="1" presStyleCnt="8"/>
      <dgm:spPr/>
    </dgm:pt>
    <dgm:pt modelId="{43EF0677-D78E-4B22-A17C-DD0E99AE4675}" type="pres">
      <dgm:prSet presAssocID="{C806F5C4-66FA-4E04-86F8-4B26C466043E}" presName="node" presStyleLbl="node1" presStyleIdx="2" presStyleCnt="9">
        <dgm:presLayoutVars>
          <dgm:bulletEnabled val="1"/>
        </dgm:presLayoutVars>
      </dgm:prSet>
      <dgm:spPr/>
    </dgm:pt>
    <dgm:pt modelId="{01F00E24-697B-4E9A-BD72-1D50EEBF5FA8}" type="pres">
      <dgm:prSet presAssocID="{77B30294-B144-4A1F-B129-67B1D743E1D5}" presName="sibTrans" presStyleLbl="sibTrans1D1" presStyleIdx="2" presStyleCnt="8"/>
      <dgm:spPr/>
    </dgm:pt>
    <dgm:pt modelId="{6C0B1856-37B2-4E8C-926F-E8F7EE1DB9D8}" type="pres">
      <dgm:prSet presAssocID="{77B30294-B144-4A1F-B129-67B1D743E1D5}" presName="connectorText" presStyleLbl="sibTrans1D1" presStyleIdx="2" presStyleCnt="8"/>
      <dgm:spPr/>
    </dgm:pt>
    <dgm:pt modelId="{AF8408D9-8C39-4865-91E8-DD79E15A40C3}" type="pres">
      <dgm:prSet presAssocID="{54EEEE89-D8A9-440F-963F-72B567B348E3}" presName="node" presStyleLbl="node1" presStyleIdx="3" presStyleCnt="9">
        <dgm:presLayoutVars>
          <dgm:bulletEnabled val="1"/>
        </dgm:presLayoutVars>
      </dgm:prSet>
      <dgm:spPr/>
    </dgm:pt>
    <dgm:pt modelId="{037EB616-F9A2-4367-948F-2C098EB399AA}" type="pres">
      <dgm:prSet presAssocID="{0E97216A-EC41-45F1-B54A-9A3DB1D2D74E}" presName="sibTrans" presStyleLbl="sibTrans1D1" presStyleIdx="3" presStyleCnt="8"/>
      <dgm:spPr/>
    </dgm:pt>
    <dgm:pt modelId="{3BE613E0-3B55-4DD4-AD6D-797587E56011}" type="pres">
      <dgm:prSet presAssocID="{0E97216A-EC41-45F1-B54A-9A3DB1D2D74E}" presName="connectorText" presStyleLbl="sibTrans1D1" presStyleIdx="3" presStyleCnt="8"/>
      <dgm:spPr/>
    </dgm:pt>
    <dgm:pt modelId="{AE1BA881-298E-40C2-B829-1259CA22A67E}" type="pres">
      <dgm:prSet presAssocID="{8E1F6166-FB84-4645-89FD-523FF04314B7}" presName="node" presStyleLbl="node1" presStyleIdx="4" presStyleCnt="9">
        <dgm:presLayoutVars>
          <dgm:bulletEnabled val="1"/>
        </dgm:presLayoutVars>
      </dgm:prSet>
      <dgm:spPr/>
    </dgm:pt>
    <dgm:pt modelId="{6B690980-CE00-4706-A3DA-CCFA3C68AB05}" type="pres">
      <dgm:prSet presAssocID="{77475103-F48F-40B5-B46A-C1AE4C6F40A7}" presName="sibTrans" presStyleLbl="sibTrans1D1" presStyleIdx="4" presStyleCnt="8"/>
      <dgm:spPr/>
    </dgm:pt>
    <dgm:pt modelId="{DEA9E64F-DA5F-43E2-98A1-F280E479B9CA}" type="pres">
      <dgm:prSet presAssocID="{77475103-F48F-40B5-B46A-C1AE4C6F40A7}" presName="connectorText" presStyleLbl="sibTrans1D1" presStyleIdx="4" presStyleCnt="8"/>
      <dgm:spPr/>
    </dgm:pt>
    <dgm:pt modelId="{9E53FD2C-F8BF-4DFB-A100-28145B21F642}" type="pres">
      <dgm:prSet presAssocID="{19470DCF-83C0-4F6A-A261-AB4AFDF2F869}" presName="node" presStyleLbl="node1" presStyleIdx="5" presStyleCnt="9">
        <dgm:presLayoutVars>
          <dgm:bulletEnabled val="1"/>
        </dgm:presLayoutVars>
      </dgm:prSet>
      <dgm:spPr/>
    </dgm:pt>
    <dgm:pt modelId="{FECCF92B-33CF-4284-98C7-03501976ECC7}" type="pres">
      <dgm:prSet presAssocID="{39196F0B-AA84-4F5B-8895-8D0126A133D3}" presName="sibTrans" presStyleLbl="sibTrans1D1" presStyleIdx="5" presStyleCnt="8"/>
      <dgm:spPr/>
    </dgm:pt>
    <dgm:pt modelId="{20A5A384-6DB0-4BC7-9FE9-B5BFBC8D1C88}" type="pres">
      <dgm:prSet presAssocID="{39196F0B-AA84-4F5B-8895-8D0126A133D3}" presName="connectorText" presStyleLbl="sibTrans1D1" presStyleIdx="5" presStyleCnt="8"/>
      <dgm:spPr/>
    </dgm:pt>
    <dgm:pt modelId="{06BF845C-08C3-4FC7-BF2E-476B4EEE7FDF}" type="pres">
      <dgm:prSet presAssocID="{E60B720E-B9C2-43DC-A921-568AA99A88A7}" presName="node" presStyleLbl="node1" presStyleIdx="6" presStyleCnt="9">
        <dgm:presLayoutVars>
          <dgm:bulletEnabled val="1"/>
        </dgm:presLayoutVars>
      </dgm:prSet>
      <dgm:spPr/>
    </dgm:pt>
    <dgm:pt modelId="{4C696423-B935-4DC9-A8F5-66D519A9016B}" type="pres">
      <dgm:prSet presAssocID="{6127F75E-87ED-4E69-9BD6-DB34E8BE1F6B}" presName="sibTrans" presStyleLbl="sibTrans1D1" presStyleIdx="6" presStyleCnt="8"/>
      <dgm:spPr/>
    </dgm:pt>
    <dgm:pt modelId="{5A9484E0-16CC-44A4-ACFD-7A572FACDC19}" type="pres">
      <dgm:prSet presAssocID="{6127F75E-87ED-4E69-9BD6-DB34E8BE1F6B}" presName="connectorText" presStyleLbl="sibTrans1D1" presStyleIdx="6" presStyleCnt="8"/>
      <dgm:spPr/>
    </dgm:pt>
    <dgm:pt modelId="{524A0DCD-D494-45C3-9752-475112B27BF9}" type="pres">
      <dgm:prSet presAssocID="{0F13055A-7418-4BB8-A3E4-119618670482}" presName="node" presStyleLbl="node1" presStyleIdx="7" presStyleCnt="9">
        <dgm:presLayoutVars>
          <dgm:bulletEnabled val="1"/>
        </dgm:presLayoutVars>
      </dgm:prSet>
      <dgm:spPr/>
    </dgm:pt>
    <dgm:pt modelId="{E77F63CC-A078-4F91-A8D7-19DF0CA4A930}" type="pres">
      <dgm:prSet presAssocID="{FF1B5BEF-AF78-4BE0-B6D4-9729C048E308}" presName="sibTrans" presStyleLbl="sibTrans1D1" presStyleIdx="7" presStyleCnt="8"/>
      <dgm:spPr/>
    </dgm:pt>
    <dgm:pt modelId="{D892C676-E03A-432F-BE9E-7FDAA00BE28B}" type="pres">
      <dgm:prSet presAssocID="{FF1B5BEF-AF78-4BE0-B6D4-9729C048E308}" presName="connectorText" presStyleLbl="sibTrans1D1" presStyleIdx="7" presStyleCnt="8"/>
      <dgm:spPr/>
    </dgm:pt>
    <dgm:pt modelId="{DD75A3BC-CFDE-4B0D-8034-BBEA96A7A08E}" type="pres">
      <dgm:prSet presAssocID="{8B0ADCD1-A9B8-4A59-BF7F-0FA575408D54}" presName="node" presStyleLbl="node1" presStyleIdx="8" presStyleCnt="9">
        <dgm:presLayoutVars>
          <dgm:bulletEnabled val="1"/>
        </dgm:presLayoutVars>
      </dgm:prSet>
      <dgm:spPr/>
    </dgm:pt>
  </dgm:ptLst>
  <dgm:cxnLst>
    <dgm:cxn modelId="{B4920C07-C86F-4803-BC50-B3AC5E8C8B95}" type="presOf" srcId="{E60B720E-B9C2-43DC-A921-568AA99A88A7}" destId="{06BF845C-08C3-4FC7-BF2E-476B4EEE7FDF}" srcOrd="0" destOrd="0" presId="urn:microsoft.com/office/officeart/2016/7/layout/RepeatingBendingProcessNew"/>
    <dgm:cxn modelId="{1D88C409-8690-4D08-87EC-32453F32E61B}" type="presOf" srcId="{39196F0B-AA84-4F5B-8895-8D0126A133D3}" destId="{20A5A384-6DB0-4BC7-9FE9-B5BFBC8D1C88}" srcOrd="1" destOrd="0" presId="urn:microsoft.com/office/officeart/2016/7/layout/RepeatingBendingProcessNew"/>
    <dgm:cxn modelId="{4DC5A30C-0A04-478F-8548-A27F42A48AC3}" srcId="{280759B9-72E3-4756-A43C-D6966B5DA5FA}" destId="{8B0ADCD1-A9B8-4A59-BF7F-0FA575408D54}" srcOrd="8" destOrd="0" parTransId="{BEDCDA00-6B7A-4A1E-9979-A321096965BD}" sibTransId="{762410FD-0F98-4787-BF2E-988AF31FC77A}"/>
    <dgm:cxn modelId="{B7BFB50D-1FC7-4437-A815-E3942FF7727B}" srcId="{280759B9-72E3-4756-A43C-D6966B5DA5FA}" destId="{80A64F5B-D5B4-4D11-8A49-00F9FC338182}" srcOrd="1" destOrd="0" parTransId="{FA3BD3D9-AFF7-4C62-9F49-9523C0C35619}" sibTransId="{66F87270-CE9B-411B-A5F1-59BA48F556A7}"/>
    <dgm:cxn modelId="{2BB49613-AE4B-4C62-9BDD-113D27E82C86}" type="presOf" srcId="{8B0ADCD1-A9B8-4A59-BF7F-0FA575408D54}" destId="{DD75A3BC-CFDE-4B0D-8034-BBEA96A7A08E}" srcOrd="0" destOrd="0" presId="urn:microsoft.com/office/officeart/2016/7/layout/RepeatingBendingProcessNew"/>
    <dgm:cxn modelId="{1AB8BB20-9BEA-45CC-8455-F6B2F4F1A9C4}" srcId="{280759B9-72E3-4756-A43C-D6966B5DA5FA}" destId="{8E1F6166-FB84-4645-89FD-523FF04314B7}" srcOrd="4" destOrd="0" parTransId="{63592916-2140-44DF-8896-756251CC3941}" sibTransId="{77475103-F48F-40B5-B46A-C1AE4C6F40A7}"/>
    <dgm:cxn modelId="{9EF1CA21-5E15-478E-B882-857174C9EA1D}" type="presOf" srcId="{0E97216A-EC41-45F1-B54A-9A3DB1D2D74E}" destId="{3BE613E0-3B55-4DD4-AD6D-797587E56011}" srcOrd="1" destOrd="0" presId="urn:microsoft.com/office/officeart/2016/7/layout/RepeatingBendingProcessNew"/>
    <dgm:cxn modelId="{72746722-9B3E-4662-89F5-4794A5BDD441}" srcId="{280759B9-72E3-4756-A43C-D6966B5DA5FA}" destId="{19470DCF-83C0-4F6A-A261-AB4AFDF2F869}" srcOrd="5" destOrd="0" parTransId="{67DD932A-1BEC-414C-ABC6-B6CB7A371E34}" sibTransId="{39196F0B-AA84-4F5B-8895-8D0126A133D3}"/>
    <dgm:cxn modelId="{DA4E002C-7D07-41E3-9EED-E91ADC8E2708}" type="presOf" srcId="{7152E1D4-D879-4C5E-A7B7-10902C43F55A}" destId="{EFEB7A23-6390-490A-B863-2305A1CEFDD6}" srcOrd="0" destOrd="0" presId="urn:microsoft.com/office/officeart/2016/7/layout/RepeatingBendingProcessNew"/>
    <dgm:cxn modelId="{6AD0F232-8F91-4CE4-B0B6-8B6427551704}" type="presOf" srcId="{FF1B5BEF-AF78-4BE0-B6D4-9729C048E308}" destId="{D892C676-E03A-432F-BE9E-7FDAA00BE28B}" srcOrd="1" destOrd="0" presId="urn:microsoft.com/office/officeart/2016/7/layout/RepeatingBendingProcessNew"/>
    <dgm:cxn modelId="{7A893342-F775-46E9-9DC9-9A63E3A6DBC2}" type="presOf" srcId="{5C711C5D-ABCE-4F85-9C7E-B2D3F054FE92}" destId="{B5888C0B-0B65-45CD-A294-BE6DDE49815E}" srcOrd="1" destOrd="0" presId="urn:microsoft.com/office/officeart/2016/7/layout/RepeatingBendingProcessNew"/>
    <dgm:cxn modelId="{F4012349-3A78-4D56-9F0D-4EA46160768E}" type="presOf" srcId="{0E97216A-EC41-45F1-B54A-9A3DB1D2D74E}" destId="{037EB616-F9A2-4367-948F-2C098EB399AA}" srcOrd="0" destOrd="0" presId="urn:microsoft.com/office/officeart/2016/7/layout/RepeatingBendingProcessNew"/>
    <dgm:cxn modelId="{5E6B416D-F6B4-428A-ABC0-8896C9B55596}" srcId="{280759B9-72E3-4756-A43C-D6966B5DA5FA}" destId="{54EEEE89-D8A9-440F-963F-72B567B348E3}" srcOrd="3" destOrd="0" parTransId="{4F3D0BB1-1041-4DB5-8D50-D63E04B84E99}" sibTransId="{0E97216A-EC41-45F1-B54A-9A3DB1D2D74E}"/>
    <dgm:cxn modelId="{AE1AD257-A588-4064-B135-07439404468A}" type="presOf" srcId="{5C711C5D-ABCE-4F85-9C7E-B2D3F054FE92}" destId="{21C7DAC3-2C7B-4E4C-B5D9-26C969A9F9F9}" srcOrd="0" destOrd="0" presId="urn:microsoft.com/office/officeart/2016/7/layout/RepeatingBendingProcessNew"/>
    <dgm:cxn modelId="{5E909059-DAF9-4E52-9282-D5D4C794F961}" type="presOf" srcId="{280759B9-72E3-4756-A43C-D6966B5DA5FA}" destId="{B4434D2D-600E-48A9-ACF1-2469340E7F0E}" srcOrd="0" destOrd="0" presId="urn:microsoft.com/office/officeart/2016/7/layout/RepeatingBendingProcessNew"/>
    <dgm:cxn modelId="{7647537A-A089-42CF-8BF1-7649D184619E}" srcId="{280759B9-72E3-4756-A43C-D6966B5DA5FA}" destId="{C806F5C4-66FA-4E04-86F8-4B26C466043E}" srcOrd="2" destOrd="0" parTransId="{8693C3AD-A82D-4FA2-8792-039DA226F1A1}" sibTransId="{77B30294-B144-4A1F-B129-67B1D743E1D5}"/>
    <dgm:cxn modelId="{A907C181-985F-496D-A9FA-35EB9EF99124}" type="presOf" srcId="{77475103-F48F-40B5-B46A-C1AE4C6F40A7}" destId="{DEA9E64F-DA5F-43E2-98A1-F280E479B9CA}" srcOrd="1" destOrd="0" presId="urn:microsoft.com/office/officeart/2016/7/layout/RepeatingBendingProcessNew"/>
    <dgm:cxn modelId="{98955489-FF22-4E24-889F-95417F2AEDC4}" type="presOf" srcId="{77475103-F48F-40B5-B46A-C1AE4C6F40A7}" destId="{6B690980-CE00-4706-A3DA-CCFA3C68AB05}" srcOrd="0" destOrd="0" presId="urn:microsoft.com/office/officeart/2016/7/layout/RepeatingBendingProcessNew"/>
    <dgm:cxn modelId="{BFC5658B-6F8D-4C96-BC49-57F135C9A318}" type="presOf" srcId="{0F13055A-7418-4BB8-A3E4-119618670482}" destId="{524A0DCD-D494-45C3-9752-475112B27BF9}" srcOrd="0" destOrd="0" presId="urn:microsoft.com/office/officeart/2016/7/layout/RepeatingBendingProcessNew"/>
    <dgm:cxn modelId="{203EC88D-44DD-40B1-8D50-3000C872BD29}" type="presOf" srcId="{54EEEE89-D8A9-440F-963F-72B567B348E3}" destId="{AF8408D9-8C39-4865-91E8-DD79E15A40C3}" srcOrd="0" destOrd="0" presId="urn:microsoft.com/office/officeart/2016/7/layout/RepeatingBendingProcessNew"/>
    <dgm:cxn modelId="{AA665496-2789-4159-8D8F-78A7E5AA370C}" type="presOf" srcId="{66F87270-CE9B-411B-A5F1-59BA48F556A7}" destId="{72F84F8B-D328-465E-85B8-0D9564255F0B}" srcOrd="1" destOrd="0" presId="urn:microsoft.com/office/officeart/2016/7/layout/RepeatingBendingProcessNew"/>
    <dgm:cxn modelId="{17DD119F-5952-446C-BC5A-DC44236914CB}" type="presOf" srcId="{66F87270-CE9B-411B-A5F1-59BA48F556A7}" destId="{F4ABC8AF-429C-4948-8552-58E847BD239F}" srcOrd="0" destOrd="0" presId="urn:microsoft.com/office/officeart/2016/7/layout/RepeatingBendingProcessNew"/>
    <dgm:cxn modelId="{22BCC4A6-51D7-4F0E-9D7B-D9D4501AD19A}" type="presOf" srcId="{39196F0B-AA84-4F5B-8895-8D0126A133D3}" destId="{FECCF92B-33CF-4284-98C7-03501976ECC7}" srcOrd="0" destOrd="0" presId="urn:microsoft.com/office/officeart/2016/7/layout/RepeatingBendingProcessNew"/>
    <dgm:cxn modelId="{F4331EAC-47D1-4786-9A1B-CA7879D89963}" type="presOf" srcId="{8E1F6166-FB84-4645-89FD-523FF04314B7}" destId="{AE1BA881-298E-40C2-B829-1259CA22A67E}" srcOrd="0" destOrd="0" presId="urn:microsoft.com/office/officeart/2016/7/layout/RepeatingBendingProcessNew"/>
    <dgm:cxn modelId="{7EC666AE-B5DA-4ECF-B2D8-CEFC4CF9D3B7}" type="presOf" srcId="{6127F75E-87ED-4E69-9BD6-DB34E8BE1F6B}" destId="{4C696423-B935-4DC9-A8F5-66D519A9016B}" srcOrd="0" destOrd="0" presId="urn:microsoft.com/office/officeart/2016/7/layout/RepeatingBendingProcessNew"/>
    <dgm:cxn modelId="{4A0028B8-67C1-4CC7-86AB-3E79A0FE29AC}" type="presOf" srcId="{FF1B5BEF-AF78-4BE0-B6D4-9729C048E308}" destId="{E77F63CC-A078-4F91-A8D7-19DF0CA4A930}" srcOrd="0" destOrd="0" presId="urn:microsoft.com/office/officeart/2016/7/layout/RepeatingBendingProcessNew"/>
    <dgm:cxn modelId="{4F3C45C8-DF93-4A78-A4F9-B85F0E249018}" type="presOf" srcId="{6127F75E-87ED-4E69-9BD6-DB34E8BE1F6B}" destId="{5A9484E0-16CC-44A4-ACFD-7A572FACDC19}" srcOrd="1" destOrd="0" presId="urn:microsoft.com/office/officeart/2016/7/layout/RepeatingBendingProcessNew"/>
    <dgm:cxn modelId="{9A1D75D0-7D72-4236-A71C-42F6B05D3CCF}" type="presOf" srcId="{C806F5C4-66FA-4E04-86F8-4B26C466043E}" destId="{43EF0677-D78E-4B22-A17C-DD0E99AE4675}" srcOrd="0" destOrd="0" presId="urn:microsoft.com/office/officeart/2016/7/layout/RepeatingBendingProcessNew"/>
    <dgm:cxn modelId="{D25662D8-788B-4929-BB20-C6164A8778C1}" srcId="{280759B9-72E3-4756-A43C-D6966B5DA5FA}" destId="{7152E1D4-D879-4C5E-A7B7-10902C43F55A}" srcOrd="0" destOrd="0" parTransId="{30A5F185-40F4-43CC-B8A3-160C9D371DFC}" sibTransId="{5C711C5D-ABCE-4F85-9C7E-B2D3F054FE92}"/>
    <dgm:cxn modelId="{F8A0C6DB-AA96-4116-843F-28B6F59E8DCD}" srcId="{280759B9-72E3-4756-A43C-D6966B5DA5FA}" destId="{E60B720E-B9C2-43DC-A921-568AA99A88A7}" srcOrd="6" destOrd="0" parTransId="{D40E0871-730C-48D4-9DFB-65A752442B9F}" sibTransId="{6127F75E-87ED-4E69-9BD6-DB34E8BE1F6B}"/>
    <dgm:cxn modelId="{334BC4E3-DB16-4A81-BD67-2D19E02DEA62}" type="presOf" srcId="{19470DCF-83C0-4F6A-A261-AB4AFDF2F869}" destId="{9E53FD2C-F8BF-4DFB-A100-28145B21F642}" srcOrd="0" destOrd="0" presId="urn:microsoft.com/office/officeart/2016/7/layout/RepeatingBendingProcessNew"/>
    <dgm:cxn modelId="{72556BF5-E9AC-423A-9F30-9DDF5A9FB031}" type="presOf" srcId="{77B30294-B144-4A1F-B129-67B1D743E1D5}" destId="{01F00E24-697B-4E9A-BD72-1D50EEBF5FA8}" srcOrd="0" destOrd="0" presId="urn:microsoft.com/office/officeart/2016/7/layout/RepeatingBendingProcessNew"/>
    <dgm:cxn modelId="{687C72F8-F73A-4B69-A048-C3CAC1AB0272}" type="presOf" srcId="{77B30294-B144-4A1F-B129-67B1D743E1D5}" destId="{6C0B1856-37B2-4E8C-926F-E8F7EE1DB9D8}" srcOrd="1" destOrd="0" presId="urn:microsoft.com/office/officeart/2016/7/layout/RepeatingBendingProcessNew"/>
    <dgm:cxn modelId="{DFF8F1FB-C92C-430E-8C1B-B7875EF63AA8}" type="presOf" srcId="{80A64F5B-D5B4-4D11-8A49-00F9FC338182}" destId="{0EFA8304-6901-4AD0-AA92-A0830B077463}" srcOrd="0" destOrd="0" presId="urn:microsoft.com/office/officeart/2016/7/layout/RepeatingBendingProcessNew"/>
    <dgm:cxn modelId="{D96688FD-EE8B-41B2-8968-A8C9E3FB4493}" srcId="{280759B9-72E3-4756-A43C-D6966B5DA5FA}" destId="{0F13055A-7418-4BB8-A3E4-119618670482}" srcOrd="7" destOrd="0" parTransId="{BCC81BB8-7DED-46FB-9189-8D499F0C5B5E}" sibTransId="{FF1B5BEF-AF78-4BE0-B6D4-9729C048E308}"/>
    <dgm:cxn modelId="{C2F85F73-F678-40EA-84B9-9CA5D0FC21ED}" type="presParOf" srcId="{B4434D2D-600E-48A9-ACF1-2469340E7F0E}" destId="{EFEB7A23-6390-490A-B863-2305A1CEFDD6}" srcOrd="0" destOrd="0" presId="urn:microsoft.com/office/officeart/2016/7/layout/RepeatingBendingProcessNew"/>
    <dgm:cxn modelId="{76811A90-A60F-4F83-9478-150E7FA4C62C}" type="presParOf" srcId="{B4434D2D-600E-48A9-ACF1-2469340E7F0E}" destId="{21C7DAC3-2C7B-4E4C-B5D9-26C969A9F9F9}" srcOrd="1" destOrd="0" presId="urn:microsoft.com/office/officeart/2016/7/layout/RepeatingBendingProcessNew"/>
    <dgm:cxn modelId="{7DF40C4F-C867-484A-88B0-2FF36186BAC9}" type="presParOf" srcId="{21C7DAC3-2C7B-4E4C-B5D9-26C969A9F9F9}" destId="{B5888C0B-0B65-45CD-A294-BE6DDE49815E}" srcOrd="0" destOrd="0" presId="urn:microsoft.com/office/officeart/2016/7/layout/RepeatingBendingProcessNew"/>
    <dgm:cxn modelId="{D1B41078-B3DA-49ED-9027-2BE4D5F62272}" type="presParOf" srcId="{B4434D2D-600E-48A9-ACF1-2469340E7F0E}" destId="{0EFA8304-6901-4AD0-AA92-A0830B077463}" srcOrd="2" destOrd="0" presId="urn:microsoft.com/office/officeart/2016/7/layout/RepeatingBendingProcessNew"/>
    <dgm:cxn modelId="{27DEF4E3-F2AF-4E68-BCE2-CD1826512010}" type="presParOf" srcId="{B4434D2D-600E-48A9-ACF1-2469340E7F0E}" destId="{F4ABC8AF-429C-4948-8552-58E847BD239F}" srcOrd="3" destOrd="0" presId="urn:microsoft.com/office/officeart/2016/7/layout/RepeatingBendingProcessNew"/>
    <dgm:cxn modelId="{B47251BD-1EC2-4396-945E-5B172AC54025}" type="presParOf" srcId="{F4ABC8AF-429C-4948-8552-58E847BD239F}" destId="{72F84F8B-D328-465E-85B8-0D9564255F0B}" srcOrd="0" destOrd="0" presId="urn:microsoft.com/office/officeart/2016/7/layout/RepeatingBendingProcessNew"/>
    <dgm:cxn modelId="{07282725-CAA3-4420-9C20-7923C7E98783}" type="presParOf" srcId="{B4434D2D-600E-48A9-ACF1-2469340E7F0E}" destId="{43EF0677-D78E-4B22-A17C-DD0E99AE4675}" srcOrd="4" destOrd="0" presId="urn:microsoft.com/office/officeart/2016/7/layout/RepeatingBendingProcessNew"/>
    <dgm:cxn modelId="{2EC1FCE2-A31C-413C-8AF8-ADAB218F9460}" type="presParOf" srcId="{B4434D2D-600E-48A9-ACF1-2469340E7F0E}" destId="{01F00E24-697B-4E9A-BD72-1D50EEBF5FA8}" srcOrd="5" destOrd="0" presId="urn:microsoft.com/office/officeart/2016/7/layout/RepeatingBendingProcessNew"/>
    <dgm:cxn modelId="{E21019E6-E182-445F-8162-D0DAAD22CD63}" type="presParOf" srcId="{01F00E24-697B-4E9A-BD72-1D50EEBF5FA8}" destId="{6C0B1856-37B2-4E8C-926F-E8F7EE1DB9D8}" srcOrd="0" destOrd="0" presId="urn:microsoft.com/office/officeart/2016/7/layout/RepeatingBendingProcessNew"/>
    <dgm:cxn modelId="{24047B64-62D9-4C2A-B6D8-F7A085075A37}" type="presParOf" srcId="{B4434D2D-600E-48A9-ACF1-2469340E7F0E}" destId="{AF8408D9-8C39-4865-91E8-DD79E15A40C3}" srcOrd="6" destOrd="0" presId="urn:microsoft.com/office/officeart/2016/7/layout/RepeatingBendingProcessNew"/>
    <dgm:cxn modelId="{19AE1E9F-CF3D-4EAE-8FDA-614704B075F1}" type="presParOf" srcId="{B4434D2D-600E-48A9-ACF1-2469340E7F0E}" destId="{037EB616-F9A2-4367-948F-2C098EB399AA}" srcOrd="7" destOrd="0" presId="urn:microsoft.com/office/officeart/2016/7/layout/RepeatingBendingProcessNew"/>
    <dgm:cxn modelId="{F8121DAC-1E20-4531-B14B-29EA7E8C81F4}" type="presParOf" srcId="{037EB616-F9A2-4367-948F-2C098EB399AA}" destId="{3BE613E0-3B55-4DD4-AD6D-797587E56011}" srcOrd="0" destOrd="0" presId="urn:microsoft.com/office/officeart/2016/7/layout/RepeatingBendingProcessNew"/>
    <dgm:cxn modelId="{51A6BD4E-6589-4C7C-90A8-93C39B457453}" type="presParOf" srcId="{B4434D2D-600E-48A9-ACF1-2469340E7F0E}" destId="{AE1BA881-298E-40C2-B829-1259CA22A67E}" srcOrd="8" destOrd="0" presId="urn:microsoft.com/office/officeart/2016/7/layout/RepeatingBendingProcessNew"/>
    <dgm:cxn modelId="{12BDEBBF-523F-485E-816D-FEE066FE4D55}" type="presParOf" srcId="{B4434D2D-600E-48A9-ACF1-2469340E7F0E}" destId="{6B690980-CE00-4706-A3DA-CCFA3C68AB05}" srcOrd="9" destOrd="0" presId="urn:microsoft.com/office/officeart/2016/7/layout/RepeatingBendingProcessNew"/>
    <dgm:cxn modelId="{F7274747-19FF-4AB8-8B3B-689EF33728FC}" type="presParOf" srcId="{6B690980-CE00-4706-A3DA-CCFA3C68AB05}" destId="{DEA9E64F-DA5F-43E2-98A1-F280E479B9CA}" srcOrd="0" destOrd="0" presId="urn:microsoft.com/office/officeart/2016/7/layout/RepeatingBendingProcessNew"/>
    <dgm:cxn modelId="{243F3856-19ED-4476-9B3A-B2243B5C90FD}" type="presParOf" srcId="{B4434D2D-600E-48A9-ACF1-2469340E7F0E}" destId="{9E53FD2C-F8BF-4DFB-A100-28145B21F642}" srcOrd="10" destOrd="0" presId="urn:microsoft.com/office/officeart/2016/7/layout/RepeatingBendingProcessNew"/>
    <dgm:cxn modelId="{BAD9DA33-ABF5-421C-835A-1D701FB62C1E}" type="presParOf" srcId="{B4434D2D-600E-48A9-ACF1-2469340E7F0E}" destId="{FECCF92B-33CF-4284-98C7-03501976ECC7}" srcOrd="11" destOrd="0" presId="urn:microsoft.com/office/officeart/2016/7/layout/RepeatingBendingProcessNew"/>
    <dgm:cxn modelId="{94F0CB48-656F-4929-BA5E-AF94A47C2B5D}" type="presParOf" srcId="{FECCF92B-33CF-4284-98C7-03501976ECC7}" destId="{20A5A384-6DB0-4BC7-9FE9-B5BFBC8D1C88}" srcOrd="0" destOrd="0" presId="urn:microsoft.com/office/officeart/2016/7/layout/RepeatingBendingProcessNew"/>
    <dgm:cxn modelId="{4F3E5AD9-531E-4279-A185-1DE35D0E7204}" type="presParOf" srcId="{B4434D2D-600E-48A9-ACF1-2469340E7F0E}" destId="{06BF845C-08C3-4FC7-BF2E-476B4EEE7FDF}" srcOrd="12" destOrd="0" presId="urn:microsoft.com/office/officeart/2016/7/layout/RepeatingBendingProcessNew"/>
    <dgm:cxn modelId="{E6587E6A-1988-4723-AAAA-4E40F4EA3989}" type="presParOf" srcId="{B4434D2D-600E-48A9-ACF1-2469340E7F0E}" destId="{4C696423-B935-4DC9-A8F5-66D519A9016B}" srcOrd="13" destOrd="0" presId="urn:microsoft.com/office/officeart/2016/7/layout/RepeatingBendingProcessNew"/>
    <dgm:cxn modelId="{38C7DD34-C785-4558-9092-3EB5F0B6B427}" type="presParOf" srcId="{4C696423-B935-4DC9-A8F5-66D519A9016B}" destId="{5A9484E0-16CC-44A4-ACFD-7A572FACDC19}" srcOrd="0" destOrd="0" presId="urn:microsoft.com/office/officeart/2016/7/layout/RepeatingBendingProcessNew"/>
    <dgm:cxn modelId="{CF8C3436-DD84-4D49-A31F-06B2245D21AD}" type="presParOf" srcId="{B4434D2D-600E-48A9-ACF1-2469340E7F0E}" destId="{524A0DCD-D494-45C3-9752-475112B27BF9}" srcOrd="14" destOrd="0" presId="urn:microsoft.com/office/officeart/2016/7/layout/RepeatingBendingProcessNew"/>
    <dgm:cxn modelId="{6AF82E74-6ED3-4357-8F6B-2608EEE695B0}" type="presParOf" srcId="{B4434D2D-600E-48A9-ACF1-2469340E7F0E}" destId="{E77F63CC-A078-4F91-A8D7-19DF0CA4A930}" srcOrd="15" destOrd="0" presId="urn:microsoft.com/office/officeart/2016/7/layout/RepeatingBendingProcessNew"/>
    <dgm:cxn modelId="{32AC56E6-0640-472D-BB25-ED3C4F6F0948}" type="presParOf" srcId="{E77F63CC-A078-4F91-A8D7-19DF0CA4A930}" destId="{D892C676-E03A-432F-BE9E-7FDAA00BE28B}" srcOrd="0" destOrd="0" presId="urn:microsoft.com/office/officeart/2016/7/layout/RepeatingBendingProcessNew"/>
    <dgm:cxn modelId="{5ADE1DA8-7D5F-47F0-AEC3-88B460097FB0}" type="presParOf" srcId="{B4434D2D-600E-48A9-ACF1-2469340E7F0E}" destId="{DD75A3BC-CFDE-4B0D-8034-BBEA96A7A08E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D494F10-E804-4A7D-BD4A-805EDB020FF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588247-52D7-4FA6-8548-5D88122652A0}">
      <dgm:prSet/>
      <dgm:spPr/>
      <dgm:t>
        <a:bodyPr/>
        <a:lstStyle/>
        <a:p>
          <a:r>
            <a:rPr lang="nb-NO" dirty="0"/>
            <a:t>Alle typer offentlige tiltak</a:t>
          </a:r>
          <a:endParaRPr lang="en-US" dirty="0"/>
        </a:p>
      </dgm:t>
    </dgm:pt>
    <dgm:pt modelId="{6B48BD5B-9CF2-4DBC-95A3-FC3E9BEC38CF}" type="parTrans" cxnId="{F3AC426B-9B70-4908-8770-1306C5FE6321}">
      <dgm:prSet/>
      <dgm:spPr/>
      <dgm:t>
        <a:bodyPr/>
        <a:lstStyle/>
        <a:p>
          <a:endParaRPr lang="en-US"/>
        </a:p>
      </dgm:t>
    </dgm:pt>
    <dgm:pt modelId="{549E4668-461E-448F-B6A0-036663365BA9}" type="sibTrans" cxnId="{F3AC426B-9B70-4908-8770-1306C5FE6321}">
      <dgm:prSet/>
      <dgm:spPr/>
      <dgm:t>
        <a:bodyPr/>
        <a:lstStyle/>
        <a:p>
          <a:endParaRPr lang="en-US"/>
        </a:p>
      </dgm:t>
    </dgm:pt>
    <dgm:pt modelId="{A65883BD-EB05-4CEC-BBDD-92DA0C97BC46}">
      <dgm:prSet/>
      <dgm:spPr/>
      <dgm:t>
        <a:bodyPr/>
        <a:lstStyle/>
        <a:p>
          <a:r>
            <a:rPr lang="nb-NO" dirty="0"/>
            <a:t>Tiltak utført av private aktører på oppdrag for staten</a:t>
          </a:r>
          <a:endParaRPr lang="en-US" dirty="0"/>
        </a:p>
      </dgm:t>
    </dgm:pt>
    <dgm:pt modelId="{8FE45B85-8D55-4E4C-918F-EA36D6B08743}" type="parTrans" cxnId="{BAAD503C-8782-471D-8550-7A57E0B8154A}">
      <dgm:prSet/>
      <dgm:spPr/>
      <dgm:t>
        <a:bodyPr/>
        <a:lstStyle/>
        <a:p>
          <a:endParaRPr lang="en-US"/>
        </a:p>
      </dgm:t>
    </dgm:pt>
    <dgm:pt modelId="{92A34E77-A97C-45CA-B156-36DD3964A6BB}" type="sibTrans" cxnId="{BAAD503C-8782-471D-8550-7A57E0B8154A}">
      <dgm:prSet/>
      <dgm:spPr/>
      <dgm:t>
        <a:bodyPr/>
        <a:lstStyle/>
        <a:p>
          <a:endParaRPr lang="en-US"/>
        </a:p>
      </dgm:t>
    </dgm:pt>
    <dgm:pt modelId="{4ED5A809-749F-4231-B6A9-B6C361D04791}">
      <dgm:prSet/>
      <dgm:spPr/>
      <dgm:t>
        <a:bodyPr/>
        <a:lstStyle/>
        <a:p>
          <a:r>
            <a:rPr lang="nb-NO" dirty="0"/>
            <a:t>Innenfor alle sektorer i samfunnet</a:t>
          </a:r>
          <a:endParaRPr lang="en-US" dirty="0"/>
        </a:p>
      </dgm:t>
    </dgm:pt>
    <dgm:pt modelId="{4410F623-12AC-4CEF-9D69-5DF51B3248F8}" type="parTrans" cxnId="{3902206C-0066-44E5-90FC-5EC8E1B4E815}">
      <dgm:prSet/>
      <dgm:spPr/>
      <dgm:t>
        <a:bodyPr/>
        <a:lstStyle/>
        <a:p>
          <a:endParaRPr lang="en-US"/>
        </a:p>
      </dgm:t>
    </dgm:pt>
    <dgm:pt modelId="{1F0B1803-D28D-467F-A246-F58427D9B4BB}" type="sibTrans" cxnId="{3902206C-0066-44E5-90FC-5EC8E1B4E815}">
      <dgm:prSet/>
      <dgm:spPr/>
      <dgm:t>
        <a:bodyPr/>
        <a:lstStyle/>
        <a:p>
          <a:endParaRPr lang="en-US"/>
        </a:p>
      </dgm:t>
    </dgm:pt>
    <dgm:pt modelId="{68B7535E-C5CD-477A-B592-28165F638DEB}">
      <dgm:prSet/>
      <dgm:spPr/>
      <dgm:t>
        <a:bodyPr/>
        <a:lstStyle/>
        <a:p>
          <a:r>
            <a:rPr lang="nb-NO" dirty="0"/>
            <a:t>Prioriteringer innenfor en virksomhets ansvarsområder, innad i en sektor eller på tvers av ulike sektorer</a:t>
          </a:r>
          <a:endParaRPr lang="en-US" dirty="0"/>
        </a:p>
      </dgm:t>
    </dgm:pt>
    <dgm:pt modelId="{FAEC9AA9-69F4-4560-B389-192ECFF6E3BA}" type="parTrans" cxnId="{331AD6AE-6044-4096-8EB0-7A934D013222}">
      <dgm:prSet/>
      <dgm:spPr/>
      <dgm:t>
        <a:bodyPr/>
        <a:lstStyle/>
        <a:p>
          <a:endParaRPr lang="en-US"/>
        </a:p>
      </dgm:t>
    </dgm:pt>
    <dgm:pt modelId="{E0A91D9F-60E7-4C59-B946-AD5C1B617F15}" type="sibTrans" cxnId="{331AD6AE-6044-4096-8EB0-7A934D013222}">
      <dgm:prSet/>
      <dgm:spPr/>
      <dgm:t>
        <a:bodyPr/>
        <a:lstStyle/>
        <a:p>
          <a:endParaRPr lang="en-US"/>
        </a:p>
      </dgm:t>
    </dgm:pt>
    <dgm:pt modelId="{78D8E449-94BA-4AF3-8A7A-4C38D2A2D3F1}">
      <dgm:prSet/>
      <dgm:spPr/>
      <dgm:t>
        <a:bodyPr/>
        <a:lstStyle/>
        <a:p>
          <a:r>
            <a:rPr lang="nb-NO" dirty="0"/>
            <a:t>reguleringer, investeringer, tjenesteproduksjon, reformer osv.</a:t>
          </a:r>
          <a:endParaRPr lang="en-US" dirty="0"/>
        </a:p>
      </dgm:t>
    </dgm:pt>
    <dgm:pt modelId="{82F68755-A0FB-427A-AF35-5B7FE2DCA651}" type="parTrans" cxnId="{74843F0C-51B9-4D8C-AE75-BE3401B691CA}">
      <dgm:prSet/>
      <dgm:spPr/>
      <dgm:t>
        <a:bodyPr/>
        <a:lstStyle/>
        <a:p>
          <a:endParaRPr lang="nb-NO"/>
        </a:p>
      </dgm:t>
    </dgm:pt>
    <dgm:pt modelId="{1DE16E9F-7CCA-4234-A7B0-85FC4031EAB1}" type="sibTrans" cxnId="{74843F0C-51B9-4D8C-AE75-BE3401B691CA}">
      <dgm:prSet/>
      <dgm:spPr/>
      <dgm:t>
        <a:bodyPr/>
        <a:lstStyle/>
        <a:p>
          <a:endParaRPr lang="nb-NO"/>
        </a:p>
      </dgm:t>
    </dgm:pt>
    <dgm:pt modelId="{B99CFDCE-B038-450B-9AA0-E6D85A937E39}">
      <dgm:prSet/>
      <dgm:spPr/>
      <dgm:t>
        <a:bodyPr/>
        <a:lstStyle/>
        <a:p>
          <a:r>
            <a:rPr lang="en-US"/>
            <a:t>Lovendringer</a:t>
          </a:r>
          <a:endParaRPr lang="en-US" dirty="0"/>
        </a:p>
      </dgm:t>
    </dgm:pt>
    <dgm:pt modelId="{F0B08208-8025-4E23-B612-712125C99007}" type="parTrans" cxnId="{64482019-4B4C-4187-8156-3CAC92B94353}">
      <dgm:prSet/>
      <dgm:spPr/>
      <dgm:t>
        <a:bodyPr/>
        <a:lstStyle/>
        <a:p>
          <a:endParaRPr lang="nb-NO"/>
        </a:p>
      </dgm:t>
    </dgm:pt>
    <dgm:pt modelId="{CF178399-E39E-4C3E-B767-463916F905F2}" type="sibTrans" cxnId="{64482019-4B4C-4187-8156-3CAC92B94353}">
      <dgm:prSet/>
      <dgm:spPr/>
      <dgm:t>
        <a:bodyPr/>
        <a:lstStyle/>
        <a:p>
          <a:endParaRPr lang="nb-NO"/>
        </a:p>
      </dgm:t>
    </dgm:pt>
    <dgm:pt modelId="{62EEC01A-6FC4-47E2-A7BF-E824AFA49861}">
      <dgm:prSet/>
      <dgm:spPr/>
      <dgm:t>
        <a:bodyPr/>
        <a:lstStyle/>
        <a:p>
          <a:r>
            <a:rPr lang="en-US" dirty="0"/>
            <a:t>Alt </a:t>
          </a:r>
          <a:r>
            <a:rPr lang="en-US" dirty="0" err="1"/>
            <a:t>som</a:t>
          </a:r>
          <a:r>
            <a:rPr lang="en-US" dirty="0"/>
            <a:t> </a:t>
          </a:r>
          <a:r>
            <a:rPr lang="en-US" dirty="0" err="1"/>
            <a:t>krever</a:t>
          </a:r>
          <a:r>
            <a:rPr lang="en-US" dirty="0"/>
            <a:t> </a:t>
          </a:r>
          <a:r>
            <a:rPr lang="en-US" dirty="0" err="1"/>
            <a:t>politiske</a:t>
          </a:r>
          <a:r>
            <a:rPr lang="en-US" dirty="0"/>
            <a:t> </a:t>
          </a:r>
          <a:r>
            <a:rPr lang="en-US" dirty="0" err="1"/>
            <a:t>beslutninger</a:t>
          </a:r>
          <a:r>
            <a:rPr lang="en-US" dirty="0"/>
            <a:t> og </a:t>
          </a:r>
          <a:r>
            <a:rPr lang="en-US" dirty="0" err="1"/>
            <a:t>har</a:t>
          </a:r>
          <a:r>
            <a:rPr lang="en-US" dirty="0"/>
            <a:t> </a:t>
          </a:r>
          <a:r>
            <a:rPr lang="en-US" dirty="0" err="1"/>
            <a:t>kvantifiserbare</a:t>
          </a:r>
          <a:r>
            <a:rPr lang="en-US" dirty="0"/>
            <a:t> </a:t>
          </a:r>
          <a:r>
            <a:rPr lang="en-US" dirty="0" err="1"/>
            <a:t>konsekvenser</a:t>
          </a:r>
          <a:endParaRPr lang="en-US" dirty="0"/>
        </a:p>
      </dgm:t>
    </dgm:pt>
    <dgm:pt modelId="{1D658E33-CE7D-448C-A4CD-16671CB09B21}" type="parTrans" cxnId="{0DF2DE0E-C0DE-49A2-8FD3-BBA39145507A}">
      <dgm:prSet/>
      <dgm:spPr/>
      <dgm:t>
        <a:bodyPr/>
        <a:lstStyle/>
        <a:p>
          <a:endParaRPr lang="nb-NO"/>
        </a:p>
      </dgm:t>
    </dgm:pt>
    <dgm:pt modelId="{AE4F8AA8-70EE-437B-88EF-0576644C8A09}" type="sibTrans" cxnId="{0DF2DE0E-C0DE-49A2-8FD3-BBA39145507A}">
      <dgm:prSet/>
      <dgm:spPr/>
      <dgm:t>
        <a:bodyPr/>
        <a:lstStyle/>
        <a:p>
          <a:endParaRPr lang="nb-NO"/>
        </a:p>
      </dgm:t>
    </dgm:pt>
    <dgm:pt modelId="{8BE2237E-7FE4-4FA7-9924-C0D47C07F8E0}" type="pres">
      <dgm:prSet presAssocID="{9D494F10-E804-4A7D-BD4A-805EDB020FF9}" presName="diagram" presStyleCnt="0">
        <dgm:presLayoutVars>
          <dgm:dir/>
          <dgm:resizeHandles val="exact"/>
        </dgm:presLayoutVars>
      </dgm:prSet>
      <dgm:spPr/>
    </dgm:pt>
    <dgm:pt modelId="{D12D4D7D-5F0B-4AA0-9FFB-E5E19C6C1906}" type="pres">
      <dgm:prSet presAssocID="{7A588247-52D7-4FA6-8548-5D88122652A0}" presName="node" presStyleLbl="node1" presStyleIdx="0" presStyleCnt="6">
        <dgm:presLayoutVars>
          <dgm:bulletEnabled val="1"/>
        </dgm:presLayoutVars>
      </dgm:prSet>
      <dgm:spPr/>
    </dgm:pt>
    <dgm:pt modelId="{F141EDCC-C13B-42AC-8AB4-F4D81644E759}" type="pres">
      <dgm:prSet presAssocID="{549E4668-461E-448F-B6A0-036663365BA9}" presName="sibTrans" presStyleCnt="0"/>
      <dgm:spPr/>
    </dgm:pt>
    <dgm:pt modelId="{0C554FD0-7F19-4D60-91BA-59E45879549D}" type="pres">
      <dgm:prSet presAssocID="{A65883BD-EB05-4CEC-BBDD-92DA0C97BC46}" presName="node" presStyleLbl="node1" presStyleIdx="1" presStyleCnt="6">
        <dgm:presLayoutVars>
          <dgm:bulletEnabled val="1"/>
        </dgm:presLayoutVars>
      </dgm:prSet>
      <dgm:spPr/>
    </dgm:pt>
    <dgm:pt modelId="{EB3939AC-FEBB-4FED-A2D4-AD3479CC3D7C}" type="pres">
      <dgm:prSet presAssocID="{92A34E77-A97C-45CA-B156-36DD3964A6BB}" presName="sibTrans" presStyleCnt="0"/>
      <dgm:spPr/>
    </dgm:pt>
    <dgm:pt modelId="{5BCAA778-A0F2-40A9-B083-29ABE37352D3}" type="pres">
      <dgm:prSet presAssocID="{4ED5A809-749F-4231-B6A9-B6C361D04791}" presName="node" presStyleLbl="node1" presStyleIdx="2" presStyleCnt="6">
        <dgm:presLayoutVars>
          <dgm:bulletEnabled val="1"/>
        </dgm:presLayoutVars>
      </dgm:prSet>
      <dgm:spPr/>
    </dgm:pt>
    <dgm:pt modelId="{72910025-9AB4-4C5A-98D4-5F1CE827C2F4}" type="pres">
      <dgm:prSet presAssocID="{1F0B1803-D28D-467F-A246-F58427D9B4BB}" presName="sibTrans" presStyleCnt="0"/>
      <dgm:spPr/>
    </dgm:pt>
    <dgm:pt modelId="{AE8D7345-CB66-4D07-AF5C-74794EF4B1BD}" type="pres">
      <dgm:prSet presAssocID="{68B7535E-C5CD-477A-B592-28165F638DEB}" presName="node" presStyleLbl="node1" presStyleIdx="3" presStyleCnt="6">
        <dgm:presLayoutVars>
          <dgm:bulletEnabled val="1"/>
        </dgm:presLayoutVars>
      </dgm:prSet>
      <dgm:spPr/>
    </dgm:pt>
    <dgm:pt modelId="{1670FD43-ED99-48AE-B383-FEF7E981CAAF}" type="pres">
      <dgm:prSet presAssocID="{E0A91D9F-60E7-4C59-B946-AD5C1B617F15}" presName="sibTrans" presStyleCnt="0"/>
      <dgm:spPr/>
    </dgm:pt>
    <dgm:pt modelId="{3235F5C7-0F83-416F-8D0A-DD64971DD541}" type="pres">
      <dgm:prSet presAssocID="{B99CFDCE-B038-450B-9AA0-E6D85A937E39}" presName="node" presStyleLbl="node1" presStyleIdx="4" presStyleCnt="6">
        <dgm:presLayoutVars>
          <dgm:bulletEnabled val="1"/>
        </dgm:presLayoutVars>
      </dgm:prSet>
      <dgm:spPr/>
    </dgm:pt>
    <dgm:pt modelId="{402D6BD3-C2BB-46EA-8F80-36101BFC6D62}" type="pres">
      <dgm:prSet presAssocID="{CF178399-E39E-4C3E-B767-463916F905F2}" presName="sibTrans" presStyleCnt="0"/>
      <dgm:spPr/>
    </dgm:pt>
    <dgm:pt modelId="{0690ADF4-0421-4B03-BFDB-89F8AC44FC9E}" type="pres">
      <dgm:prSet presAssocID="{62EEC01A-6FC4-47E2-A7BF-E824AFA49861}" presName="node" presStyleLbl="node1" presStyleIdx="5" presStyleCnt="6">
        <dgm:presLayoutVars>
          <dgm:bulletEnabled val="1"/>
        </dgm:presLayoutVars>
      </dgm:prSet>
      <dgm:spPr/>
    </dgm:pt>
  </dgm:ptLst>
  <dgm:cxnLst>
    <dgm:cxn modelId="{74843F0C-51B9-4D8C-AE75-BE3401B691CA}" srcId="{7A588247-52D7-4FA6-8548-5D88122652A0}" destId="{78D8E449-94BA-4AF3-8A7A-4C38D2A2D3F1}" srcOrd="0" destOrd="0" parTransId="{82F68755-A0FB-427A-AF35-5B7FE2DCA651}" sibTransId="{1DE16E9F-7CCA-4234-A7B0-85FC4031EAB1}"/>
    <dgm:cxn modelId="{0DF2DE0E-C0DE-49A2-8FD3-BBA39145507A}" srcId="{9D494F10-E804-4A7D-BD4A-805EDB020FF9}" destId="{62EEC01A-6FC4-47E2-A7BF-E824AFA49861}" srcOrd="5" destOrd="0" parTransId="{1D658E33-CE7D-448C-A4CD-16671CB09B21}" sibTransId="{AE4F8AA8-70EE-437B-88EF-0576644C8A09}"/>
    <dgm:cxn modelId="{44A80412-CE97-4CEB-A3B7-D30F729912FC}" type="presOf" srcId="{4ED5A809-749F-4231-B6A9-B6C361D04791}" destId="{5BCAA778-A0F2-40A9-B083-29ABE37352D3}" srcOrd="0" destOrd="0" presId="urn:microsoft.com/office/officeart/2005/8/layout/default"/>
    <dgm:cxn modelId="{64482019-4B4C-4187-8156-3CAC92B94353}" srcId="{9D494F10-E804-4A7D-BD4A-805EDB020FF9}" destId="{B99CFDCE-B038-450B-9AA0-E6D85A937E39}" srcOrd="4" destOrd="0" parTransId="{F0B08208-8025-4E23-B612-712125C99007}" sibTransId="{CF178399-E39E-4C3E-B767-463916F905F2}"/>
    <dgm:cxn modelId="{BAAD503C-8782-471D-8550-7A57E0B8154A}" srcId="{9D494F10-E804-4A7D-BD4A-805EDB020FF9}" destId="{A65883BD-EB05-4CEC-BBDD-92DA0C97BC46}" srcOrd="1" destOrd="0" parTransId="{8FE45B85-8D55-4E4C-918F-EA36D6B08743}" sibTransId="{92A34E77-A97C-45CA-B156-36DD3964A6BB}"/>
    <dgm:cxn modelId="{91214F3E-E287-4BD3-A187-12E1189F4CF4}" type="presOf" srcId="{62EEC01A-6FC4-47E2-A7BF-E824AFA49861}" destId="{0690ADF4-0421-4B03-BFDB-89F8AC44FC9E}" srcOrd="0" destOrd="0" presId="urn:microsoft.com/office/officeart/2005/8/layout/default"/>
    <dgm:cxn modelId="{727DC041-F8D0-455E-84D3-492C7977CFB4}" type="presOf" srcId="{78D8E449-94BA-4AF3-8A7A-4C38D2A2D3F1}" destId="{D12D4D7D-5F0B-4AA0-9FFB-E5E19C6C1906}" srcOrd="0" destOrd="1" presId="urn:microsoft.com/office/officeart/2005/8/layout/default"/>
    <dgm:cxn modelId="{F3AC426B-9B70-4908-8770-1306C5FE6321}" srcId="{9D494F10-E804-4A7D-BD4A-805EDB020FF9}" destId="{7A588247-52D7-4FA6-8548-5D88122652A0}" srcOrd="0" destOrd="0" parTransId="{6B48BD5B-9CF2-4DBC-95A3-FC3E9BEC38CF}" sibTransId="{549E4668-461E-448F-B6A0-036663365BA9}"/>
    <dgm:cxn modelId="{3902206C-0066-44E5-90FC-5EC8E1B4E815}" srcId="{9D494F10-E804-4A7D-BD4A-805EDB020FF9}" destId="{4ED5A809-749F-4231-B6A9-B6C361D04791}" srcOrd="2" destOrd="0" parTransId="{4410F623-12AC-4CEF-9D69-5DF51B3248F8}" sibTransId="{1F0B1803-D28D-467F-A246-F58427D9B4BB}"/>
    <dgm:cxn modelId="{C2990196-C2D9-4EA6-BE5B-440DC077F1C1}" type="presOf" srcId="{68B7535E-C5CD-477A-B592-28165F638DEB}" destId="{AE8D7345-CB66-4D07-AF5C-74794EF4B1BD}" srcOrd="0" destOrd="0" presId="urn:microsoft.com/office/officeart/2005/8/layout/default"/>
    <dgm:cxn modelId="{70B441A8-CE52-4D6D-8A2D-10DED6CFB6F5}" type="presOf" srcId="{7A588247-52D7-4FA6-8548-5D88122652A0}" destId="{D12D4D7D-5F0B-4AA0-9FFB-E5E19C6C1906}" srcOrd="0" destOrd="0" presId="urn:microsoft.com/office/officeart/2005/8/layout/default"/>
    <dgm:cxn modelId="{331AD6AE-6044-4096-8EB0-7A934D013222}" srcId="{9D494F10-E804-4A7D-BD4A-805EDB020FF9}" destId="{68B7535E-C5CD-477A-B592-28165F638DEB}" srcOrd="3" destOrd="0" parTransId="{FAEC9AA9-69F4-4560-B389-192ECFF6E3BA}" sibTransId="{E0A91D9F-60E7-4C59-B946-AD5C1B617F15}"/>
    <dgm:cxn modelId="{9405B6B8-D977-401A-A52E-32258441F357}" type="presOf" srcId="{B99CFDCE-B038-450B-9AA0-E6D85A937E39}" destId="{3235F5C7-0F83-416F-8D0A-DD64971DD541}" srcOrd="0" destOrd="0" presId="urn:microsoft.com/office/officeart/2005/8/layout/default"/>
    <dgm:cxn modelId="{062830C6-4EA9-4356-B8CF-1F2DB4F7C3C7}" type="presOf" srcId="{A65883BD-EB05-4CEC-BBDD-92DA0C97BC46}" destId="{0C554FD0-7F19-4D60-91BA-59E45879549D}" srcOrd="0" destOrd="0" presId="urn:microsoft.com/office/officeart/2005/8/layout/default"/>
    <dgm:cxn modelId="{10F518F0-4E18-448F-9ED4-CD43919A587F}" type="presOf" srcId="{9D494F10-E804-4A7D-BD4A-805EDB020FF9}" destId="{8BE2237E-7FE4-4FA7-9924-C0D47C07F8E0}" srcOrd="0" destOrd="0" presId="urn:microsoft.com/office/officeart/2005/8/layout/default"/>
    <dgm:cxn modelId="{87DFCD89-6B51-42B9-9D26-3916C3A5370A}" type="presParOf" srcId="{8BE2237E-7FE4-4FA7-9924-C0D47C07F8E0}" destId="{D12D4D7D-5F0B-4AA0-9FFB-E5E19C6C1906}" srcOrd="0" destOrd="0" presId="urn:microsoft.com/office/officeart/2005/8/layout/default"/>
    <dgm:cxn modelId="{535AF36C-D264-47BC-A2A7-357F0A3D48DA}" type="presParOf" srcId="{8BE2237E-7FE4-4FA7-9924-C0D47C07F8E0}" destId="{F141EDCC-C13B-42AC-8AB4-F4D81644E759}" srcOrd="1" destOrd="0" presId="urn:microsoft.com/office/officeart/2005/8/layout/default"/>
    <dgm:cxn modelId="{AD137D46-77E7-408B-B520-1B14CE26E8B1}" type="presParOf" srcId="{8BE2237E-7FE4-4FA7-9924-C0D47C07F8E0}" destId="{0C554FD0-7F19-4D60-91BA-59E45879549D}" srcOrd="2" destOrd="0" presId="urn:microsoft.com/office/officeart/2005/8/layout/default"/>
    <dgm:cxn modelId="{1A97CD32-36E6-4DA7-99F7-B88B7824C883}" type="presParOf" srcId="{8BE2237E-7FE4-4FA7-9924-C0D47C07F8E0}" destId="{EB3939AC-FEBB-4FED-A2D4-AD3479CC3D7C}" srcOrd="3" destOrd="0" presId="urn:microsoft.com/office/officeart/2005/8/layout/default"/>
    <dgm:cxn modelId="{838775E1-E455-4359-823F-4C6066D8A083}" type="presParOf" srcId="{8BE2237E-7FE4-4FA7-9924-C0D47C07F8E0}" destId="{5BCAA778-A0F2-40A9-B083-29ABE37352D3}" srcOrd="4" destOrd="0" presId="urn:microsoft.com/office/officeart/2005/8/layout/default"/>
    <dgm:cxn modelId="{AE50E79A-01E3-4841-979C-9C6659488019}" type="presParOf" srcId="{8BE2237E-7FE4-4FA7-9924-C0D47C07F8E0}" destId="{72910025-9AB4-4C5A-98D4-5F1CE827C2F4}" srcOrd="5" destOrd="0" presId="urn:microsoft.com/office/officeart/2005/8/layout/default"/>
    <dgm:cxn modelId="{7EFD3408-4569-40E9-84B2-7AB4B60E497E}" type="presParOf" srcId="{8BE2237E-7FE4-4FA7-9924-C0D47C07F8E0}" destId="{AE8D7345-CB66-4D07-AF5C-74794EF4B1BD}" srcOrd="6" destOrd="0" presId="urn:microsoft.com/office/officeart/2005/8/layout/default"/>
    <dgm:cxn modelId="{9732DDFF-2AE4-4E2D-9270-07958BDA5854}" type="presParOf" srcId="{8BE2237E-7FE4-4FA7-9924-C0D47C07F8E0}" destId="{1670FD43-ED99-48AE-B383-FEF7E981CAAF}" srcOrd="7" destOrd="0" presId="urn:microsoft.com/office/officeart/2005/8/layout/default"/>
    <dgm:cxn modelId="{E41A244F-1E80-4EE1-A008-2A10858E046E}" type="presParOf" srcId="{8BE2237E-7FE4-4FA7-9924-C0D47C07F8E0}" destId="{3235F5C7-0F83-416F-8D0A-DD64971DD541}" srcOrd="8" destOrd="0" presId="urn:microsoft.com/office/officeart/2005/8/layout/default"/>
    <dgm:cxn modelId="{23082815-9034-4911-9D40-74074C0AD8BC}" type="presParOf" srcId="{8BE2237E-7FE4-4FA7-9924-C0D47C07F8E0}" destId="{402D6BD3-C2BB-46EA-8F80-36101BFC6D62}" srcOrd="9" destOrd="0" presId="urn:microsoft.com/office/officeart/2005/8/layout/default"/>
    <dgm:cxn modelId="{3B7D3B7A-256F-4EA8-B8D6-A7D8557DEFAC}" type="presParOf" srcId="{8BE2237E-7FE4-4FA7-9924-C0D47C07F8E0}" destId="{0690ADF4-0421-4B03-BFDB-89F8AC44FC9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E258A-0DD3-4BD3-BC40-B0F3E091966A}">
      <dsp:nvSpPr>
        <dsp:cNvPr id="0" name=""/>
        <dsp:cNvSpPr/>
      </dsp:nvSpPr>
      <dsp:spPr>
        <a:xfrm>
          <a:off x="0" y="230673"/>
          <a:ext cx="6798539" cy="10448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900" kern="1200"/>
            <a:t>Utredning av offentlige prosjekter som skal hjelpe politikerne og offentlige institusjoner til å prioritere prosjekter. </a:t>
          </a:r>
          <a:br>
            <a:rPr lang="nb-NO" sz="1900" kern="1200"/>
          </a:br>
          <a:endParaRPr lang="en-US" sz="1900" kern="1200"/>
        </a:p>
      </dsp:txBody>
      <dsp:txXfrm>
        <a:off x="51003" y="281676"/>
        <a:ext cx="6696533" cy="942803"/>
      </dsp:txXfrm>
    </dsp:sp>
    <dsp:sp modelId="{F69F1AF3-9B1C-479C-8737-986F94113476}">
      <dsp:nvSpPr>
        <dsp:cNvPr id="0" name=""/>
        <dsp:cNvSpPr/>
      </dsp:nvSpPr>
      <dsp:spPr>
        <a:xfrm>
          <a:off x="0" y="1330203"/>
          <a:ext cx="6798539" cy="104480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900" kern="1200" dirty="0"/>
            <a:t>Utføres ofte også av private konsulenter, gjerne av interesseorganisasjoner og som ledd i lobbyvirksomhet.</a:t>
          </a:r>
          <a:endParaRPr lang="en-US" sz="1900" kern="1200" dirty="0"/>
        </a:p>
      </dsp:txBody>
      <dsp:txXfrm>
        <a:off x="51003" y="1381206"/>
        <a:ext cx="6696533" cy="942803"/>
      </dsp:txXfrm>
    </dsp:sp>
    <dsp:sp modelId="{047AA6A6-6DA1-47A5-A334-DD16EC7DB3CA}">
      <dsp:nvSpPr>
        <dsp:cNvPr id="0" name=""/>
        <dsp:cNvSpPr/>
      </dsp:nvSpPr>
      <dsp:spPr>
        <a:xfrm>
          <a:off x="0" y="2429733"/>
          <a:ext cx="6798539" cy="104480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900" b="0" kern="1200" dirty="0"/>
            <a:t>Faglig vurdering og så objektiv som mulig. </a:t>
          </a:r>
          <a:endParaRPr lang="en-US" sz="1900" kern="1200" dirty="0"/>
        </a:p>
      </dsp:txBody>
      <dsp:txXfrm>
        <a:off x="51003" y="2480736"/>
        <a:ext cx="6696533" cy="942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679C1-8055-4EE8-BAAF-0BD6753F395A}">
      <dsp:nvSpPr>
        <dsp:cNvPr id="0" name=""/>
        <dsp:cNvSpPr/>
      </dsp:nvSpPr>
      <dsp:spPr>
        <a:xfrm>
          <a:off x="0" y="4724"/>
          <a:ext cx="6798539" cy="636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 dirty="0"/>
            <a:t>Mest mulig velferd ut av samfunnets knappe ressurser ved å sørge for effektiv ressursbruk </a:t>
          </a:r>
          <a:endParaRPr lang="en-US" sz="1600" kern="1200" dirty="0"/>
        </a:p>
      </dsp:txBody>
      <dsp:txXfrm>
        <a:off x="31070" y="35794"/>
        <a:ext cx="6736399" cy="574340"/>
      </dsp:txXfrm>
    </dsp:sp>
    <dsp:sp modelId="{4F51D582-B3EE-4F19-8C02-639A819CDA18}">
      <dsp:nvSpPr>
        <dsp:cNvPr id="0" name=""/>
        <dsp:cNvSpPr/>
      </dsp:nvSpPr>
      <dsp:spPr>
        <a:xfrm>
          <a:off x="0" y="733364"/>
          <a:ext cx="6798539" cy="63648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/>
            <a:t>Systematisk gjennomgang av alle virkninger for berørte grupper i samfunnet </a:t>
          </a:r>
          <a:endParaRPr lang="en-US" sz="1600" kern="1200"/>
        </a:p>
      </dsp:txBody>
      <dsp:txXfrm>
        <a:off x="31070" y="764434"/>
        <a:ext cx="6736399" cy="574340"/>
      </dsp:txXfrm>
    </dsp:sp>
    <dsp:sp modelId="{0A3CEFA6-3DDB-4C78-8CC3-F2A664977418}">
      <dsp:nvSpPr>
        <dsp:cNvPr id="0" name=""/>
        <dsp:cNvSpPr/>
      </dsp:nvSpPr>
      <dsp:spPr>
        <a:xfrm>
          <a:off x="0" y="1462005"/>
          <a:ext cx="6798539" cy="6364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/>
            <a:t>Sile ut ulønnsomme tiltak på et tidlig tidspunkt </a:t>
          </a:r>
          <a:endParaRPr lang="en-US" sz="1600" kern="1200"/>
        </a:p>
      </dsp:txBody>
      <dsp:txXfrm>
        <a:off x="31070" y="1493075"/>
        <a:ext cx="6736399" cy="574340"/>
      </dsp:txXfrm>
    </dsp:sp>
    <dsp:sp modelId="{9812575B-910C-4E5F-889F-B6B3E00689D3}">
      <dsp:nvSpPr>
        <dsp:cNvPr id="0" name=""/>
        <dsp:cNvSpPr/>
      </dsp:nvSpPr>
      <dsp:spPr>
        <a:xfrm>
          <a:off x="0" y="2190645"/>
          <a:ext cx="6798539" cy="63648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 dirty="0"/>
            <a:t>Bidra til et godt, transparent og faglig beslutningsgrunnlag for å</a:t>
          </a:r>
          <a:endParaRPr lang="en-US" sz="1600" kern="1200" dirty="0"/>
        </a:p>
      </dsp:txBody>
      <dsp:txXfrm>
        <a:off x="31070" y="2221715"/>
        <a:ext cx="6736399" cy="574340"/>
      </dsp:txXfrm>
    </dsp:sp>
    <dsp:sp modelId="{A2A37420-DC51-4F08-AC07-68270539A236}">
      <dsp:nvSpPr>
        <dsp:cNvPr id="0" name=""/>
        <dsp:cNvSpPr/>
      </dsp:nvSpPr>
      <dsp:spPr>
        <a:xfrm>
          <a:off x="0" y="2827125"/>
          <a:ext cx="6798539" cy="74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13970" rIns="78232" bIns="1397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nb-NO" sz="1100" kern="1200" dirty="0"/>
            <a:t>rangere og prioritere mellom alternative tiltak 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nb-NO" sz="1100" kern="1200" dirty="0"/>
            <a:t>realisere gevinster når tiltaket er iverksatt 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nb-NO" sz="1100" kern="1200" dirty="0"/>
            <a:t>ha resultatmål for evaluering av tiltaket i etterkant 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nb-NO" sz="1100" kern="1200" dirty="0"/>
            <a:t>gjøre grunnlaget for beslutninger om offentlige tiltak mer synlig for offentligheten</a:t>
          </a:r>
          <a:endParaRPr lang="en-US" sz="1100" kern="1200" dirty="0"/>
        </a:p>
      </dsp:txBody>
      <dsp:txXfrm>
        <a:off x="0" y="2827125"/>
        <a:ext cx="6798539" cy="745200"/>
      </dsp:txXfrm>
    </dsp:sp>
    <dsp:sp modelId="{1AC03A81-3121-40A9-A03D-1E58671F965F}">
      <dsp:nvSpPr>
        <dsp:cNvPr id="0" name=""/>
        <dsp:cNvSpPr/>
      </dsp:nvSpPr>
      <dsp:spPr>
        <a:xfrm>
          <a:off x="0" y="3572325"/>
          <a:ext cx="6798539" cy="6364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b="1" kern="1200" dirty="0"/>
            <a:t> Andre grunner  </a:t>
          </a:r>
          <a:endParaRPr lang="en-US" sz="1600" kern="1200" dirty="0"/>
        </a:p>
      </dsp:txBody>
      <dsp:txXfrm>
        <a:off x="31070" y="3603395"/>
        <a:ext cx="6736399" cy="574340"/>
      </dsp:txXfrm>
    </dsp:sp>
    <dsp:sp modelId="{0EFB46BF-C5A0-4C86-99D4-F48C0455312A}">
      <dsp:nvSpPr>
        <dsp:cNvPr id="0" name=""/>
        <dsp:cNvSpPr/>
      </dsp:nvSpPr>
      <dsp:spPr>
        <a:xfrm>
          <a:off x="0" y="4208805"/>
          <a:ext cx="6798539" cy="5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13970" rIns="78232" bIns="1397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nb-NO" sz="1100" b="0" kern="1200" dirty="0"/>
            <a:t>Private konsulenter, lobbyvirksomhet. </a:t>
          </a:r>
        </a:p>
      </dsp:txBody>
      <dsp:txXfrm>
        <a:off x="0" y="4208805"/>
        <a:ext cx="6798539" cy="529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6AACAF-364A-48F2-8582-08AF55EDE682}">
      <dsp:nvSpPr>
        <dsp:cNvPr id="0" name=""/>
        <dsp:cNvSpPr/>
      </dsp:nvSpPr>
      <dsp:spPr>
        <a:xfrm>
          <a:off x="0" y="2096402"/>
          <a:ext cx="1092782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276D4-DA36-424B-9F3C-A7A014D8E428}">
      <dsp:nvSpPr>
        <dsp:cNvPr id="0" name=""/>
        <dsp:cNvSpPr/>
      </dsp:nvSpPr>
      <dsp:spPr>
        <a:xfrm rot="8100000">
          <a:off x="69941" y="483138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E5C47-987C-4D69-A939-2F56EE882862}">
      <dsp:nvSpPr>
        <dsp:cNvPr id="0" name=""/>
        <dsp:cNvSpPr/>
      </dsp:nvSpPr>
      <dsp:spPr>
        <a:xfrm>
          <a:off x="104194" y="517392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CFE14-1AA7-42B8-B92C-0861035B98C4}">
      <dsp:nvSpPr>
        <dsp:cNvPr id="0" name=""/>
        <dsp:cNvSpPr/>
      </dsp:nvSpPr>
      <dsp:spPr>
        <a:xfrm>
          <a:off x="442134" y="855332"/>
          <a:ext cx="3631825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Sir William Petty (1623–1687): </a:t>
          </a:r>
          <a:r>
            <a:rPr lang="en-US" sz="1400" kern="1200" dirty="0" err="1"/>
            <a:t>tidlig</a:t>
          </a:r>
          <a:r>
            <a:rPr lang="en-US" sz="1400" kern="1200" dirty="0"/>
            <a:t> </a:t>
          </a:r>
          <a:r>
            <a:rPr lang="en-US" sz="1400" kern="1200" dirty="0" err="1"/>
            <a:t>forløper</a:t>
          </a:r>
          <a:r>
            <a:rPr lang="en-US" sz="1400" kern="1200" dirty="0"/>
            <a:t> – </a:t>
          </a:r>
          <a:r>
            <a:rPr lang="en-US" sz="1400" kern="1200" dirty="0" err="1"/>
            <a:t>mente</a:t>
          </a:r>
          <a:r>
            <a:rPr lang="en-US" sz="1400" kern="1200" dirty="0"/>
            <a:t> </a:t>
          </a:r>
          <a:r>
            <a:rPr lang="en-US" sz="1400" kern="1200" dirty="0" err="1"/>
            <a:t>statlige</a:t>
          </a:r>
          <a:r>
            <a:rPr lang="en-US" sz="1400" kern="1200" dirty="0"/>
            <a:t> </a:t>
          </a:r>
          <a:r>
            <a:rPr lang="en-US" sz="1400" kern="1200" dirty="0" err="1"/>
            <a:t>beslutninger</a:t>
          </a:r>
          <a:r>
            <a:rPr lang="en-US" sz="1400" kern="1200" dirty="0"/>
            <a:t> </a:t>
          </a:r>
          <a:r>
            <a:rPr lang="en-US" sz="1400" kern="1200" dirty="0" err="1"/>
            <a:t>burde</a:t>
          </a:r>
          <a:r>
            <a:rPr lang="en-US" sz="1400" kern="1200" dirty="0"/>
            <a:t> </a:t>
          </a:r>
          <a:r>
            <a:rPr lang="en-US" sz="1400" kern="1200" dirty="0" err="1"/>
            <a:t>bygge</a:t>
          </a:r>
          <a:r>
            <a:rPr lang="en-US" sz="1400" kern="1200" dirty="0"/>
            <a:t> </a:t>
          </a:r>
          <a:r>
            <a:rPr lang="en-US" sz="1400" kern="1200" dirty="0" err="1"/>
            <a:t>på</a:t>
          </a:r>
          <a:r>
            <a:rPr lang="en-US" sz="1400" kern="1200" dirty="0"/>
            <a:t> «tall, </a:t>
          </a:r>
          <a:r>
            <a:rPr lang="en-US" sz="1400" kern="1200" dirty="0" err="1"/>
            <a:t>vekt</a:t>
          </a:r>
          <a:r>
            <a:rPr lang="en-US" sz="1400" kern="1200" dirty="0"/>
            <a:t> og </a:t>
          </a:r>
          <a:r>
            <a:rPr lang="en-US" sz="1400" kern="1200" dirty="0" err="1"/>
            <a:t>mål</a:t>
          </a:r>
          <a:r>
            <a:rPr lang="en-US" sz="1400" kern="1200" dirty="0"/>
            <a:t>», </a:t>
          </a:r>
          <a:r>
            <a:rPr lang="en-US" sz="1400" kern="1200" dirty="0" err="1"/>
            <a:t>ikke</a:t>
          </a:r>
          <a:r>
            <a:rPr lang="en-US" sz="1400" kern="1200" dirty="0"/>
            <a:t> </a:t>
          </a:r>
          <a:r>
            <a:rPr lang="en-US" sz="1400" kern="1200" dirty="0" err="1"/>
            <a:t>synsing</a:t>
          </a:r>
          <a:r>
            <a:rPr lang="en-US" sz="1400" kern="1200" dirty="0"/>
            <a:t> </a:t>
          </a:r>
        </a:p>
      </dsp:txBody>
      <dsp:txXfrm>
        <a:off x="442134" y="855332"/>
        <a:ext cx="3631825" cy="1241070"/>
      </dsp:txXfrm>
    </dsp:sp>
    <dsp:sp modelId="{E6F93869-6248-4440-9BB1-6228B0F296F2}">
      <dsp:nvSpPr>
        <dsp:cNvPr id="0" name=""/>
        <dsp:cNvSpPr/>
      </dsp:nvSpPr>
      <dsp:spPr>
        <a:xfrm>
          <a:off x="442134" y="419280"/>
          <a:ext cx="3631825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1623–1687</a:t>
          </a:r>
        </a:p>
      </dsp:txBody>
      <dsp:txXfrm>
        <a:off x="442134" y="419280"/>
        <a:ext cx="3631825" cy="436051"/>
      </dsp:txXfrm>
    </dsp:sp>
    <dsp:sp modelId="{8A122F7C-1BF9-417F-9C4B-0FD552EA6DCA}">
      <dsp:nvSpPr>
        <dsp:cNvPr id="0" name=""/>
        <dsp:cNvSpPr/>
      </dsp:nvSpPr>
      <dsp:spPr>
        <a:xfrm>
          <a:off x="224109" y="85533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0FDF17-9E2A-4C65-8B30-20DB50B92B94}">
      <dsp:nvSpPr>
        <dsp:cNvPr id="0" name=""/>
        <dsp:cNvSpPr/>
      </dsp:nvSpPr>
      <dsp:spPr>
        <a:xfrm>
          <a:off x="184864" y="2057157"/>
          <a:ext cx="78489" cy="784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2E7B1-0B60-4BDB-A9D7-0A47EA3F98C8}">
      <dsp:nvSpPr>
        <dsp:cNvPr id="0" name=""/>
        <dsp:cNvSpPr/>
      </dsp:nvSpPr>
      <dsp:spPr>
        <a:xfrm rot="18900000">
          <a:off x="2249931" y="3401331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75407-2584-4CCB-BE7C-CA83B5AD66A0}">
      <dsp:nvSpPr>
        <dsp:cNvPr id="0" name=""/>
        <dsp:cNvSpPr/>
      </dsp:nvSpPr>
      <dsp:spPr>
        <a:xfrm>
          <a:off x="2284184" y="3435584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61A6E-BED9-4A43-804B-41EEBAE4C53E}">
      <dsp:nvSpPr>
        <dsp:cNvPr id="0" name=""/>
        <dsp:cNvSpPr/>
      </dsp:nvSpPr>
      <dsp:spPr>
        <a:xfrm>
          <a:off x="2622124" y="2096402"/>
          <a:ext cx="3631825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3350" rIns="0" bIns="8890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Jules Dupuit (1844): la det </a:t>
          </a:r>
          <a:r>
            <a:rPr lang="en-US" sz="1400" kern="1200" dirty="0" err="1"/>
            <a:t>konseptuelle</a:t>
          </a:r>
          <a:r>
            <a:rPr lang="en-US" sz="1400" kern="1200" dirty="0"/>
            <a:t> </a:t>
          </a:r>
          <a:r>
            <a:rPr lang="en-US" sz="1400" kern="1200" dirty="0" err="1"/>
            <a:t>grunnlaget</a:t>
          </a:r>
          <a:r>
            <a:rPr lang="en-US" sz="1400" kern="1200" dirty="0"/>
            <a:t> </a:t>
          </a:r>
          <a:r>
            <a:rPr lang="en-US" sz="1400" kern="1200" dirty="0" err="1"/>
            <a:t>ved</a:t>
          </a:r>
          <a:r>
            <a:rPr lang="en-US" sz="1400" kern="1200" dirty="0"/>
            <a:t> å </a:t>
          </a:r>
          <a:r>
            <a:rPr lang="en-US" sz="1400" kern="1200" dirty="0" err="1"/>
            <a:t>kvantifisere</a:t>
          </a:r>
          <a:r>
            <a:rPr lang="en-US" sz="1400" kern="1200" dirty="0"/>
            <a:t> </a:t>
          </a:r>
          <a:r>
            <a:rPr lang="en-US" sz="1400" kern="1200" dirty="0" err="1"/>
            <a:t>konsumentoverskudd</a:t>
          </a:r>
          <a:r>
            <a:rPr lang="en-US" sz="1400" kern="1200" dirty="0"/>
            <a:t> – </a:t>
          </a:r>
          <a:r>
            <a:rPr lang="en-US" sz="1400" kern="1200" dirty="0" err="1"/>
            <a:t>fortsatt</a:t>
          </a:r>
          <a:r>
            <a:rPr lang="en-US" sz="1400" kern="1200" dirty="0"/>
            <a:t> </a:t>
          </a:r>
          <a:r>
            <a:rPr lang="en-US" sz="1400" kern="1200" dirty="0" err="1"/>
            <a:t>sentralt</a:t>
          </a:r>
          <a:r>
            <a:rPr lang="en-US" sz="1400" kern="1200" dirty="0"/>
            <a:t> i NKA i </a:t>
          </a:r>
          <a:r>
            <a:rPr lang="en-US" sz="1400" kern="1200" dirty="0" err="1"/>
            <a:t>dag</a:t>
          </a:r>
          <a:r>
            <a:rPr lang="en-US" sz="1400" kern="1200" dirty="0"/>
            <a:t> </a:t>
          </a:r>
        </a:p>
      </dsp:txBody>
      <dsp:txXfrm>
        <a:off x="2622124" y="2096402"/>
        <a:ext cx="3631825" cy="1241070"/>
      </dsp:txXfrm>
    </dsp:sp>
    <dsp:sp modelId="{E8232EF2-261A-4515-B0D6-44D5B1819E07}">
      <dsp:nvSpPr>
        <dsp:cNvPr id="0" name=""/>
        <dsp:cNvSpPr/>
      </dsp:nvSpPr>
      <dsp:spPr>
        <a:xfrm>
          <a:off x="2622124" y="3337472"/>
          <a:ext cx="3631825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1844</a:t>
          </a:r>
        </a:p>
      </dsp:txBody>
      <dsp:txXfrm>
        <a:off x="2622124" y="3337472"/>
        <a:ext cx="3631825" cy="436051"/>
      </dsp:txXfrm>
    </dsp:sp>
    <dsp:sp modelId="{795EB64A-3214-4347-BCDB-567E462EA7AB}">
      <dsp:nvSpPr>
        <dsp:cNvPr id="0" name=""/>
        <dsp:cNvSpPr/>
      </dsp:nvSpPr>
      <dsp:spPr>
        <a:xfrm>
          <a:off x="2404098" y="209640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892ED9-0583-443B-A9A4-73BC95FC787A}">
      <dsp:nvSpPr>
        <dsp:cNvPr id="0" name=""/>
        <dsp:cNvSpPr/>
      </dsp:nvSpPr>
      <dsp:spPr>
        <a:xfrm>
          <a:off x="2364854" y="2057157"/>
          <a:ext cx="78489" cy="78489"/>
        </a:xfrm>
        <a:prstGeom prst="ellips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47FE4-F3C8-4CD9-9BB9-48E12F531250}">
      <dsp:nvSpPr>
        <dsp:cNvPr id="0" name=""/>
        <dsp:cNvSpPr/>
      </dsp:nvSpPr>
      <dsp:spPr>
        <a:xfrm rot="8100000">
          <a:off x="4429920" y="483138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32497-76CF-4798-8C0F-3A4AFB04F3EA}">
      <dsp:nvSpPr>
        <dsp:cNvPr id="0" name=""/>
        <dsp:cNvSpPr/>
      </dsp:nvSpPr>
      <dsp:spPr>
        <a:xfrm>
          <a:off x="4464174" y="517392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462FA-4523-4AA1-9594-156CA88236EE}">
      <dsp:nvSpPr>
        <dsp:cNvPr id="0" name=""/>
        <dsp:cNvSpPr/>
      </dsp:nvSpPr>
      <dsp:spPr>
        <a:xfrm>
          <a:off x="4802114" y="855332"/>
          <a:ext cx="3631825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Alfred Marshall (1890): </a:t>
          </a:r>
          <a:r>
            <a:rPr lang="en-US" sz="1400" kern="1200" dirty="0" err="1"/>
            <a:t>videreutviklet</a:t>
          </a:r>
          <a:r>
            <a:rPr lang="en-US" sz="1400" kern="1200" dirty="0"/>
            <a:t> og </a:t>
          </a:r>
          <a:r>
            <a:rPr lang="en-US" sz="1400" kern="1200" dirty="0" err="1"/>
            <a:t>formaliserte</a:t>
          </a:r>
          <a:r>
            <a:rPr lang="en-US" sz="1400" kern="1200" dirty="0"/>
            <a:t> Dupuits </a:t>
          </a:r>
          <a:r>
            <a:rPr lang="en-US" sz="1400" kern="1200" dirty="0" err="1"/>
            <a:t>idéer</a:t>
          </a:r>
          <a:r>
            <a:rPr lang="en-US" sz="1400" kern="1200" dirty="0"/>
            <a:t> </a:t>
          </a:r>
        </a:p>
      </dsp:txBody>
      <dsp:txXfrm>
        <a:off x="4802114" y="855332"/>
        <a:ext cx="3631825" cy="1241070"/>
      </dsp:txXfrm>
    </dsp:sp>
    <dsp:sp modelId="{C202CB6A-BCC8-4C2E-AE2F-73CBD446E59F}">
      <dsp:nvSpPr>
        <dsp:cNvPr id="0" name=""/>
        <dsp:cNvSpPr/>
      </dsp:nvSpPr>
      <dsp:spPr>
        <a:xfrm>
          <a:off x="4802114" y="419280"/>
          <a:ext cx="3631825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1890</a:t>
          </a:r>
        </a:p>
      </dsp:txBody>
      <dsp:txXfrm>
        <a:off x="4802114" y="419280"/>
        <a:ext cx="3631825" cy="436051"/>
      </dsp:txXfrm>
    </dsp:sp>
    <dsp:sp modelId="{0BA8603C-F145-4661-A005-C868AB01E6F2}">
      <dsp:nvSpPr>
        <dsp:cNvPr id="0" name=""/>
        <dsp:cNvSpPr/>
      </dsp:nvSpPr>
      <dsp:spPr>
        <a:xfrm>
          <a:off x="4584088" y="85533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9E5079-046E-430E-A0B2-7DA72147565C}">
      <dsp:nvSpPr>
        <dsp:cNvPr id="0" name=""/>
        <dsp:cNvSpPr/>
      </dsp:nvSpPr>
      <dsp:spPr>
        <a:xfrm>
          <a:off x="4544843" y="2057157"/>
          <a:ext cx="78489" cy="78489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16439-E09B-4FC3-ADEF-0864F0906109}">
      <dsp:nvSpPr>
        <dsp:cNvPr id="0" name=""/>
        <dsp:cNvSpPr/>
      </dsp:nvSpPr>
      <dsp:spPr>
        <a:xfrm rot="18900000">
          <a:off x="6609910" y="3401331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AB5D8-6688-4F42-AF82-D7BBA6870957}">
      <dsp:nvSpPr>
        <dsp:cNvPr id="0" name=""/>
        <dsp:cNvSpPr/>
      </dsp:nvSpPr>
      <dsp:spPr>
        <a:xfrm>
          <a:off x="6644163" y="3435584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A9974-B7DA-4F90-9629-E49A9215E4A8}">
      <dsp:nvSpPr>
        <dsp:cNvPr id="0" name=""/>
        <dsp:cNvSpPr/>
      </dsp:nvSpPr>
      <dsp:spPr>
        <a:xfrm>
          <a:off x="6982103" y="2096402"/>
          <a:ext cx="3631825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3350" rIns="0" bIns="8890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USA, Flood Control Act (1936): NKA </a:t>
          </a:r>
          <a:r>
            <a:rPr lang="en-US" sz="1400" kern="1200" dirty="0" err="1"/>
            <a:t>formalisert</a:t>
          </a:r>
          <a:r>
            <a:rPr lang="en-US" sz="1400" kern="1200" dirty="0"/>
            <a:t> – </a:t>
          </a:r>
          <a:r>
            <a:rPr lang="en-US" sz="1400" kern="1200" dirty="0" err="1"/>
            <a:t>krevde</a:t>
          </a:r>
          <a:r>
            <a:rPr lang="en-US" sz="1400" kern="1200" dirty="0"/>
            <a:t> at </a:t>
          </a:r>
          <a:r>
            <a:rPr lang="en-US" sz="1400" kern="1200" dirty="0" err="1"/>
            <a:t>nytten</a:t>
          </a:r>
          <a:r>
            <a:rPr lang="en-US" sz="1400" kern="1200" dirty="0"/>
            <a:t> </a:t>
          </a:r>
          <a:r>
            <a:rPr lang="en-US" sz="1400" kern="1200" dirty="0" err="1"/>
            <a:t>skulle</a:t>
          </a:r>
          <a:r>
            <a:rPr lang="en-US" sz="1400" kern="1200" dirty="0"/>
            <a:t> </a:t>
          </a:r>
          <a:r>
            <a:rPr lang="en-US" sz="1400" kern="1200" dirty="0" err="1"/>
            <a:t>overstige</a:t>
          </a:r>
          <a:r>
            <a:rPr lang="en-US" sz="1400" kern="1200" dirty="0"/>
            <a:t> </a:t>
          </a:r>
          <a:r>
            <a:rPr lang="en-US" sz="1400" kern="1200" dirty="0" err="1"/>
            <a:t>kostnadene</a:t>
          </a:r>
          <a:r>
            <a:rPr lang="en-US" sz="1400" kern="1200" dirty="0"/>
            <a:t> </a:t>
          </a:r>
          <a:r>
            <a:rPr lang="en-US" sz="1400" kern="1200" dirty="0" err="1"/>
            <a:t>før</a:t>
          </a:r>
          <a:r>
            <a:rPr lang="en-US" sz="1400" kern="1200" dirty="0"/>
            <a:t> </a:t>
          </a:r>
          <a:r>
            <a:rPr lang="en-US" sz="1400" kern="1200" dirty="0" err="1"/>
            <a:t>føderale</a:t>
          </a:r>
          <a:r>
            <a:rPr lang="en-US" sz="1400" kern="1200" dirty="0"/>
            <a:t> </a:t>
          </a:r>
          <a:r>
            <a:rPr lang="en-US" sz="1400" kern="1200" dirty="0" err="1"/>
            <a:t>prosjekter</a:t>
          </a:r>
          <a:r>
            <a:rPr lang="en-US" sz="1400" kern="1200" dirty="0"/>
            <a:t> </a:t>
          </a:r>
          <a:r>
            <a:rPr lang="en-US" sz="1400" kern="1200" dirty="0" err="1"/>
            <a:t>ble</a:t>
          </a:r>
          <a:r>
            <a:rPr lang="en-US" sz="1400" kern="1200" dirty="0"/>
            <a:t> </a:t>
          </a:r>
          <a:r>
            <a:rPr lang="en-US" sz="1400" kern="1200" dirty="0" err="1"/>
            <a:t>godkjent</a:t>
          </a:r>
          <a:r>
            <a:rPr lang="en-US" sz="1400" kern="1200" dirty="0"/>
            <a:t>. </a:t>
          </a:r>
          <a:r>
            <a:rPr lang="en-US" sz="1400" kern="1200" dirty="0" err="1"/>
            <a:t>Første</a:t>
          </a:r>
          <a:r>
            <a:rPr lang="en-US" sz="1400" kern="1200" dirty="0"/>
            <a:t> </a:t>
          </a:r>
          <a:r>
            <a:rPr lang="en-US" sz="1400" kern="1200" dirty="0" err="1"/>
            <a:t>systematiske</a:t>
          </a:r>
          <a:r>
            <a:rPr lang="en-US" sz="1400" kern="1200" dirty="0"/>
            <a:t> bruk av NKA i </a:t>
          </a:r>
          <a:r>
            <a:rPr lang="en-US" sz="1400" kern="1200" dirty="0" err="1"/>
            <a:t>offentlig</a:t>
          </a:r>
          <a:r>
            <a:rPr lang="en-US" sz="1400" kern="1200" dirty="0"/>
            <a:t> </a:t>
          </a:r>
          <a:r>
            <a:rPr lang="en-US" sz="1400" kern="1200" dirty="0" err="1"/>
            <a:t>beslutningstaking</a:t>
          </a:r>
          <a:endParaRPr lang="en-US" sz="1400" kern="1200" dirty="0"/>
        </a:p>
      </dsp:txBody>
      <dsp:txXfrm>
        <a:off x="6982103" y="2096402"/>
        <a:ext cx="3631825" cy="1241070"/>
      </dsp:txXfrm>
    </dsp:sp>
    <dsp:sp modelId="{CC161504-8091-41FA-B186-7EFB7D0EFB4B}">
      <dsp:nvSpPr>
        <dsp:cNvPr id="0" name=""/>
        <dsp:cNvSpPr/>
      </dsp:nvSpPr>
      <dsp:spPr>
        <a:xfrm>
          <a:off x="6982103" y="3337472"/>
          <a:ext cx="3631825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1936</a:t>
          </a:r>
        </a:p>
      </dsp:txBody>
      <dsp:txXfrm>
        <a:off x="6982103" y="3337472"/>
        <a:ext cx="3631825" cy="436051"/>
      </dsp:txXfrm>
    </dsp:sp>
    <dsp:sp modelId="{4240BE8E-0AB4-4B7F-BDA9-328E211B7CCB}">
      <dsp:nvSpPr>
        <dsp:cNvPr id="0" name=""/>
        <dsp:cNvSpPr/>
      </dsp:nvSpPr>
      <dsp:spPr>
        <a:xfrm>
          <a:off x="6764078" y="209640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EE0531-12E8-421C-9615-B04596036242}">
      <dsp:nvSpPr>
        <dsp:cNvPr id="0" name=""/>
        <dsp:cNvSpPr/>
      </dsp:nvSpPr>
      <dsp:spPr>
        <a:xfrm>
          <a:off x="6724053" y="2057157"/>
          <a:ext cx="78489" cy="78489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38AF8-9D42-4568-84FE-3FA109438319}">
      <dsp:nvSpPr>
        <dsp:cNvPr id="0" name=""/>
        <dsp:cNvSpPr/>
      </dsp:nvSpPr>
      <dsp:spPr>
        <a:xfrm>
          <a:off x="0" y="163268"/>
          <a:ext cx="10515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Hver</a:t>
          </a:r>
          <a:r>
            <a:rPr lang="en-US" sz="360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</a:t>
          </a:r>
          <a:r>
            <a:rPr lang="en-US" sz="3600" kern="12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gruppe</a:t>
          </a:r>
          <a:r>
            <a:rPr lang="en-US" sz="360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</a:t>
          </a:r>
          <a:r>
            <a:rPr lang="en-US" sz="3600" kern="12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får</a:t>
          </a:r>
          <a:r>
            <a:rPr lang="en-US" sz="360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</a:t>
          </a:r>
          <a:r>
            <a:rPr lang="en-US" sz="3600" kern="12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ansvar</a:t>
          </a:r>
          <a:r>
            <a:rPr lang="en-US" sz="360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for </a:t>
          </a:r>
          <a:r>
            <a:rPr lang="en-US" sz="3600" kern="1200" dirty="0" err="1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én</a:t>
          </a:r>
          <a:r>
            <a:rPr lang="en-US" sz="360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rapport.</a:t>
          </a:r>
          <a:endParaRPr lang="en-US" sz="3600" kern="1200" dirty="0">
            <a:solidFill>
              <a:schemeClr val="bg1"/>
            </a:solidFill>
          </a:endParaRPr>
        </a:p>
      </dsp:txBody>
      <dsp:txXfrm>
        <a:off x="59399" y="222667"/>
        <a:ext cx="10396802" cy="1098002"/>
      </dsp:txXfrm>
    </dsp:sp>
    <dsp:sp modelId="{EBF8A018-8B07-4657-9978-B1105A7EA0CE}">
      <dsp:nvSpPr>
        <dsp:cNvPr id="0" name=""/>
        <dsp:cNvSpPr/>
      </dsp:nvSpPr>
      <dsp:spPr>
        <a:xfrm>
          <a:off x="0" y="1567269"/>
          <a:ext cx="10515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600" kern="1200"/>
            <a:t>Les rapporten dere har fått ansvar for</a:t>
          </a:r>
          <a:endParaRPr lang="en-US" sz="3600" kern="1200" dirty="0"/>
        </a:p>
      </dsp:txBody>
      <dsp:txXfrm>
        <a:off x="59399" y="1626668"/>
        <a:ext cx="10396802" cy="1098002"/>
      </dsp:txXfrm>
    </dsp:sp>
    <dsp:sp modelId="{BD3E2B84-0D0A-4DC8-BB8A-18FEEB66BE91}">
      <dsp:nvSpPr>
        <dsp:cNvPr id="0" name=""/>
        <dsp:cNvSpPr/>
      </dsp:nvSpPr>
      <dsp:spPr>
        <a:xfrm>
          <a:off x="0" y="2971269"/>
          <a:ext cx="10515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600" kern="1200" dirty="0"/>
            <a:t>Vurder spesielt tiltak og virkninger</a:t>
          </a:r>
          <a:endParaRPr lang="en-US" sz="3600" kern="1200" dirty="0"/>
        </a:p>
      </dsp:txBody>
      <dsp:txXfrm>
        <a:off x="59399" y="3030668"/>
        <a:ext cx="10396802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086524-2CF7-4414-821C-B39017E88F43}">
      <dsp:nvSpPr>
        <dsp:cNvPr id="0" name=""/>
        <dsp:cNvSpPr/>
      </dsp:nvSpPr>
      <dsp:spPr>
        <a:xfrm>
          <a:off x="0" y="32485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459AF2-7BF1-4DB6-A3D5-41211DBCECAD}">
      <dsp:nvSpPr>
        <dsp:cNvPr id="0" name=""/>
        <dsp:cNvSpPr/>
      </dsp:nvSpPr>
      <dsp:spPr>
        <a:xfrm>
          <a:off x="333341" y="73939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/>
            <a:t>Investeringskostnad</a:t>
          </a:r>
          <a:endParaRPr lang="en-US" sz="1700" kern="1200"/>
        </a:p>
      </dsp:txBody>
      <dsp:txXfrm>
        <a:off x="357839" y="98437"/>
        <a:ext cx="4617787" cy="452844"/>
      </dsp:txXfrm>
    </dsp:sp>
    <dsp:sp modelId="{4A3AD054-6AAE-4EAC-8586-9E0BFDAC3B2A}">
      <dsp:nvSpPr>
        <dsp:cNvPr id="0" name=""/>
        <dsp:cNvSpPr/>
      </dsp:nvSpPr>
      <dsp:spPr>
        <a:xfrm>
          <a:off x="0" y="109597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20683D-AC13-406D-960B-12610E84A5F7}">
      <dsp:nvSpPr>
        <dsp:cNvPr id="0" name=""/>
        <dsp:cNvSpPr/>
      </dsp:nvSpPr>
      <dsp:spPr>
        <a:xfrm>
          <a:off x="333341" y="845059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1073936"/>
                <a:satOff val="-3082"/>
                <a:lumOff val="-49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73936"/>
                <a:satOff val="-3082"/>
                <a:lumOff val="-49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73936"/>
                <a:satOff val="-3082"/>
                <a:lumOff val="-49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/>
            <a:t>Driftskostnad</a:t>
          </a:r>
          <a:endParaRPr lang="en-US" sz="1700" kern="1200"/>
        </a:p>
      </dsp:txBody>
      <dsp:txXfrm>
        <a:off x="357839" y="869557"/>
        <a:ext cx="4617787" cy="452844"/>
      </dsp:txXfrm>
    </dsp:sp>
    <dsp:sp modelId="{30D02358-169D-4E02-A132-5269E575B588}">
      <dsp:nvSpPr>
        <dsp:cNvPr id="0" name=""/>
        <dsp:cNvSpPr/>
      </dsp:nvSpPr>
      <dsp:spPr>
        <a:xfrm>
          <a:off x="0" y="186709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5E0DC-4D6B-4EAD-924D-9D77E28CDC9C}">
      <dsp:nvSpPr>
        <dsp:cNvPr id="0" name=""/>
        <dsp:cNvSpPr/>
      </dsp:nvSpPr>
      <dsp:spPr>
        <a:xfrm>
          <a:off x="333341" y="1616179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/>
            <a:t>Byggetid</a:t>
          </a:r>
          <a:endParaRPr lang="en-US" sz="1700" kern="1200"/>
        </a:p>
      </dsp:txBody>
      <dsp:txXfrm>
        <a:off x="357839" y="1640677"/>
        <a:ext cx="4617787" cy="452844"/>
      </dsp:txXfrm>
    </dsp:sp>
    <dsp:sp modelId="{C2808CF5-9095-4AC6-A6A8-383482DA1011}">
      <dsp:nvSpPr>
        <dsp:cNvPr id="0" name=""/>
        <dsp:cNvSpPr/>
      </dsp:nvSpPr>
      <dsp:spPr>
        <a:xfrm>
          <a:off x="0" y="263821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25D2E-9B92-4BC1-AC4E-10AFA81E02C6}">
      <dsp:nvSpPr>
        <dsp:cNvPr id="0" name=""/>
        <dsp:cNvSpPr/>
      </dsp:nvSpPr>
      <dsp:spPr>
        <a:xfrm>
          <a:off x="333341" y="2387299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/>
            <a:t>Produksjon</a:t>
          </a:r>
          <a:endParaRPr lang="en-US" sz="1700" kern="1200"/>
        </a:p>
      </dsp:txBody>
      <dsp:txXfrm>
        <a:off x="357839" y="2411797"/>
        <a:ext cx="4617787" cy="452844"/>
      </dsp:txXfrm>
    </dsp:sp>
    <dsp:sp modelId="{400ACAB9-8D7C-4E13-B920-C38341883D8E}">
      <dsp:nvSpPr>
        <dsp:cNvPr id="0" name=""/>
        <dsp:cNvSpPr/>
      </dsp:nvSpPr>
      <dsp:spPr>
        <a:xfrm>
          <a:off x="0" y="3409340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C4D3F3-5617-4D07-BFD8-2E337A8C5EA2}">
      <dsp:nvSpPr>
        <dsp:cNvPr id="0" name=""/>
        <dsp:cNvSpPr/>
      </dsp:nvSpPr>
      <dsp:spPr>
        <a:xfrm>
          <a:off x="333341" y="3158420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/>
            <a:t>Levetid</a:t>
          </a:r>
          <a:endParaRPr lang="en-US" sz="1700" kern="1200"/>
        </a:p>
      </dsp:txBody>
      <dsp:txXfrm>
        <a:off x="357839" y="3182918"/>
        <a:ext cx="4617787" cy="452844"/>
      </dsp:txXfrm>
    </dsp:sp>
    <dsp:sp modelId="{4E7DED4B-1203-450A-86A1-9800B44CCCDB}">
      <dsp:nvSpPr>
        <dsp:cNvPr id="0" name=""/>
        <dsp:cNvSpPr/>
      </dsp:nvSpPr>
      <dsp:spPr>
        <a:xfrm>
          <a:off x="0" y="4180460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6632C-3030-4A2B-A857-5264DA7F5978}">
      <dsp:nvSpPr>
        <dsp:cNvPr id="0" name=""/>
        <dsp:cNvSpPr/>
      </dsp:nvSpPr>
      <dsp:spPr>
        <a:xfrm>
          <a:off x="333341" y="3929540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5369678"/>
                <a:satOff val="-15411"/>
                <a:lumOff val="-246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69678"/>
                <a:satOff val="-15411"/>
                <a:lumOff val="-246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69678"/>
                <a:satOff val="-15411"/>
                <a:lumOff val="-246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/>
            <a:t>Fremtidig kraftpris</a:t>
          </a:r>
          <a:endParaRPr lang="en-US" sz="1700" kern="1200"/>
        </a:p>
      </dsp:txBody>
      <dsp:txXfrm>
        <a:off x="357839" y="3954038"/>
        <a:ext cx="4617787" cy="452844"/>
      </dsp:txXfrm>
    </dsp:sp>
    <dsp:sp modelId="{CC323D43-583F-4E0F-9C1F-9C82E4E660B8}">
      <dsp:nvSpPr>
        <dsp:cNvPr id="0" name=""/>
        <dsp:cNvSpPr/>
      </dsp:nvSpPr>
      <dsp:spPr>
        <a:xfrm>
          <a:off x="0" y="4951580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34ABB-FBE2-4F58-AC07-148947180F18}">
      <dsp:nvSpPr>
        <dsp:cNvPr id="0" name=""/>
        <dsp:cNvSpPr/>
      </dsp:nvSpPr>
      <dsp:spPr>
        <a:xfrm>
          <a:off x="333341" y="4700660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/>
            <a:t>Infrastruktur</a:t>
          </a:r>
          <a:endParaRPr lang="en-US" sz="1700" kern="1200"/>
        </a:p>
      </dsp:txBody>
      <dsp:txXfrm>
        <a:off x="357839" y="4725158"/>
        <a:ext cx="4617787" cy="4528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81612-D7C0-4D8C-9271-7D4E1EC16F42}">
      <dsp:nvSpPr>
        <dsp:cNvPr id="0" name=""/>
        <dsp:cNvSpPr/>
      </dsp:nvSpPr>
      <dsp:spPr>
        <a:xfrm>
          <a:off x="4108" y="888723"/>
          <a:ext cx="2470500" cy="9147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Hvem sin nytte og hvem sin kostnad teller?</a:t>
          </a:r>
          <a:endParaRPr lang="en-US" sz="1800" kern="1200"/>
        </a:p>
      </dsp:txBody>
      <dsp:txXfrm>
        <a:off x="4108" y="888723"/>
        <a:ext cx="2470500" cy="914793"/>
      </dsp:txXfrm>
    </dsp:sp>
    <dsp:sp modelId="{7E793153-C848-4006-96F8-51E9DCEDF3C5}">
      <dsp:nvSpPr>
        <dsp:cNvPr id="0" name=""/>
        <dsp:cNvSpPr/>
      </dsp:nvSpPr>
      <dsp:spPr>
        <a:xfrm>
          <a:off x="4108" y="1803517"/>
          <a:ext cx="2470500" cy="150056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Staten, samfunnet, grupper eller individer?</a:t>
          </a:r>
          <a:endParaRPr lang="en-US" sz="1800" kern="1200"/>
        </a:p>
      </dsp:txBody>
      <dsp:txXfrm>
        <a:off x="4108" y="1803517"/>
        <a:ext cx="2470500" cy="1500563"/>
      </dsp:txXfrm>
    </dsp:sp>
    <dsp:sp modelId="{0C1167DA-AE78-467B-9EF7-5F3C8E9A14E6}">
      <dsp:nvSpPr>
        <dsp:cNvPr id="0" name=""/>
        <dsp:cNvSpPr/>
      </dsp:nvSpPr>
      <dsp:spPr>
        <a:xfrm>
          <a:off x="2820479" y="888723"/>
          <a:ext cx="2470500" cy="9147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Hva er nullalternativet?</a:t>
          </a:r>
          <a:endParaRPr lang="en-US" sz="1800" kern="1200"/>
        </a:p>
      </dsp:txBody>
      <dsp:txXfrm>
        <a:off x="2820479" y="888723"/>
        <a:ext cx="2470500" cy="914793"/>
      </dsp:txXfrm>
    </dsp:sp>
    <dsp:sp modelId="{9921C017-0921-4DFD-8B2A-4716022F9DC0}">
      <dsp:nvSpPr>
        <dsp:cNvPr id="0" name=""/>
        <dsp:cNvSpPr/>
      </dsp:nvSpPr>
      <dsp:spPr>
        <a:xfrm>
          <a:off x="2820479" y="1803517"/>
          <a:ext cx="2470500" cy="150056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Vanligvis situasjonen uten prosjektet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Eller alternativt rimeligere prosjekt</a:t>
          </a:r>
          <a:endParaRPr lang="en-US" sz="1800" kern="1200"/>
        </a:p>
      </dsp:txBody>
      <dsp:txXfrm>
        <a:off x="2820479" y="1803517"/>
        <a:ext cx="2470500" cy="1500563"/>
      </dsp:txXfrm>
    </dsp:sp>
    <dsp:sp modelId="{E329AB6D-D603-4806-9E41-B3077069D0AB}">
      <dsp:nvSpPr>
        <dsp:cNvPr id="0" name=""/>
        <dsp:cNvSpPr/>
      </dsp:nvSpPr>
      <dsp:spPr>
        <a:xfrm>
          <a:off x="5636849" y="888723"/>
          <a:ext cx="2470500" cy="9147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Hvem påvirkes?</a:t>
          </a:r>
          <a:endParaRPr lang="en-US" sz="1800" kern="1200"/>
        </a:p>
      </dsp:txBody>
      <dsp:txXfrm>
        <a:off x="5636849" y="888723"/>
        <a:ext cx="2470500" cy="914793"/>
      </dsp:txXfrm>
    </dsp:sp>
    <dsp:sp modelId="{C53A64FE-765F-413F-844A-514C5AB16061}">
      <dsp:nvSpPr>
        <dsp:cNvPr id="0" name=""/>
        <dsp:cNvSpPr/>
      </dsp:nvSpPr>
      <dsp:spPr>
        <a:xfrm>
          <a:off x="5636849" y="1803517"/>
          <a:ext cx="2470500" cy="150056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Transportmarkedet, arbeidsmarkedet, produktmarkedet, eiendomsmarkedet, kapitalmarkedet.</a:t>
          </a:r>
          <a:endParaRPr lang="en-US" sz="1800" kern="1200"/>
        </a:p>
      </dsp:txBody>
      <dsp:txXfrm>
        <a:off x="5636849" y="1803517"/>
        <a:ext cx="2470500" cy="1500563"/>
      </dsp:txXfrm>
    </dsp:sp>
    <dsp:sp modelId="{B65B83E5-C8B5-471F-94D7-0ACE7942A851}">
      <dsp:nvSpPr>
        <dsp:cNvPr id="0" name=""/>
        <dsp:cNvSpPr/>
      </dsp:nvSpPr>
      <dsp:spPr>
        <a:xfrm>
          <a:off x="8453219" y="888723"/>
          <a:ext cx="2470500" cy="9147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Hvordan verdsette?</a:t>
          </a:r>
          <a:endParaRPr lang="en-US" sz="1800" kern="1200"/>
        </a:p>
      </dsp:txBody>
      <dsp:txXfrm>
        <a:off x="8453219" y="888723"/>
        <a:ext cx="2470500" cy="914793"/>
      </dsp:txXfrm>
    </dsp:sp>
    <dsp:sp modelId="{2423A79A-121C-42FA-BC48-F3FE48F0105F}">
      <dsp:nvSpPr>
        <dsp:cNvPr id="0" name=""/>
        <dsp:cNvSpPr/>
      </dsp:nvSpPr>
      <dsp:spPr>
        <a:xfrm>
          <a:off x="8453219" y="1803517"/>
          <a:ext cx="2470500" cy="150056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 dirty="0"/>
            <a:t>Miljø, kulturarv, sikkerhet?</a:t>
          </a:r>
          <a:endParaRPr lang="en-US" sz="1800" kern="1200" dirty="0"/>
        </a:p>
      </dsp:txBody>
      <dsp:txXfrm>
        <a:off x="8453219" y="1803517"/>
        <a:ext cx="2470500" cy="15005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7A425-A886-4B50-899A-916FB1A57225}">
      <dsp:nvSpPr>
        <dsp:cNvPr id="0" name=""/>
        <dsp:cNvSpPr/>
      </dsp:nvSpPr>
      <dsp:spPr>
        <a:xfrm>
          <a:off x="1769370" y="1080385"/>
          <a:ext cx="37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68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7058" y="1124074"/>
        <a:ext cx="20314" cy="4062"/>
      </dsp:txXfrm>
    </dsp:sp>
    <dsp:sp modelId="{9E0B52CA-9B76-4CDB-8B14-1604F3B497E4}">
      <dsp:nvSpPr>
        <dsp:cNvPr id="0" name=""/>
        <dsp:cNvSpPr/>
      </dsp:nvSpPr>
      <dsp:spPr>
        <a:xfrm>
          <a:off x="4692" y="596162"/>
          <a:ext cx="1766478" cy="105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59" tIns="90859" rIns="86559" bIns="908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/>
            <a:t>Beskriv problemet og formuler mål</a:t>
          </a:r>
          <a:endParaRPr lang="en-US" sz="1300" kern="1200"/>
        </a:p>
      </dsp:txBody>
      <dsp:txXfrm>
        <a:off x="4692" y="596162"/>
        <a:ext cx="1766478" cy="1059886"/>
      </dsp:txXfrm>
    </dsp:sp>
    <dsp:sp modelId="{DE0E88B8-FBC6-45A1-A378-6EA686B7BC47}">
      <dsp:nvSpPr>
        <dsp:cNvPr id="0" name=""/>
        <dsp:cNvSpPr/>
      </dsp:nvSpPr>
      <dsp:spPr>
        <a:xfrm>
          <a:off x="3942139" y="1080385"/>
          <a:ext cx="37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68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19826" y="1124074"/>
        <a:ext cx="20314" cy="4062"/>
      </dsp:txXfrm>
    </dsp:sp>
    <dsp:sp modelId="{75080839-BB31-44FA-9535-744930DF9AD9}">
      <dsp:nvSpPr>
        <dsp:cNvPr id="0" name=""/>
        <dsp:cNvSpPr/>
      </dsp:nvSpPr>
      <dsp:spPr>
        <a:xfrm>
          <a:off x="2177460" y="596162"/>
          <a:ext cx="1766478" cy="105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59" tIns="90859" rIns="86559" bIns="908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/>
            <a:t>Identifiser og beskriv relevante tiltak</a:t>
          </a:r>
          <a:endParaRPr lang="en-US" sz="1300" kern="1200"/>
        </a:p>
      </dsp:txBody>
      <dsp:txXfrm>
        <a:off x="2177460" y="596162"/>
        <a:ext cx="1766478" cy="1059886"/>
      </dsp:txXfrm>
    </dsp:sp>
    <dsp:sp modelId="{4FBB1DA1-3636-4C01-802D-A49EC1F7152F}">
      <dsp:nvSpPr>
        <dsp:cNvPr id="0" name=""/>
        <dsp:cNvSpPr/>
      </dsp:nvSpPr>
      <dsp:spPr>
        <a:xfrm>
          <a:off x="887931" y="1654249"/>
          <a:ext cx="4345536" cy="375689"/>
        </a:xfrm>
        <a:custGeom>
          <a:avLst/>
          <a:gdLst/>
          <a:ahLst/>
          <a:cxnLst/>
          <a:rect l="0" t="0" r="0" b="0"/>
          <a:pathLst>
            <a:path>
              <a:moveTo>
                <a:pt x="4345536" y="0"/>
              </a:moveTo>
              <a:lnTo>
                <a:pt x="4345536" y="204944"/>
              </a:lnTo>
              <a:lnTo>
                <a:pt x="0" y="204944"/>
              </a:lnTo>
              <a:lnTo>
                <a:pt x="0" y="37568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51587" y="1840062"/>
        <a:ext cx="218224" cy="4062"/>
      </dsp:txXfrm>
    </dsp:sp>
    <dsp:sp modelId="{80DD68FD-15ED-4205-9BB4-EC99148FBFE9}">
      <dsp:nvSpPr>
        <dsp:cNvPr id="0" name=""/>
        <dsp:cNvSpPr/>
      </dsp:nvSpPr>
      <dsp:spPr>
        <a:xfrm>
          <a:off x="4350229" y="596162"/>
          <a:ext cx="1766478" cy="105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59" tIns="90859" rIns="86559" bIns="908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/>
            <a:t>Identifiser og beskrive virkningene</a:t>
          </a:r>
          <a:endParaRPr lang="en-US" sz="1300" kern="1200"/>
        </a:p>
      </dsp:txBody>
      <dsp:txXfrm>
        <a:off x="4350229" y="596162"/>
        <a:ext cx="1766478" cy="1059886"/>
      </dsp:txXfrm>
    </dsp:sp>
    <dsp:sp modelId="{1D05B497-7E6A-4AE5-9CCB-59C06E0DDE82}">
      <dsp:nvSpPr>
        <dsp:cNvPr id="0" name=""/>
        <dsp:cNvSpPr/>
      </dsp:nvSpPr>
      <dsp:spPr>
        <a:xfrm>
          <a:off x="1769370" y="2546562"/>
          <a:ext cx="37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68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7058" y="2590251"/>
        <a:ext cx="20314" cy="4062"/>
      </dsp:txXfrm>
    </dsp:sp>
    <dsp:sp modelId="{5FA9A97C-228A-41B2-BC0C-E66BDE582773}">
      <dsp:nvSpPr>
        <dsp:cNvPr id="0" name=""/>
        <dsp:cNvSpPr/>
      </dsp:nvSpPr>
      <dsp:spPr>
        <a:xfrm>
          <a:off x="4692" y="2062339"/>
          <a:ext cx="1766478" cy="105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59" tIns="90859" rIns="86559" bIns="908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/>
            <a:t>Tallfest, verdsett og vurder virkninger</a:t>
          </a:r>
          <a:endParaRPr lang="en-US" sz="1300" kern="1200"/>
        </a:p>
      </dsp:txBody>
      <dsp:txXfrm>
        <a:off x="4692" y="2062339"/>
        <a:ext cx="1766478" cy="1059886"/>
      </dsp:txXfrm>
    </dsp:sp>
    <dsp:sp modelId="{F1E79F0E-8606-4E29-8D77-BD1EB668E780}">
      <dsp:nvSpPr>
        <dsp:cNvPr id="0" name=""/>
        <dsp:cNvSpPr/>
      </dsp:nvSpPr>
      <dsp:spPr>
        <a:xfrm>
          <a:off x="3942139" y="2546562"/>
          <a:ext cx="37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68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19826" y="2590251"/>
        <a:ext cx="20314" cy="4062"/>
      </dsp:txXfrm>
    </dsp:sp>
    <dsp:sp modelId="{CC1BFD96-7A0C-4611-AB4F-3F0EEA227289}">
      <dsp:nvSpPr>
        <dsp:cNvPr id="0" name=""/>
        <dsp:cNvSpPr/>
      </dsp:nvSpPr>
      <dsp:spPr>
        <a:xfrm>
          <a:off x="2177460" y="2062339"/>
          <a:ext cx="1766478" cy="105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59" tIns="90859" rIns="86559" bIns="908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/>
            <a:t>Vurder samfunnsøkonomisk lønnsomhet</a:t>
          </a:r>
          <a:endParaRPr lang="en-US" sz="1300" kern="1200"/>
        </a:p>
      </dsp:txBody>
      <dsp:txXfrm>
        <a:off x="2177460" y="2062339"/>
        <a:ext cx="1766478" cy="1059886"/>
      </dsp:txXfrm>
    </dsp:sp>
    <dsp:sp modelId="{DA15F601-0A97-4D3C-9F3C-4AAD11730861}">
      <dsp:nvSpPr>
        <dsp:cNvPr id="0" name=""/>
        <dsp:cNvSpPr/>
      </dsp:nvSpPr>
      <dsp:spPr>
        <a:xfrm>
          <a:off x="887931" y="3120425"/>
          <a:ext cx="4345536" cy="375689"/>
        </a:xfrm>
        <a:custGeom>
          <a:avLst/>
          <a:gdLst/>
          <a:ahLst/>
          <a:cxnLst/>
          <a:rect l="0" t="0" r="0" b="0"/>
          <a:pathLst>
            <a:path>
              <a:moveTo>
                <a:pt x="4345536" y="0"/>
              </a:moveTo>
              <a:lnTo>
                <a:pt x="4345536" y="204944"/>
              </a:lnTo>
              <a:lnTo>
                <a:pt x="0" y="204944"/>
              </a:lnTo>
              <a:lnTo>
                <a:pt x="0" y="37568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51587" y="3306239"/>
        <a:ext cx="218224" cy="4062"/>
      </dsp:txXfrm>
    </dsp:sp>
    <dsp:sp modelId="{41A0B17B-C769-4BAB-A167-36D6F94CFFD2}">
      <dsp:nvSpPr>
        <dsp:cNvPr id="0" name=""/>
        <dsp:cNvSpPr/>
      </dsp:nvSpPr>
      <dsp:spPr>
        <a:xfrm>
          <a:off x="4350229" y="2062339"/>
          <a:ext cx="1766478" cy="105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59" tIns="90859" rIns="86559" bIns="908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 dirty="0"/>
            <a:t>Gjennomfør usikkerhetsanalyse</a:t>
          </a:r>
          <a:endParaRPr lang="en-US" sz="1300" kern="1200" dirty="0"/>
        </a:p>
      </dsp:txBody>
      <dsp:txXfrm>
        <a:off x="4350229" y="2062339"/>
        <a:ext cx="1766478" cy="1059886"/>
      </dsp:txXfrm>
    </dsp:sp>
    <dsp:sp modelId="{B1E80D7D-F440-4CBB-90DA-E98F190C6278}">
      <dsp:nvSpPr>
        <dsp:cNvPr id="0" name=""/>
        <dsp:cNvSpPr/>
      </dsp:nvSpPr>
      <dsp:spPr>
        <a:xfrm>
          <a:off x="1769370" y="4012739"/>
          <a:ext cx="37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68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b-NO" sz="500" kern="1200"/>
        </a:p>
      </dsp:txBody>
      <dsp:txXfrm>
        <a:off x="1947058" y="4056427"/>
        <a:ext cx="20314" cy="4062"/>
      </dsp:txXfrm>
    </dsp:sp>
    <dsp:sp modelId="{AD81D40C-4431-4B7C-82E0-B470EF267E1C}">
      <dsp:nvSpPr>
        <dsp:cNvPr id="0" name=""/>
        <dsp:cNvSpPr/>
      </dsp:nvSpPr>
      <dsp:spPr>
        <a:xfrm>
          <a:off x="4692" y="3528515"/>
          <a:ext cx="1766478" cy="105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59" tIns="90859" rIns="86559" bIns="908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/>
            <a:t>Beskrive fordelingsvirkninger</a:t>
          </a:r>
          <a:endParaRPr lang="en-US" sz="1300" kern="1200" dirty="0"/>
        </a:p>
      </dsp:txBody>
      <dsp:txXfrm>
        <a:off x="4692" y="3528515"/>
        <a:ext cx="1766478" cy="1059886"/>
      </dsp:txXfrm>
    </dsp:sp>
    <dsp:sp modelId="{07CE1609-A283-49EF-B720-177B3B69FAA9}">
      <dsp:nvSpPr>
        <dsp:cNvPr id="0" name=""/>
        <dsp:cNvSpPr/>
      </dsp:nvSpPr>
      <dsp:spPr>
        <a:xfrm>
          <a:off x="2177460" y="3528515"/>
          <a:ext cx="1766478" cy="105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59" tIns="90859" rIns="86559" bIns="908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300" kern="1200"/>
            <a:t>Gi en samlet vurdering og anbefal tiltak</a:t>
          </a:r>
          <a:endParaRPr lang="nb-NO" sz="1300" kern="1200" dirty="0"/>
        </a:p>
      </dsp:txBody>
      <dsp:txXfrm>
        <a:off x="2177460" y="3528515"/>
        <a:ext cx="1766478" cy="10598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C7DAC3-2C7B-4E4C-B5D9-26C969A9F9F9}">
      <dsp:nvSpPr>
        <dsp:cNvPr id="0" name=""/>
        <dsp:cNvSpPr/>
      </dsp:nvSpPr>
      <dsp:spPr>
        <a:xfrm>
          <a:off x="1680792" y="1402887"/>
          <a:ext cx="3547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71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8518" y="1446678"/>
        <a:ext cx="19265" cy="3856"/>
      </dsp:txXfrm>
    </dsp:sp>
    <dsp:sp modelId="{EFEB7A23-6390-490A-B863-2305A1CEFDD6}">
      <dsp:nvSpPr>
        <dsp:cNvPr id="0" name=""/>
        <dsp:cNvSpPr/>
      </dsp:nvSpPr>
      <dsp:spPr>
        <a:xfrm>
          <a:off x="7287" y="946015"/>
          <a:ext cx="1675304" cy="1005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91" tIns="86169" rIns="82091" bIns="861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200" kern="1200"/>
            <a:t>Ta hensyn til økonomisk kvantifiserbare effekter (prissatte virkninger)</a:t>
          </a:r>
          <a:endParaRPr lang="en-US" sz="1200" kern="1200"/>
        </a:p>
      </dsp:txBody>
      <dsp:txXfrm>
        <a:off x="7287" y="946015"/>
        <a:ext cx="1675304" cy="1005182"/>
      </dsp:txXfrm>
    </dsp:sp>
    <dsp:sp modelId="{F4ABC8AF-429C-4948-8552-58E847BD239F}">
      <dsp:nvSpPr>
        <dsp:cNvPr id="0" name=""/>
        <dsp:cNvSpPr/>
      </dsp:nvSpPr>
      <dsp:spPr>
        <a:xfrm>
          <a:off x="3741416" y="1402887"/>
          <a:ext cx="3547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71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09143" y="1446678"/>
        <a:ext cx="19265" cy="3856"/>
      </dsp:txXfrm>
    </dsp:sp>
    <dsp:sp modelId="{0EFA8304-6901-4AD0-AA92-A0830B077463}">
      <dsp:nvSpPr>
        <dsp:cNvPr id="0" name=""/>
        <dsp:cNvSpPr/>
      </dsp:nvSpPr>
      <dsp:spPr>
        <a:xfrm>
          <a:off x="2067911" y="946015"/>
          <a:ext cx="1675304" cy="1005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91" tIns="86169" rIns="82091" bIns="861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200" kern="1200"/>
            <a:t>Ta hensyn til ikke-kvantifiserbare effekter (ikke-prissatte virkninger)</a:t>
          </a:r>
          <a:endParaRPr lang="en-US" sz="1200" kern="1200"/>
        </a:p>
      </dsp:txBody>
      <dsp:txXfrm>
        <a:off x="2067911" y="946015"/>
        <a:ext cx="1675304" cy="1005182"/>
      </dsp:txXfrm>
    </dsp:sp>
    <dsp:sp modelId="{01F00E24-697B-4E9A-BD72-1D50EEBF5FA8}">
      <dsp:nvSpPr>
        <dsp:cNvPr id="0" name=""/>
        <dsp:cNvSpPr/>
      </dsp:nvSpPr>
      <dsp:spPr>
        <a:xfrm>
          <a:off x="844939" y="1949398"/>
          <a:ext cx="4121248" cy="354719"/>
        </a:xfrm>
        <a:custGeom>
          <a:avLst/>
          <a:gdLst/>
          <a:ahLst/>
          <a:cxnLst/>
          <a:rect l="0" t="0" r="0" b="0"/>
          <a:pathLst>
            <a:path>
              <a:moveTo>
                <a:pt x="4121248" y="0"/>
              </a:moveTo>
              <a:lnTo>
                <a:pt x="4121248" y="194459"/>
              </a:lnTo>
              <a:lnTo>
                <a:pt x="0" y="194459"/>
              </a:lnTo>
              <a:lnTo>
                <a:pt x="0" y="35471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02083" y="2124829"/>
        <a:ext cx="206961" cy="3856"/>
      </dsp:txXfrm>
    </dsp:sp>
    <dsp:sp modelId="{43EF0677-D78E-4B22-A17C-DD0E99AE4675}">
      <dsp:nvSpPr>
        <dsp:cNvPr id="0" name=""/>
        <dsp:cNvSpPr/>
      </dsp:nvSpPr>
      <dsp:spPr>
        <a:xfrm>
          <a:off x="4128535" y="946015"/>
          <a:ext cx="1675304" cy="1005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91" tIns="86169" rIns="82091" bIns="861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200" kern="1200"/>
            <a:t>I så stor grad som mulig/hensiktsmessig ta med all relevant nytte og alle relevante kostnader</a:t>
          </a:r>
          <a:endParaRPr lang="en-US" sz="1200" kern="1200"/>
        </a:p>
      </dsp:txBody>
      <dsp:txXfrm>
        <a:off x="4128535" y="946015"/>
        <a:ext cx="1675304" cy="1005182"/>
      </dsp:txXfrm>
    </dsp:sp>
    <dsp:sp modelId="{037EB616-F9A2-4367-948F-2C098EB399AA}">
      <dsp:nvSpPr>
        <dsp:cNvPr id="0" name=""/>
        <dsp:cNvSpPr/>
      </dsp:nvSpPr>
      <dsp:spPr>
        <a:xfrm>
          <a:off x="1680792" y="2793389"/>
          <a:ext cx="3547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71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8518" y="2837181"/>
        <a:ext cx="19265" cy="3856"/>
      </dsp:txXfrm>
    </dsp:sp>
    <dsp:sp modelId="{AF8408D9-8C39-4865-91E8-DD79E15A40C3}">
      <dsp:nvSpPr>
        <dsp:cNvPr id="0" name=""/>
        <dsp:cNvSpPr/>
      </dsp:nvSpPr>
      <dsp:spPr>
        <a:xfrm>
          <a:off x="7287" y="2336518"/>
          <a:ext cx="1675304" cy="1005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91" tIns="86169" rIns="82091" bIns="861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200" kern="1200"/>
            <a:t>Unngå dobbelttellinger</a:t>
          </a:r>
          <a:endParaRPr lang="en-US" sz="1200" kern="1200"/>
        </a:p>
      </dsp:txBody>
      <dsp:txXfrm>
        <a:off x="7287" y="2336518"/>
        <a:ext cx="1675304" cy="1005182"/>
      </dsp:txXfrm>
    </dsp:sp>
    <dsp:sp modelId="{6B690980-CE00-4706-A3DA-CCFA3C68AB05}">
      <dsp:nvSpPr>
        <dsp:cNvPr id="0" name=""/>
        <dsp:cNvSpPr/>
      </dsp:nvSpPr>
      <dsp:spPr>
        <a:xfrm>
          <a:off x="3741416" y="2793389"/>
          <a:ext cx="3547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71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09143" y="2837181"/>
        <a:ext cx="19265" cy="3856"/>
      </dsp:txXfrm>
    </dsp:sp>
    <dsp:sp modelId="{AE1BA881-298E-40C2-B829-1259CA22A67E}">
      <dsp:nvSpPr>
        <dsp:cNvPr id="0" name=""/>
        <dsp:cNvSpPr/>
      </dsp:nvSpPr>
      <dsp:spPr>
        <a:xfrm>
          <a:off x="2067911" y="2336518"/>
          <a:ext cx="1675304" cy="1005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91" tIns="86169" rIns="82091" bIns="861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200" kern="1200"/>
            <a:t>Ta hensyn til alternativ anvendelse</a:t>
          </a:r>
          <a:endParaRPr lang="en-US" sz="1200" kern="1200"/>
        </a:p>
      </dsp:txBody>
      <dsp:txXfrm>
        <a:off x="2067911" y="2336518"/>
        <a:ext cx="1675304" cy="1005182"/>
      </dsp:txXfrm>
    </dsp:sp>
    <dsp:sp modelId="{FECCF92B-33CF-4284-98C7-03501976ECC7}">
      <dsp:nvSpPr>
        <dsp:cNvPr id="0" name=""/>
        <dsp:cNvSpPr/>
      </dsp:nvSpPr>
      <dsp:spPr>
        <a:xfrm>
          <a:off x="844939" y="3339900"/>
          <a:ext cx="4121248" cy="354719"/>
        </a:xfrm>
        <a:custGeom>
          <a:avLst/>
          <a:gdLst/>
          <a:ahLst/>
          <a:cxnLst/>
          <a:rect l="0" t="0" r="0" b="0"/>
          <a:pathLst>
            <a:path>
              <a:moveTo>
                <a:pt x="4121248" y="0"/>
              </a:moveTo>
              <a:lnTo>
                <a:pt x="4121248" y="194459"/>
              </a:lnTo>
              <a:lnTo>
                <a:pt x="0" y="194459"/>
              </a:lnTo>
              <a:lnTo>
                <a:pt x="0" y="35471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02083" y="3515332"/>
        <a:ext cx="206961" cy="3856"/>
      </dsp:txXfrm>
    </dsp:sp>
    <dsp:sp modelId="{9E53FD2C-F8BF-4DFB-A100-28145B21F642}">
      <dsp:nvSpPr>
        <dsp:cNvPr id="0" name=""/>
        <dsp:cNvSpPr/>
      </dsp:nvSpPr>
      <dsp:spPr>
        <a:xfrm>
          <a:off x="4128535" y="2336518"/>
          <a:ext cx="1675304" cy="1005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91" tIns="86169" rIns="82091" bIns="861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200" kern="1200"/>
            <a:t>Ikke ta politiske hensyn</a:t>
          </a:r>
          <a:endParaRPr lang="en-US" sz="1200" kern="1200"/>
        </a:p>
      </dsp:txBody>
      <dsp:txXfrm>
        <a:off x="4128535" y="2336518"/>
        <a:ext cx="1675304" cy="1005182"/>
      </dsp:txXfrm>
    </dsp:sp>
    <dsp:sp modelId="{4C696423-B935-4DC9-A8F5-66D519A9016B}">
      <dsp:nvSpPr>
        <dsp:cNvPr id="0" name=""/>
        <dsp:cNvSpPr/>
      </dsp:nvSpPr>
      <dsp:spPr>
        <a:xfrm>
          <a:off x="1680792" y="4183891"/>
          <a:ext cx="3547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71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8518" y="4227683"/>
        <a:ext cx="19265" cy="3856"/>
      </dsp:txXfrm>
    </dsp:sp>
    <dsp:sp modelId="{06BF845C-08C3-4FC7-BF2E-476B4EEE7FDF}">
      <dsp:nvSpPr>
        <dsp:cNvPr id="0" name=""/>
        <dsp:cNvSpPr/>
      </dsp:nvSpPr>
      <dsp:spPr>
        <a:xfrm>
          <a:off x="7287" y="3727020"/>
          <a:ext cx="1675304" cy="1005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91" tIns="86169" rIns="82091" bIns="861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200" kern="1200"/>
            <a:t>Inneholde en usikkerhetsanalyse</a:t>
          </a:r>
          <a:endParaRPr lang="en-US" sz="1200" kern="1200"/>
        </a:p>
      </dsp:txBody>
      <dsp:txXfrm>
        <a:off x="7287" y="3727020"/>
        <a:ext cx="1675304" cy="1005182"/>
      </dsp:txXfrm>
    </dsp:sp>
    <dsp:sp modelId="{E77F63CC-A078-4F91-A8D7-19DF0CA4A930}">
      <dsp:nvSpPr>
        <dsp:cNvPr id="0" name=""/>
        <dsp:cNvSpPr/>
      </dsp:nvSpPr>
      <dsp:spPr>
        <a:xfrm>
          <a:off x="3741416" y="4183891"/>
          <a:ext cx="3547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71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09143" y="4227683"/>
        <a:ext cx="19265" cy="3856"/>
      </dsp:txXfrm>
    </dsp:sp>
    <dsp:sp modelId="{524A0DCD-D494-45C3-9752-475112B27BF9}">
      <dsp:nvSpPr>
        <dsp:cNvPr id="0" name=""/>
        <dsp:cNvSpPr/>
      </dsp:nvSpPr>
      <dsp:spPr>
        <a:xfrm>
          <a:off x="2067911" y="3727020"/>
          <a:ext cx="1675304" cy="1005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91" tIns="86169" rIns="82091" bIns="861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200" kern="1200"/>
            <a:t>Beskrive fordelingsvirkninger</a:t>
          </a:r>
          <a:endParaRPr lang="en-US" sz="1200" kern="1200"/>
        </a:p>
      </dsp:txBody>
      <dsp:txXfrm>
        <a:off x="2067911" y="3727020"/>
        <a:ext cx="1675304" cy="1005182"/>
      </dsp:txXfrm>
    </dsp:sp>
    <dsp:sp modelId="{DD75A3BC-CFDE-4B0D-8034-BBEA96A7A08E}">
      <dsp:nvSpPr>
        <dsp:cNvPr id="0" name=""/>
        <dsp:cNvSpPr/>
      </dsp:nvSpPr>
      <dsp:spPr>
        <a:xfrm>
          <a:off x="4128535" y="3727020"/>
          <a:ext cx="1675304" cy="1005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91" tIns="86169" rIns="82091" bIns="861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200" kern="1200"/>
            <a:t>Gi en samlet vurdering</a:t>
          </a:r>
          <a:endParaRPr lang="en-US" sz="1200" kern="1200"/>
        </a:p>
      </dsp:txBody>
      <dsp:txXfrm>
        <a:off x="4128535" y="3727020"/>
        <a:ext cx="1675304" cy="10051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D4D7D-5F0B-4AA0-9FFB-E5E19C6C1906}">
      <dsp:nvSpPr>
        <dsp:cNvPr id="0" name=""/>
        <dsp:cNvSpPr/>
      </dsp:nvSpPr>
      <dsp:spPr>
        <a:xfrm>
          <a:off x="0" y="471655"/>
          <a:ext cx="2124543" cy="12747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 dirty="0"/>
            <a:t>Alle typer offentlige tiltak</a:t>
          </a:r>
          <a:endParaRPr 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200" kern="1200" dirty="0"/>
            <a:t>reguleringer, investeringer, tjenesteproduksjon, reformer osv.</a:t>
          </a:r>
          <a:endParaRPr lang="en-US" sz="1200" kern="1200" dirty="0"/>
        </a:p>
      </dsp:txBody>
      <dsp:txXfrm>
        <a:off x="0" y="471655"/>
        <a:ext cx="2124543" cy="1274726"/>
      </dsp:txXfrm>
    </dsp:sp>
    <dsp:sp modelId="{0C554FD0-7F19-4D60-91BA-59E45879549D}">
      <dsp:nvSpPr>
        <dsp:cNvPr id="0" name=""/>
        <dsp:cNvSpPr/>
      </dsp:nvSpPr>
      <dsp:spPr>
        <a:xfrm>
          <a:off x="2336997" y="471655"/>
          <a:ext cx="2124543" cy="1274726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 dirty="0"/>
            <a:t>Tiltak utført av private aktører på oppdrag for staten</a:t>
          </a:r>
          <a:endParaRPr lang="en-US" sz="1600" kern="1200" dirty="0"/>
        </a:p>
      </dsp:txBody>
      <dsp:txXfrm>
        <a:off x="2336997" y="471655"/>
        <a:ext cx="2124543" cy="1274726"/>
      </dsp:txXfrm>
    </dsp:sp>
    <dsp:sp modelId="{5BCAA778-A0F2-40A9-B083-29ABE37352D3}">
      <dsp:nvSpPr>
        <dsp:cNvPr id="0" name=""/>
        <dsp:cNvSpPr/>
      </dsp:nvSpPr>
      <dsp:spPr>
        <a:xfrm>
          <a:off x="4673995" y="471655"/>
          <a:ext cx="2124543" cy="1274726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 dirty="0"/>
            <a:t>Innenfor alle sektorer i samfunnet</a:t>
          </a:r>
          <a:endParaRPr lang="en-US" sz="1600" kern="1200" dirty="0"/>
        </a:p>
      </dsp:txBody>
      <dsp:txXfrm>
        <a:off x="4673995" y="471655"/>
        <a:ext cx="2124543" cy="1274726"/>
      </dsp:txXfrm>
    </dsp:sp>
    <dsp:sp modelId="{AE8D7345-CB66-4D07-AF5C-74794EF4B1BD}">
      <dsp:nvSpPr>
        <dsp:cNvPr id="0" name=""/>
        <dsp:cNvSpPr/>
      </dsp:nvSpPr>
      <dsp:spPr>
        <a:xfrm>
          <a:off x="0" y="1958835"/>
          <a:ext cx="2124543" cy="1274726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 dirty="0"/>
            <a:t>Prioriteringer innenfor en virksomhets ansvarsområder, innad i en sektor eller på tvers av ulike sektorer</a:t>
          </a:r>
          <a:endParaRPr lang="en-US" sz="1600" kern="1200" dirty="0"/>
        </a:p>
      </dsp:txBody>
      <dsp:txXfrm>
        <a:off x="0" y="1958835"/>
        <a:ext cx="2124543" cy="1274726"/>
      </dsp:txXfrm>
    </dsp:sp>
    <dsp:sp modelId="{3235F5C7-0F83-416F-8D0A-DD64971DD541}">
      <dsp:nvSpPr>
        <dsp:cNvPr id="0" name=""/>
        <dsp:cNvSpPr/>
      </dsp:nvSpPr>
      <dsp:spPr>
        <a:xfrm>
          <a:off x="2336997" y="1958835"/>
          <a:ext cx="2124543" cy="1274726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Lovendringer</a:t>
          </a:r>
          <a:endParaRPr lang="en-US" sz="1600" kern="1200" dirty="0"/>
        </a:p>
      </dsp:txBody>
      <dsp:txXfrm>
        <a:off x="2336997" y="1958835"/>
        <a:ext cx="2124543" cy="1274726"/>
      </dsp:txXfrm>
    </dsp:sp>
    <dsp:sp modelId="{0690ADF4-0421-4B03-BFDB-89F8AC44FC9E}">
      <dsp:nvSpPr>
        <dsp:cNvPr id="0" name=""/>
        <dsp:cNvSpPr/>
      </dsp:nvSpPr>
      <dsp:spPr>
        <a:xfrm>
          <a:off x="4673995" y="1958835"/>
          <a:ext cx="2124543" cy="127472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Alt </a:t>
          </a:r>
          <a:r>
            <a:rPr lang="en-US" sz="1600" kern="1200" dirty="0" err="1"/>
            <a:t>som</a:t>
          </a:r>
          <a:r>
            <a:rPr lang="en-US" sz="1600" kern="1200" dirty="0"/>
            <a:t> </a:t>
          </a:r>
          <a:r>
            <a:rPr lang="en-US" sz="1600" kern="1200" dirty="0" err="1"/>
            <a:t>krever</a:t>
          </a:r>
          <a:r>
            <a:rPr lang="en-US" sz="1600" kern="1200" dirty="0"/>
            <a:t> </a:t>
          </a:r>
          <a:r>
            <a:rPr lang="en-US" sz="1600" kern="1200" dirty="0" err="1"/>
            <a:t>politiske</a:t>
          </a:r>
          <a:r>
            <a:rPr lang="en-US" sz="1600" kern="1200" dirty="0"/>
            <a:t> </a:t>
          </a:r>
          <a:r>
            <a:rPr lang="en-US" sz="1600" kern="1200" dirty="0" err="1"/>
            <a:t>beslutninger</a:t>
          </a:r>
          <a:r>
            <a:rPr lang="en-US" sz="1600" kern="1200" dirty="0"/>
            <a:t> og </a:t>
          </a:r>
          <a:r>
            <a:rPr lang="en-US" sz="1600" kern="1200" dirty="0" err="1"/>
            <a:t>har</a:t>
          </a:r>
          <a:r>
            <a:rPr lang="en-US" sz="1600" kern="1200" dirty="0"/>
            <a:t> </a:t>
          </a:r>
          <a:r>
            <a:rPr lang="en-US" sz="1600" kern="1200" dirty="0" err="1"/>
            <a:t>kvantifiserbare</a:t>
          </a:r>
          <a:r>
            <a:rPr lang="en-US" sz="1600" kern="1200" dirty="0"/>
            <a:t> </a:t>
          </a:r>
          <a:r>
            <a:rPr lang="en-US" sz="1600" kern="1200" dirty="0" err="1"/>
            <a:t>konsekvenser</a:t>
          </a:r>
          <a:endParaRPr lang="en-US" sz="1600" kern="1200" dirty="0"/>
        </a:p>
      </dsp:txBody>
      <dsp:txXfrm>
        <a:off x="4673995" y="1958835"/>
        <a:ext cx="2124543" cy="1274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92A9E-189D-4AAD-AF5F-EA0EBE6EB4DC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A2E71-AB87-4CEE-9540-55906B812B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7112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8076-42DF-5F6D-BC81-14A942D35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BEDBA7-FF18-6F05-2508-4CEEB1955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A96FE-8EB6-0C41-3C6F-D54A2E47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A6148-6577-0A70-E3CE-70983059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F87AE-24A0-EC28-9F5F-5029528E0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724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7060-6954-8055-62CA-D2262850A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A23AE-ECD2-5C52-B88B-5E4FABAF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11462-2766-C21C-4AB7-26C1A5AC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1917F-6571-39A5-04C6-733CB77B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89750-4F4E-776F-9A64-126B24D4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3437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B3F53-8369-BFC5-C7EB-7E2728318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9A0A1-89FE-F14F-55A2-462B99F8A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DC57B-01AA-A4CF-5EA7-620A510C0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E3499-99D7-266D-1FFA-E9C35775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EE13F-0609-1CE9-A11D-4107E109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317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5E7DB-30E9-9B98-6099-5ACCD06D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D06AE-47CA-0B71-AB55-5461D805E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BAB12-09C9-C790-5AF9-03C21FE56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01A7A-3560-7376-1E2B-A8B0E34E4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C3AD7-4971-2C69-4506-878AFB81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9BC1A-B9B4-ED6B-2660-4956A007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69842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7FCB-2A65-4E80-75BD-0D2E9487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A0D25-8739-E0A6-934C-E3198B762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3A98E-C22D-5999-388C-101969B09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10139-8518-A210-CA19-BBD85A143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72099-0D02-0A71-034E-998ACF735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375D7E-10F4-1AD3-8CC6-233D6EF4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DF1C0A-3973-5592-A280-88E1D319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2652B-61C9-FC1C-42E4-DCEDBBDE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336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27EA-F84E-1EFA-AC9F-1399CB2D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2EC2AD-3ED3-58AA-ACCD-180347009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DBC0E-876C-AF53-FB85-3A853B3D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4343DA-9002-F942-88DA-DDB0508C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3506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37806-10E1-D9E6-4C0A-3C56C8F4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31A6F-CF62-0D86-394D-D456A1899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E9B76-C279-3D91-882F-80D601F36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0463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9D3C-9D2A-A169-CF38-2BAD8F3D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67281-5A75-047C-BEB2-CE49A2EB7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DB387-8BBB-6B3E-E948-97F24FB4C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4A7FF-E405-AB4B-FE28-ACFA4279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CE025-0826-E368-0A8A-5BAFBA859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773EC-6D2A-222D-B7E4-89297DBB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56652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0844-6EE3-880F-73CA-8EA2AE1E0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FDF1D7-D42F-8B57-B180-388262F4C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ACA2F-A14E-79C6-D5F8-378F208FF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9097D-5D7C-5985-DB20-BC7B8A83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B3882-88B3-6659-E990-FEC261C5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5324D-6D70-484A-FB49-A7A191A2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9256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5044-714F-305C-5785-72B22114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DDDDB-AE8B-3E90-54BA-717BE97ED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28ABD-9BD6-95DD-A369-85C47690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D3F20-EEB5-1838-49F7-5F2C8E64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8517-3796-1C38-7D44-BE8CE1BB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401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D1366C-FFB0-EE35-8107-8C5970735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C4A98-1E69-3F42-3272-A50AF1BBA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D73F-684A-FB32-DD3E-28AA1222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E454A-7C5A-5848-892C-E2F07510B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1FCFF-30C2-9418-6AC6-8F48A3FE1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3687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75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366D2-D062-0B83-EDCD-97EE84E1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02949-4439-9C9F-6216-D38B4F128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1F4E1-C2BD-ADCE-A4AF-808E12582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DBA130-D869-4220-B24D-A825895D2721}" type="datetimeFigureOut">
              <a:rPr lang="nb-NO" smtClean="0"/>
              <a:t>17.08.2026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0D038-5B91-2222-D525-0C9473806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6258F-267A-A50C-E6F3-334351B87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A27A1-AF6F-49CE-96D4-7A06D9FE71E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088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hyperlink" Target="https://www.regjeringen.no/no/dokumenter/nou-2026-4/id3155361/" TargetMode="Externa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B34734-1D05-0D59-AAE0-0760A1783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nb-NO" sz="4800" noProof="0" dirty="0">
                <a:solidFill>
                  <a:srgbClr val="FFFFFF"/>
                </a:solidFill>
              </a:rPr>
              <a:t>Nytte-kostnadsanalyse i teori og praksis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06840-7C50-3A7B-3032-EC34B823E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SOK-2301</a:t>
            </a:r>
            <a:endParaRPr lang="nb-N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568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3193F-2035-0C26-35E4-5ABF51B9D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Om </a:t>
            </a:r>
            <a:r>
              <a:rPr lang="en-US" sz="4000" dirty="0" err="1">
                <a:solidFill>
                  <a:srgbClr val="FFFFFF"/>
                </a:solidFill>
              </a:rPr>
              <a:t>kurset</a:t>
            </a:r>
            <a:endParaRPr lang="nb-NO" sz="4000" dirty="0">
              <a:solidFill>
                <a:srgbClr val="FFFFFF"/>
              </a:solidFill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520E714-B4AD-1065-AADC-8F677CEC7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Teori: Øivind</a:t>
            </a:r>
          </a:p>
          <a:p>
            <a:r>
              <a:rPr lang="en-US" sz="2000" dirty="0" err="1"/>
              <a:t>Praksis</a:t>
            </a:r>
            <a:r>
              <a:rPr lang="en-US" sz="2000" dirty="0"/>
              <a:t>: Espen</a:t>
            </a:r>
          </a:p>
          <a:p>
            <a:r>
              <a:rPr lang="en-US" sz="2000" dirty="0"/>
              <a:t>Case-</a:t>
            </a:r>
            <a:r>
              <a:rPr lang="en-US" sz="2000" dirty="0" err="1"/>
              <a:t>oppgave</a:t>
            </a:r>
            <a:r>
              <a:rPr lang="en-US" sz="2000" dirty="0"/>
              <a:t>:</a:t>
            </a:r>
          </a:p>
          <a:p>
            <a:pPr lvl="1"/>
            <a:r>
              <a:rPr lang="nb-NO" sz="2000" dirty="0"/>
              <a:t>To obligatoriske innleveringer (arbeidskrav) </a:t>
            </a:r>
          </a:p>
          <a:p>
            <a:pPr lvl="1"/>
            <a:r>
              <a:rPr lang="nb-NO" sz="2000" dirty="0"/>
              <a:t>Én presentasjon (arbeidskrav) </a:t>
            </a:r>
          </a:p>
          <a:p>
            <a:pPr lvl="1"/>
            <a:r>
              <a:rPr lang="nb-NO" sz="2000" dirty="0"/>
              <a:t>Prosjektoppgave (karaktergivende) </a:t>
            </a:r>
          </a:p>
          <a:p>
            <a:pPr lvl="1"/>
            <a:r>
              <a:rPr lang="nb-NO" sz="2000" dirty="0"/>
              <a:t>Fra 1-3 i hver gruppe </a:t>
            </a:r>
          </a:p>
          <a:p>
            <a:r>
              <a:rPr lang="nb-NO" sz="2000" dirty="0"/>
              <a:t>Eksamen:</a:t>
            </a:r>
          </a:p>
          <a:p>
            <a:pPr lvl="1"/>
            <a:r>
              <a:rPr lang="nb-NO" sz="2000" dirty="0"/>
              <a:t>  Generelle spørsmål om nytte-kostnadsanalyse fra pensum</a:t>
            </a:r>
          </a:p>
          <a:p>
            <a:pPr lvl="1"/>
            <a:r>
              <a:rPr lang="nb-NO" sz="2000" dirty="0"/>
              <a:t>  Spørsmål knyttet til prosjektoppgaven du/dere har levert</a:t>
            </a:r>
          </a:p>
          <a:p>
            <a:r>
              <a:rPr lang="nb-NO" sz="2400" dirty="0"/>
              <a:t>Pensum: </a:t>
            </a:r>
          </a:p>
          <a:p>
            <a:pPr lvl="1"/>
            <a:r>
              <a:rPr lang="nb-NO" sz="2000" dirty="0"/>
              <a:t>Boardman </a:t>
            </a:r>
            <a:r>
              <a:rPr lang="nb-NO" sz="2000" dirty="0" err="1"/>
              <a:t>m.fl</a:t>
            </a:r>
            <a:r>
              <a:rPr lang="nb-NO" sz="2000" dirty="0"/>
              <a:t> (2018)</a:t>
            </a:r>
          </a:p>
          <a:p>
            <a:pPr lvl="1"/>
            <a:r>
              <a:rPr lang="nb-NO" sz="2000" dirty="0" err="1"/>
              <a:t>DFØs</a:t>
            </a:r>
            <a:r>
              <a:rPr lang="nb-NO" sz="2000" dirty="0"/>
              <a:t> veileder</a:t>
            </a:r>
          </a:p>
          <a:p>
            <a:pPr lvl="1"/>
            <a:r>
              <a:rPr lang="nb-NO" sz="2000"/>
              <a:t>Rapporter</a:t>
            </a:r>
            <a:endParaRPr lang="nb-NO" sz="2000" dirty="0"/>
          </a:p>
          <a:p>
            <a:pPr lvl="1"/>
            <a:endParaRPr lang="nb-NO" sz="2000" dirty="0"/>
          </a:p>
        </p:txBody>
      </p:sp>
    </p:spTree>
    <p:extLst>
      <p:ext uri="{BB962C8B-B14F-4D97-AF65-F5344CB8AC3E}">
        <p14:creationId xmlns:p14="http://schemas.microsoft.com/office/powerpoint/2010/main" val="1224037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2394439-DC7F-5F82-8E10-FA818A352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09466">
            <a:off x="547986" y="156807"/>
            <a:ext cx="4255377" cy="49808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2CEE58-038F-B16A-2DC3-B915AC725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22984">
            <a:off x="-416047" y="4547368"/>
            <a:ext cx="5060119" cy="18472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9F7A47-797B-4AFF-2D52-43040897A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5249">
            <a:off x="6718519" y="3321857"/>
            <a:ext cx="5499069" cy="34933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F35B21-A5B3-F871-D83E-512D01DDC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66274">
            <a:off x="6489380" y="389275"/>
            <a:ext cx="4779678" cy="32555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AE8753-F3D1-3D28-EA47-55CD22E313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068511">
            <a:off x="3632962" y="3248006"/>
            <a:ext cx="4645555" cy="312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3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A2699F-99F8-2FD8-FECE-C7C25A9AF7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79" y="2198883"/>
            <a:ext cx="4890074" cy="399763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A035AA-C052-0B53-F66D-8E934178D8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973" y="2218308"/>
            <a:ext cx="4530118" cy="399783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B8191F4-449D-2CDA-FA66-A6B42D790537}"/>
              </a:ext>
            </a:extLst>
          </p:cNvPr>
          <p:cNvSpPr txBox="1"/>
          <p:nvPr/>
        </p:nvSpPr>
        <p:spPr>
          <a:xfrm>
            <a:off x="736979" y="807547"/>
            <a:ext cx="3088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Dårlig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prosjekt</a:t>
            </a:r>
            <a:endParaRPr lang="nb-NO" sz="3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4B5B4D-3DA1-B5BC-DFAC-54F688C2E34F}"/>
              </a:ext>
            </a:extLst>
          </p:cNvPr>
          <p:cNvSpPr txBox="1"/>
          <p:nvPr/>
        </p:nvSpPr>
        <p:spPr>
          <a:xfrm>
            <a:off x="7071973" y="730602"/>
            <a:ext cx="3088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Bra </a:t>
            </a:r>
            <a:r>
              <a:rPr lang="en-US" sz="3200" dirty="0" err="1">
                <a:solidFill>
                  <a:schemeClr val="bg1"/>
                </a:solidFill>
              </a:rPr>
              <a:t>prosjekt</a:t>
            </a:r>
            <a:endParaRPr lang="nb-NO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844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F9F8E-14E2-875C-BF54-7ABBA7BC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nb-NO" sz="4000" noProof="0"/>
              <a:t>Hva er nytte-kostnadsanalyse?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31559-4738-CAC7-D7E6-335B28F228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54" r="24800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193A86-B918-4993-835C-707C31969A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988641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234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E7F0B-F4FD-EDE0-1344-AAB84CA30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nb-NO" sz="4000" b="1"/>
              <a:t>Hvorfor?</a:t>
            </a:r>
            <a:br>
              <a:rPr lang="nb-NO" sz="4000"/>
            </a:br>
            <a:endParaRPr lang="nb-NO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C11ABB-6EFD-ECE1-0649-8BA6805D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672" r="5482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380BA0-A243-5816-C6DE-BBD5432C99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003146"/>
              </p:ext>
            </p:extLst>
          </p:nvPr>
        </p:nvGraphicFramePr>
        <p:xfrm>
          <a:off x="4553734" y="1816100"/>
          <a:ext cx="6798539" cy="4743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2784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090BE-EF08-8A7B-75BA-B3B08676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Historisk utvikling</a:t>
            </a:r>
            <a:endParaRPr lang="nb-NO" sz="40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9DFBBE5-B501-01A9-FCD8-A33C0CB1E1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55151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675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396D-18F6-8DE9-258C-76907AC2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Hjemmelekse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AC6C87ED-6423-F0E2-88CF-EEAD45103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8995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0361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3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Årets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case: kjernekraft i Norge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Beslutningstre: planlegge nå vs. vente og 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502920" cy="41148"/>
          </a:xfrm>
          <a:prstGeom prst="rect">
            <a:avLst/>
          </a:prstGeom>
          <a:solidFill>
            <a:srgbClr val="C97C2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til kurs i nytte-kostnadsanalyse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måter verden kan utvikle seg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teknologimodning fram mot beslutningstidspunktet avgjør om kjernekraft blir lønnsomt i Norge.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4F6"/>
          </a:solidFill>
          <a:ln w="190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9601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3042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Billig og enkelt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Modne, standardiserte design (f.eks. SMR)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Erfaring fra internasjonale prosjekter reduserer risiko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Kort, forutsigbar byggetid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Investeringskostnad nær lønnsomhetsterskel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4F6"/>
          </a:solidFill>
          <a:ln w="19050">
            <a:solidFill>
              <a:srgbClr val="9AA3A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662940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AA3A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23042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Dyrt og komplisert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306324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Fortsatt umodne leverandørkjeder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Kostnadsoverskridelser og forsinkelser (jf. Olkiluoto 3, Vogtle)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Lang, usikker byggetid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Investeringskostnad langt over lønnsomhetsterskel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b-NO" sz="2600" b="1" noProof="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Kjernekraft i Norge – </a:t>
            </a:r>
            <a:r>
              <a:rPr lang="nb-NO" sz="2600" b="1" noProof="0" dirty="0" err="1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beslutningstre</a:t>
            </a:r>
            <a:endParaRPr lang="nb-NO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10607040" cy="0"/>
          </a:xfrm>
          <a:prstGeom prst="line">
            <a:avLst/>
          </a:prstGeom>
          <a:noFill/>
          <a:ln w="15875">
            <a:solidFill>
              <a:srgbClr val="9AA3AC"/>
            </a:solidFill>
            <a:prstDash val="dash"/>
          </a:ln>
        </p:spPr>
        <p:txBody>
          <a:bodyPr/>
          <a:lstStyle/>
          <a:p>
            <a:endParaRPr lang="nb-NO" noProof="0" dirty="0"/>
          </a:p>
        </p:txBody>
      </p:sp>
      <p:sp>
        <p:nvSpPr>
          <p:cNvPr id="4" name="Shape 2"/>
          <p:cNvSpPr/>
          <p:nvPr/>
        </p:nvSpPr>
        <p:spPr>
          <a:xfrm>
            <a:off x="868680" y="1005840"/>
            <a:ext cx="91440" cy="91440"/>
          </a:xfrm>
          <a:prstGeom prst="ellipse">
            <a:avLst/>
          </a:prstGeom>
          <a:solidFill>
            <a:srgbClr val="44586B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b-NO" sz="1200" b="1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nb-NO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4297680" y="1005840"/>
            <a:ext cx="91440" cy="91440"/>
          </a:xfrm>
          <a:prstGeom prst="ellipse">
            <a:avLst/>
          </a:prstGeom>
          <a:solidFill>
            <a:srgbClr val="44586B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7" name="Text 5"/>
          <p:cNvSpPr/>
          <p:nvPr/>
        </p:nvSpPr>
        <p:spPr>
          <a:xfrm>
            <a:off x="388620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b-NO" sz="1200" b="1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nb-NO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7726680" y="1005840"/>
            <a:ext cx="91440" cy="91440"/>
          </a:xfrm>
          <a:prstGeom prst="ellipse">
            <a:avLst/>
          </a:prstGeom>
          <a:solidFill>
            <a:srgbClr val="44586B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9" name="Text 7"/>
          <p:cNvSpPr/>
          <p:nvPr/>
        </p:nvSpPr>
        <p:spPr>
          <a:xfrm>
            <a:off x="731520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b-NO" sz="1200" b="1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2045</a:t>
            </a:r>
            <a:endParaRPr lang="nb-NO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11064240" y="1005840"/>
            <a:ext cx="91440" cy="91440"/>
          </a:xfrm>
          <a:prstGeom prst="ellipse">
            <a:avLst/>
          </a:prstGeom>
          <a:solidFill>
            <a:srgbClr val="44586B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11" name="Text 9"/>
          <p:cNvSpPr/>
          <p:nvPr/>
        </p:nvSpPr>
        <p:spPr>
          <a:xfrm>
            <a:off x="1065276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b-NO" sz="1200" b="1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2055</a:t>
            </a:r>
            <a:endParaRPr lang="nb-NO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b-NO" sz="1500" b="1" noProof="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 1 — start planlegging nå</a:t>
            </a:r>
            <a:endParaRPr lang="nb-NO" sz="1500" noProof="0" dirty="0"/>
          </a:p>
        </p:txBody>
      </p:sp>
      <p:sp>
        <p:nvSpPr>
          <p:cNvPr id="29" name="Text 27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b-NO" sz="1500" b="1" noProof="0" dirty="0">
                <a:solidFill>
                  <a:srgbClr val="C97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 2 — vent til 2035, planlegg da</a:t>
            </a:r>
            <a:endParaRPr lang="nb-NO" sz="1500" noProof="0" dirty="0"/>
          </a:p>
        </p:txBody>
      </p:sp>
      <p:sp>
        <p:nvSpPr>
          <p:cNvPr id="30" name="Shape 28"/>
          <p:cNvSpPr/>
          <p:nvPr/>
        </p:nvSpPr>
        <p:spPr>
          <a:xfrm>
            <a:off x="868680" y="4487931"/>
            <a:ext cx="33794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9AA3AC"/>
            </a:solidFill>
            <a:prstDash val="dash"/>
          </a:ln>
        </p:spPr>
        <p:txBody>
          <a:bodyPr/>
          <a:lstStyle/>
          <a:p>
            <a:endParaRPr lang="nb-NO" noProof="0" dirty="0"/>
          </a:p>
        </p:txBody>
      </p:sp>
      <p:sp>
        <p:nvSpPr>
          <p:cNvPr id="31" name="Text 29"/>
          <p:cNvSpPr/>
          <p:nvPr/>
        </p:nvSpPr>
        <p:spPr>
          <a:xfrm>
            <a:off x="1093471" y="4487931"/>
            <a:ext cx="217042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b-NO" sz="1150" noProof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aktivitet 2026–2035</a:t>
            </a:r>
            <a:endParaRPr lang="nb-NO" sz="1150" noProof="0" dirty="0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4DEE7430-F2BB-41D9-E006-B04C01DDEA58}"/>
              </a:ext>
            </a:extLst>
          </p:cNvPr>
          <p:cNvSpPr/>
          <p:nvPr/>
        </p:nvSpPr>
        <p:spPr>
          <a:xfrm>
            <a:off x="7726680" y="4489137"/>
            <a:ext cx="3468404" cy="640080"/>
          </a:xfrm>
          <a:prstGeom prst="roundRect">
            <a:avLst>
              <a:gd name="adj" fmla="val 8571"/>
            </a:avLst>
          </a:prstGeom>
          <a:solidFill>
            <a:srgbClr val="0E7C7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32398D50-7886-9090-9D0F-E627B78D95B4}"/>
              </a:ext>
            </a:extLst>
          </p:cNvPr>
          <p:cNvSpPr/>
          <p:nvPr/>
        </p:nvSpPr>
        <p:spPr>
          <a:xfrm>
            <a:off x="4297680" y="4487930"/>
            <a:ext cx="3551722" cy="640080"/>
          </a:xfrm>
          <a:prstGeom prst="roundRect">
            <a:avLst>
              <a:gd name="adj" fmla="val 8571"/>
            </a:avLst>
          </a:prstGeom>
          <a:solidFill>
            <a:srgbClr val="15BBB7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D5D4CA2E-CE07-3C2D-9335-7535C2EBD941}"/>
              </a:ext>
            </a:extLst>
          </p:cNvPr>
          <p:cNvSpPr/>
          <p:nvPr/>
        </p:nvSpPr>
        <p:spPr>
          <a:xfrm>
            <a:off x="4023360" y="448793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Planlegging</a:t>
            </a:r>
            <a:endParaRPr lang="nb-NO" sz="1150" noProof="0" dirty="0"/>
          </a:p>
          <a:p>
            <a:pPr marL="0" indent="0" algn="ctr">
              <a:buNone/>
            </a:pPr>
            <a:r>
              <a:rPr lang="nb-NO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2035</a:t>
            </a:r>
            <a:endParaRPr lang="nb-NO" sz="1150" noProof="0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909ED113-712F-6AF7-7FA6-CD9F6CBDC1EB}"/>
              </a:ext>
            </a:extLst>
          </p:cNvPr>
          <p:cNvSpPr/>
          <p:nvPr/>
        </p:nvSpPr>
        <p:spPr>
          <a:xfrm>
            <a:off x="7223760" y="4390476"/>
            <a:ext cx="1005840" cy="822960"/>
          </a:xfrm>
          <a:prstGeom prst="diamond">
            <a:avLst/>
          </a:prstGeom>
          <a:solidFill>
            <a:srgbClr val="F2F4F6"/>
          </a:solidFill>
          <a:ln w="15875">
            <a:solidFill>
              <a:srgbClr val="44586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A5D4876F-4F72-DE5C-CB98-0CDE686F121F}"/>
              </a:ext>
            </a:extLst>
          </p:cNvPr>
          <p:cNvSpPr/>
          <p:nvPr/>
        </p:nvSpPr>
        <p:spPr>
          <a:xfrm>
            <a:off x="7231882" y="435317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050" b="1" noProof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2045:</a:t>
            </a:r>
            <a:endParaRPr lang="nb-NO" sz="1050" noProof="0" dirty="0"/>
          </a:p>
          <a:p>
            <a:pPr marL="0" indent="0" algn="ctr">
              <a:buNone/>
            </a:pPr>
            <a:r>
              <a:rPr lang="nb-NO" sz="1050" b="1" noProof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eller B?</a:t>
            </a:r>
            <a:endParaRPr lang="nb-NO" sz="1050" noProof="0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BFCFFD78-56F2-65CF-623E-2E290FA6B182}"/>
              </a:ext>
            </a:extLst>
          </p:cNvPr>
          <p:cNvSpPr/>
          <p:nvPr/>
        </p:nvSpPr>
        <p:spPr>
          <a:xfrm>
            <a:off x="8789473" y="4465669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Bygg 2045–2055</a:t>
            </a:r>
            <a:endParaRPr lang="nb-NO" sz="1150" noProof="0" dirty="0"/>
          </a:p>
        </p:txBody>
      </p:sp>
      <p:sp>
        <p:nvSpPr>
          <p:cNvPr id="63" name="Shape 20">
            <a:extLst>
              <a:ext uri="{FF2B5EF4-FFF2-40B4-BE49-F238E27FC236}">
                <a16:creationId xmlns:a16="http://schemas.microsoft.com/office/drawing/2014/main" id="{55B7F7FF-80D7-B112-19D2-1E8CB3A6AB1A}"/>
              </a:ext>
            </a:extLst>
          </p:cNvPr>
          <p:cNvSpPr/>
          <p:nvPr/>
        </p:nvSpPr>
        <p:spPr>
          <a:xfrm>
            <a:off x="11186961" y="4484624"/>
            <a:ext cx="50292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E6D24167-1143-08AE-D0EE-C2201AC53138}"/>
              </a:ext>
            </a:extLst>
          </p:cNvPr>
          <p:cNvSpPr/>
          <p:nvPr/>
        </p:nvSpPr>
        <p:spPr>
          <a:xfrm>
            <a:off x="10721341" y="4477705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150" b="1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drift</a:t>
            </a:r>
            <a:endParaRPr lang="nb-NO" sz="1150" noProof="0" dirty="0"/>
          </a:p>
          <a:p>
            <a:pPr marL="0" indent="0" algn="ctr">
              <a:buNone/>
            </a:pPr>
            <a:r>
              <a:rPr lang="nb-NO" sz="1150" b="1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2055</a:t>
            </a:r>
            <a:endParaRPr lang="nb-NO" sz="1150" noProof="0" dirty="0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10150B4D-C4FC-CDB7-B2E0-9C1B48B692F6}"/>
              </a:ext>
            </a:extLst>
          </p:cNvPr>
          <p:cNvSpPr/>
          <p:nvPr/>
        </p:nvSpPr>
        <p:spPr>
          <a:xfrm>
            <a:off x="8547234" y="5422335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AA3AC"/>
            </a:solidFill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5811AA7E-86CE-012C-2511-53B5306D9960}"/>
              </a:ext>
            </a:extLst>
          </p:cNvPr>
          <p:cNvSpPr/>
          <p:nvPr/>
        </p:nvSpPr>
        <p:spPr>
          <a:xfrm>
            <a:off x="8467225" y="5422335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050" noProof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Avslutt</a:t>
            </a:r>
            <a:endParaRPr lang="nb-NO" sz="1050" noProof="0" dirty="0"/>
          </a:p>
          <a:p>
            <a:pPr marL="0" indent="0" algn="ctr">
              <a:buNone/>
            </a:pPr>
            <a:r>
              <a:rPr lang="nb-NO" sz="1050" noProof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(ingen utbygging)</a:t>
            </a:r>
            <a:endParaRPr lang="nb-NO" sz="1050" noProof="0" dirty="0"/>
          </a:p>
        </p:txBody>
      </p:sp>
      <p:sp>
        <p:nvSpPr>
          <p:cNvPr id="71" name="Shape 25">
            <a:extLst>
              <a:ext uri="{FF2B5EF4-FFF2-40B4-BE49-F238E27FC236}">
                <a16:creationId xmlns:a16="http://schemas.microsoft.com/office/drawing/2014/main" id="{DE7AB3F3-DEF1-06A9-BF13-621951C81B7D}"/>
              </a:ext>
            </a:extLst>
          </p:cNvPr>
          <p:cNvSpPr/>
          <p:nvPr/>
        </p:nvSpPr>
        <p:spPr>
          <a:xfrm>
            <a:off x="7873214" y="5162302"/>
            <a:ext cx="632261" cy="433137"/>
          </a:xfrm>
          <a:prstGeom prst="line">
            <a:avLst/>
          </a:prstGeom>
          <a:noFill/>
          <a:ln w="15875">
            <a:solidFill>
              <a:srgbClr val="9AA3AC"/>
            </a:solidFill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C6D6FBD-CA30-F9A3-0129-4E1987F93EC9}"/>
              </a:ext>
            </a:extLst>
          </p:cNvPr>
          <p:cNvSpPr/>
          <p:nvPr/>
        </p:nvSpPr>
        <p:spPr>
          <a:xfrm>
            <a:off x="11660704" y="4390476"/>
            <a:ext cx="99862" cy="785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b-NO" noProof="0" dirty="0"/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18B7059B-1487-16A7-F98A-457404109597}"/>
              </a:ext>
            </a:extLst>
          </p:cNvPr>
          <p:cNvSpPr/>
          <p:nvPr/>
        </p:nvSpPr>
        <p:spPr>
          <a:xfrm>
            <a:off x="4297680" y="2501895"/>
            <a:ext cx="3468404" cy="640080"/>
          </a:xfrm>
          <a:prstGeom prst="roundRect">
            <a:avLst>
              <a:gd name="adj" fmla="val 8571"/>
            </a:avLst>
          </a:prstGeom>
          <a:solidFill>
            <a:srgbClr val="0E7C7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17B38E9C-A281-31C3-7927-7E6020387C78}"/>
              </a:ext>
            </a:extLst>
          </p:cNvPr>
          <p:cNvSpPr/>
          <p:nvPr/>
        </p:nvSpPr>
        <p:spPr>
          <a:xfrm>
            <a:off x="868680" y="2500688"/>
            <a:ext cx="3551722" cy="640080"/>
          </a:xfrm>
          <a:prstGeom prst="roundRect">
            <a:avLst>
              <a:gd name="adj" fmla="val 8571"/>
            </a:avLst>
          </a:prstGeom>
          <a:solidFill>
            <a:srgbClr val="15BBB7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C494F0E7-797A-0A01-5545-93898FD46247}"/>
              </a:ext>
            </a:extLst>
          </p:cNvPr>
          <p:cNvSpPr/>
          <p:nvPr/>
        </p:nvSpPr>
        <p:spPr>
          <a:xfrm>
            <a:off x="594360" y="250068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Planlegging</a:t>
            </a:r>
            <a:endParaRPr lang="nb-NO" sz="1150" noProof="0" dirty="0"/>
          </a:p>
          <a:p>
            <a:pPr marL="0" indent="0" algn="ctr">
              <a:buNone/>
            </a:pPr>
            <a:r>
              <a:rPr lang="nb-NO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2026</a:t>
            </a:r>
            <a:endParaRPr lang="nb-NO" sz="1150" noProof="0" dirty="0"/>
          </a:p>
        </p:txBody>
      </p:sp>
      <p:sp>
        <p:nvSpPr>
          <p:cNvPr id="81" name="Shape 13">
            <a:extLst>
              <a:ext uri="{FF2B5EF4-FFF2-40B4-BE49-F238E27FC236}">
                <a16:creationId xmlns:a16="http://schemas.microsoft.com/office/drawing/2014/main" id="{16E47AE9-39E5-E06C-1783-4FB18D15EE37}"/>
              </a:ext>
            </a:extLst>
          </p:cNvPr>
          <p:cNvSpPr/>
          <p:nvPr/>
        </p:nvSpPr>
        <p:spPr>
          <a:xfrm>
            <a:off x="3794760" y="2403234"/>
            <a:ext cx="1005840" cy="822960"/>
          </a:xfrm>
          <a:prstGeom prst="diamond">
            <a:avLst/>
          </a:prstGeom>
          <a:solidFill>
            <a:srgbClr val="F2F4F6"/>
          </a:solidFill>
          <a:ln w="15875">
            <a:solidFill>
              <a:srgbClr val="44586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83" name="Text 14">
            <a:extLst>
              <a:ext uri="{FF2B5EF4-FFF2-40B4-BE49-F238E27FC236}">
                <a16:creationId xmlns:a16="http://schemas.microsoft.com/office/drawing/2014/main" id="{7A17AF2F-B8E8-7C70-FEAF-16DBE1D280F6}"/>
              </a:ext>
            </a:extLst>
          </p:cNvPr>
          <p:cNvSpPr/>
          <p:nvPr/>
        </p:nvSpPr>
        <p:spPr>
          <a:xfrm>
            <a:off x="3802882" y="236593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050" b="1" noProof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2035:</a:t>
            </a:r>
            <a:endParaRPr lang="nb-NO" sz="1050" noProof="0" dirty="0"/>
          </a:p>
          <a:p>
            <a:pPr marL="0" indent="0" algn="ctr">
              <a:buNone/>
            </a:pPr>
            <a:r>
              <a:rPr lang="nb-NO" sz="1050" b="1" noProof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eller B?</a:t>
            </a:r>
            <a:endParaRPr lang="nb-NO" sz="1050" noProof="0" dirty="0"/>
          </a:p>
        </p:txBody>
      </p:sp>
      <p:sp>
        <p:nvSpPr>
          <p:cNvPr id="85" name="Text 17">
            <a:extLst>
              <a:ext uri="{FF2B5EF4-FFF2-40B4-BE49-F238E27FC236}">
                <a16:creationId xmlns:a16="http://schemas.microsoft.com/office/drawing/2014/main" id="{BCB58DCE-0487-3DEB-5BA0-27792D1A0D3D}"/>
              </a:ext>
            </a:extLst>
          </p:cNvPr>
          <p:cNvSpPr/>
          <p:nvPr/>
        </p:nvSpPr>
        <p:spPr>
          <a:xfrm>
            <a:off x="5360473" y="2478427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Bygg 2035–2045</a:t>
            </a:r>
            <a:endParaRPr lang="nb-NO" sz="1150" noProof="0" dirty="0"/>
          </a:p>
        </p:txBody>
      </p:sp>
      <p:sp>
        <p:nvSpPr>
          <p:cNvPr id="87" name="Shape 20">
            <a:extLst>
              <a:ext uri="{FF2B5EF4-FFF2-40B4-BE49-F238E27FC236}">
                <a16:creationId xmlns:a16="http://schemas.microsoft.com/office/drawing/2014/main" id="{06893797-D743-233F-D06A-DD9E1CAC2098}"/>
              </a:ext>
            </a:extLst>
          </p:cNvPr>
          <p:cNvSpPr/>
          <p:nvPr/>
        </p:nvSpPr>
        <p:spPr>
          <a:xfrm>
            <a:off x="7757961" y="2497382"/>
            <a:ext cx="4167339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89" name="Text 21">
            <a:extLst>
              <a:ext uri="{FF2B5EF4-FFF2-40B4-BE49-F238E27FC236}">
                <a16:creationId xmlns:a16="http://schemas.microsoft.com/office/drawing/2014/main" id="{24109853-8CCB-74B6-C21D-E607549F1B27}"/>
              </a:ext>
            </a:extLst>
          </p:cNvPr>
          <p:cNvSpPr/>
          <p:nvPr/>
        </p:nvSpPr>
        <p:spPr>
          <a:xfrm>
            <a:off x="7292341" y="2490463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150" b="1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drift</a:t>
            </a:r>
            <a:endParaRPr lang="nb-NO" sz="1150" noProof="0" dirty="0"/>
          </a:p>
          <a:p>
            <a:pPr marL="0" indent="0" algn="ctr">
              <a:buNone/>
            </a:pPr>
            <a:r>
              <a:rPr lang="nb-NO" sz="1150" b="1" noProof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2045</a:t>
            </a:r>
            <a:endParaRPr lang="nb-NO" sz="1150" noProof="0" dirty="0"/>
          </a:p>
        </p:txBody>
      </p:sp>
      <p:sp>
        <p:nvSpPr>
          <p:cNvPr id="91" name="Shape 23">
            <a:extLst>
              <a:ext uri="{FF2B5EF4-FFF2-40B4-BE49-F238E27FC236}">
                <a16:creationId xmlns:a16="http://schemas.microsoft.com/office/drawing/2014/main" id="{13AB140B-6647-A681-1940-41D67C35BDE1}"/>
              </a:ext>
            </a:extLst>
          </p:cNvPr>
          <p:cNvSpPr/>
          <p:nvPr/>
        </p:nvSpPr>
        <p:spPr>
          <a:xfrm>
            <a:off x="5118234" y="3435093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AA3AC"/>
            </a:solidFill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93" name="Text 24">
            <a:extLst>
              <a:ext uri="{FF2B5EF4-FFF2-40B4-BE49-F238E27FC236}">
                <a16:creationId xmlns:a16="http://schemas.microsoft.com/office/drawing/2014/main" id="{C0E07D2A-3BAF-BE4E-0472-8F4D8F2F02C0}"/>
              </a:ext>
            </a:extLst>
          </p:cNvPr>
          <p:cNvSpPr/>
          <p:nvPr/>
        </p:nvSpPr>
        <p:spPr>
          <a:xfrm>
            <a:off x="5038225" y="3435093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b-NO" sz="1050" noProof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Avslutt</a:t>
            </a:r>
            <a:endParaRPr lang="nb-NO" sz="1050" noProof="0" dirty="0"/>
          </a:p>
          <a:p>
            <a:pPr marL="0" indent="0" algn="ctr">
              <a:buNone/>
            </a:pPr>
            <a:r>
              <a:rPr lang="nb-NO" sz="1050" noProof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(ingen utbygging)</a:t>
            </a:r>
            <a:endParaRPr lang="nb-NO" sz="1050" noProof="0" dirty="0"/>
          </a:p>
        </p:txBody>
      </p:sp>
      <p:sp>
        <p:nvSpPr>
          <p:cNvPr id="95" name="Shape 25">
            <a:extLst>
              <a:ext uri="{FF2B5EF4-FFF2-40B4-BE49-F238E27FC236}">
                <a16:creationId xmlns:a16="http://schemas.microsoft.com/office/drawing/2014/main" id="{DBBEAE5A-907C-B654-A408-CA9C2D07EACF}"/>
              </a:ext>
            </a:extLst>
          </p:cNvPr>
          <p:cNvSpPr/>
          <p:nvPr/>
        </p:nvSpPr>
        <p:spPr>
          <a:xfrm>
            <a:off x="4444214" y="3175060"/>
            <a:ext cx="632261" cy="433137"/>
          </a:xfrm>
          <a:prstGeom prst="line">
            <a:avLst/>
          </a:prstGeom>
          <a:noFill/>
          <a:ln w="15875">
            <a:solidFill>
              <a:srgbClr val="9AA3AC"/>
            </a:solidFill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noProof="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9E10FB3-5F22-DC17-195C-4FDB2E5142F6}"/>
              </a:ext>
            </a:extLst>
          </p:cNvPr>
          <p:cNvSpPr/>
          <p:nvPr/>
        </p:nvSpPr>
        <p:spPr>
          <a:xfrm>
            <a:off x="11875369" y="2389401"/>
            <a:ext cx="99862" cy="785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b-NO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b-NO" sz="2800" b="1" noProof="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Kritiske faktorer</a:t>
            </a:r>
            <a:endParaRPr lang="nb-NO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b-NO" sz="2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nb-NO" sz="2000" noProof="0" dirty="0"/>
          </a:p>
        </p:txBody>
      </p:sp>
      <p:sp>
        <p:nvSpPr>
          <p:cNvPr id="6" name="Text 4"/>
          <p:cNvSpPr/>
          <p:nvPr/>
        </p:nvSpPr>
        <p:spPr>
          <a:xfrm>
            <a:off x="1600200" y="1645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nb-NO" sz="1500" b="1" noProof="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 dominans ved stasjonær sannsynlighet</a:t>
            </a:r>
            <a:endParaRPr lang="nb-NO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nb-NO" sz="1250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alternativene i realiteten identiske? </a:t>
            </a:r>
          </a:p>
          <a:p>
            <a:pPr marL="0" indent="0">
              <a:buNone/>
            </a:pPr>
            <a:endParaRPr lang="nb-NO" sz="1250" dirty="0">
              <a:solidFill>
                <a:srgbClr val="4458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b-NO" sz="1250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så fall er NV(A1)&gt;NV(A2) pga. diskontering. </a:t>
            </a:r>
            <a:endParaRPr lang="nb-NO" sz="1250" noProof="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5B6AC4A9-7535-D667-96CE-70063817BDD3}"/>
              </a:ext>
            </a:extLst>
          </p:cNvPr>
          <p:cNvSpPr/>
          <p:nvPr/>
        </p:nvSpPr>
        <p:spPr>
          <a:xfrm>
            <a:off x="6537960" y="1671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10" name="Text 8"/>
          <p:cNvSpPr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b-NO" sz="2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nb-NO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7223760" y="1645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nb-NO" sz="1500" b="1" dirty="0">
                <a:solidFill>
                  <a:srgbClr val="1B2A3A"/>
                </a:solidFill>
                <a:latin typeface="Georgia" pitchFamily="34" charset="0"/>
              </a:rPr>
              <a:t>Øker sannsynligheten for suksess?</a:t>
            </a:r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nb-NO" sz="1250" dirty="0">
              <a:solidFill>
                <a:srgbClr val="4458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nb-NO" sz="1250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så fall </a:t>
            </a:r>
            <a:r>
              <a:rPr lang="nb-NO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NV(A1)&lt;NV(A2) </a:t>
            </a:r>
            <a:endParaRPr lang="nb-NO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b-NO" sz="2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nb-NO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1600200" y="4206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nb-NO" sz="1500" b="1" noProof="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Øker strømprisen mye?</a:t>
            </a:r>
            <a:endParaRPr lang="nb-NO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nb-NO" sz="1250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strømprisen øker mer enn diskonteringsrenten over tid, kan </a:t>
            </a:r>
            <a:r>
              <a:rPr lang="nb-NO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NV(A1)&lt;NV(A2)</a:t>
            </a:r>
            <a:r>
              <a:rPr lang="nb-NO" sz="1250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endParaRPr lang="nb-NO" sz="1250" dirty="0">
              <a:solidFill>
                <a:srgbClr val="4458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nb-NO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økningen i strømpris i hovedsak skjer frem til 2055 kan NV(A1)&gt;NV(A2) </a:t>
            </a:r>
            <a:endParaRPr lang="nb-NO" sz="1250" dirty="0"/>
          </a:p>
          <a:p>
            <a:endParaRPr lang="nb-NO" sz="1250" noProof="0" dirty="0"/>
          </a:p>
        </p:txBody>
      </p:sp>
      <p:sp>
        <p:nvSpPr>
          <p:cNvPr id="18" name="Shape 16"/>
          <p:cNvSpPr/>
          <p:nvPr/>
        </p:nvSpPr>
        <p:spPr>
          <a:xfrm>
            <a:off x="6263640" y="393192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253F9E33-8901-3191-FC28-C11E64AE6C65}"/>
              </a:ext>
            </a:extLst>
          </p:cNvPr>
          <p:cNvSpPr/>
          <p:nvPr/>
        </p:nvSpPr>
        <p:spPr>
          <a:xfrm>
            <a:off x="6555740" y="424561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nb-NO" noProof="0" dirty="0"/>
          </a:p>
        </p:txBody>
      </p:sp>
      <p:sp>
        <p:nvSpPr>
          <p:cNvPr id="20" name="Text 18"/>
          <p:cNvSpPr/>
          <p:nvPr/>
        </p:nvSpPr>
        <p:spPr>
          <a:xfrm>
            <a:off x="6537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b-NO" sz="2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nb-NO" sz="2000" noProof="0" dirty="0"/>
          </a:p>
        </p:txBody>
      </p:sp>
      <p:sp>
        <p:nvSpPr>
          <p:cNvPr id="21" name="Text 19"/>
          <p:cNvSpPr/>
          <p:nvPr/>
        </p:nvSpPr>
        <p:spPr>
          <a:xfrm>
            <a:off x="7223760" y="4206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nb-NO" sz="1500" b="1" noProof="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Faller kostnadene?</a:t>
            </a:r>
            <a:endParaRPr lang="nb-NO" sz="1500" noProof="0" dirty="0"/>
          </a:p>
        </p:txBody>
      </p:sp>
      <p:sp>
        <p:nvSpPr>
          <p:cNvPr id="22" name="Text 20"/>
          <p:cNvSpPr/>
          <p:nvPr/>
        </p:nvSpPr>
        <p:spPr>
          <a:xfrm>
            <a:off x="6537960" y="49834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nb-NO" sz="1250" noProof="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Dersom investeringskostnadene forventes å falle fra 2045 til 2055, kan </a:t>
            </a:r>
            <a:r>
              <a:rPr lang="nb-NO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NV(A1)&lt;NV(A2) </a:t>
            </a:r>
            <a:endParaRPr lang="nb-NO" sz="12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83A64-0183-0EFC-E32B-76CEFB9A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nb-NO" sz="4000" noProof="0">
                <a:solidFill>
                  <a:srgbClr val="FFFFFF"/>
                </a:solidFill>
              </a:rPr>
              <a:t>Informasjon som må innhentes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E2AB62-0581-8A58-9B85-F075CD1876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473946"/>
              </p:ext>
            </p:extLst>
          </p:nvPr>
        </p:nvGraphicFramePr>
        <p:xfrm>
          <a:off x="4781490" y="383944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4E00ADD-A0CC-7388-F4AB-E06200F93E22}"/>
              </a:ext>
            </a:extLst>
          </p:cNvPr>
          <p:cNvSpPr txBox="1"/>
          <p:nvPr/>
        </p:nvSpPr>
        <p:spPr>
          <a:xfrm>
            <a:off x="5031981" y="6024766"/>
            <a:ext cx="6165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>
                <a:hlinkClick r:id="rId7"/>
              </a:rPr>
              <a:t>https://www.regjeringen.no/no/dokumenter/nou-2026-4/id3155361/</a:t>
            </a:r>
            <a:r>
              <a:rPr lang="nb-N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687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F71739-FA80-70D4-A436-9384B25EF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2"/>
                </a:solidFill>
              </a:rPr>
              <a:t>Mer om </a:t>
            </a:r>
            <a:r>
              <a:rPr lang="en-US" sz="4400" dirty="0" err="1">
                <a:solidFill>
                  <a:schemeClr val="tx2"/>
                </a:solidFill>
              </a:rPr>
              <a:t>samfunnsøkonomiske</a:t>
            </a:r>
            <a:r>
              <a:rPr lang="en-US" sz="4400" dirty="0">
                <a:solidFill>
                  <a:schemeClr val="tx2"/>
                </a:solidFill>
              </a:rPr>
              <a:t> </a:t>
            </a:r>
            <a:r>
              <a:rPr lang="en-US" sz="4400" dirty="0" err="1">
                <a:solidFill>
                  <a:schemeClr val="tx2"/>
                </a:solidFill>
              </a:rPr>
              <a:t>analyser</a:t>
            </a:r>
            <a:endParaRPr lang="nb-NO" sz="44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43135-4290-0CAD-4DF9-81435996F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endParaRPr lang="nb-NO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610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B9669-98C1-34B6-1EBA-CA8E2976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nb-NO" sz="4000" noProof="0" dirty="0">
                <a:solidFill>
                  <a:srgbClr val="FFFFFF"/>
                </a:solidFill>
              </a:rPr>
              <a:t>Vanlige utfordringer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3A02CF-9761-79C5-7971-D0D510B8C5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2258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528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E6AA4D-EC17-45B5-B621-DF0FD91FD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8460ED4-376B-DC0A-6AAE-6198FCDF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800" y="1641752"/>
            <a:ext cx="2655887" cy="4384188"/>
          </a:xfrm>
        </p:spPr>
        <p:txBody>
          <a:bodyPr anchor="t">
            <a:normAutofit/>
          </a:bodyPr>
          <a:lstStyle/>
          <a:p>
            <a:r>
              <a:rPr lang="nb-NO" sz="3100">
                <a:solidFill>
                  <a:schemeClr val="bg1"/>
                </a:solidFill>
              </a:rPr>
              <a:t>Arbeidsfasene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21C4E47-6428-33A7-149F-69932E26E1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007429"/>
              </p:ext>
            </p:extLst>
          </p:nvPr>
        </p:nvGraphicFramePr>
        <p:xfrm>
          <a:off x="5232400" y="841375"/>
          <a:ext cx="6121400" cy="518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5035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B507E-05FA-8A0C-7DEF-25296A3E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03" y="586855"/>
            <a:ext cx="4769893" cy="3387497"/>
          </a:xfrm>
        </p:spPr>
        <p:txBody>
          <a:bodyPr anchor="b">
            <a:normAutofit/>
          </a:bodyPr>
          <a:lstStyle/>
          <a:p>
            <a:pPr algn="r"/>
            <a:r>
              <a:rPr lang="nb-NO" sz="4000" noProof="0" dirty="0">
                <a:solidFill>
                  <a:srgbClr val="FFFFFF"/>
                </a:solidFill>
              </a:rPr>
              <a:t>Arbeidsfasene </a:t>
            </a:r>
            <a:br>
              <a:rPr lang="nb-NO" sz="4000" noProof="0" dirty="0">
                <a:solidFill>
                  <a:srgbClr val="FFFFFF"/>
                </a:solidFill>
              </a:rPr>
            </a:br>
            <a:r>
              <a:rPr lang="nb-NO" sz="4000" noProof="0" dirty="0">
                <a:solidFill>
                  <a:srgbClr val="FFFFFF"/>
                </a:solidFill>
              </a:rPr>
              <a:t>≠ </a:t>
            </a:r>
            <a:br>
              <a:rPr lang="nb-NO" sz="4000" noProof="0" dirty="0">
                <a:solidFill>
                  <a:srgbClr val="FFFFFF"/>
                </a:solidFill>
              </a:rPr>
            </a:br>
            <a:r>
              <a:rPr lang="nb-NO" sz="4000" noProof="0" dirty="0">
                <a:solidFill>
                  <a:srgbClr val="FFFFFF"/>
                </a:solidFill>
              </a:rPr>
              <a:t>disposisjon for oppgaven/analysen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365DF-ECD6-430A-B296-8D4C8900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b-NO" sz="2000" noProof="0" dirty="0"/>
              <a:t>Vanlig disposisjon:</a:t>
            </a:r>
          </a:p>
          <a:p>
            <a:pPr marL="0" indent="0">
              <a:buNone/>
            </a:pPr>
            <a:endParaRPr lang="nb-NO" sz="2000" noProof="0" dirty="0"/>
          </a:p>
          <a:p>
            <a:r>
              <a:rPr lang="nb-NO" sz="2000" noProof="0" dirty="0"/>
              <a:t>Sammendrag</a:t>
            </a:r>
          </a:p>
          <a:p>
            <a:r>
              <a:rPr lang="nb-NO" sz="2000" dirty="0"/>
              <a:t>Bakgrunn/problem</a:t>
            </a:r>
            <a:r>
              <a:rPr lang="nb-NO" sz="2000" noProof="0" dirty="0"/>
              <a:t>beskrivelse</a:t>
            </a:r>
          </a:p>
          <a:p>
            <a:r>
              <a:rPr lang="nb-NO" sz="2000" noProof="0" dirty="0"/>
              <a:t>Tiltak</a:t>
            </a:r>
          </a:p>
          <a:p>
            <a:r>
              <a:rPr lang="nb-NO" sz="2000" noProof="0" dirty="0"/>
              <a:t>Tallfesting/Data/Metodikk/Tidligere forskning og rapporter</a:t>
            </a:r>
          </a:p>
          <a:p>
            <a:r>
              <a:rPr lang="nb-NO" sz="2000" noProof="0" dirty="0"/>
              <a:t> NV-analyse</a:t>
            </a:r>
          </a:p>
          <a:p>
            <a:r>
              <a:rPr lang="nb-NO" sz="2000" noProof="0" dirty="0"/>
              <a:t> Usikkerhetsanalyse, scenarier</a:t>
            </a:r>
          </a:p>
          <a:p>
            <a:r>
              <a:rPr lang="nb-NO" sz="2000" noProof="0" dirty="0"/>
              <a:t> Ikke prissatte virkninger/Fordelingsvirkninger/Andre relevante forhold</a:t>
            </a:r>
          </a:p>
          <a:p>
            <a:r>
              <a:rPr lang="nb-NO" sz="2000" noProof="0" dirty="0"/>
              <a:t> Konklusjon</a:t>
            </a:r>
          </a:p>
        </p:txBody>
      </p:sp>
    </p:spTree>
    <p:extLst>
      <p:ext uri="{BB962C8B-B14F-4D97-AF65-F5344CB8AC3E}">
        <p14:creationId xmlns:p14="http://schemas.microsoft.com/office/powerpoint/2010/main" val="172032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F9D18-F8D5-FBDC-9605-5242E30C2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nb-NO" sz="5400" dirty="0">
                <a:solidFill>
                  <a:srgbClr val="FFFFFF"/>
                </a:solidFill>
              </a:rPr>
              <a:t>Analysen skal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120B3B0C-F76D-CFAC-08C8-8B3BEB5F6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623596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4989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85EDDD-0F0F-3789-BD02-388D81A97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26" y="5509057"/>
            <a:ext cx="5395567" cy="1136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A3C1DC-CB40-8ADB-E701-0EFBE4E91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267" y="1265583"/>
            <a:ext cx="2111276" cy="17573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2E5BEF-687C-33BA-DF8E-6B91024C9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543" y="3379153"/>
            <a:ext cx="5550375" cy="2482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74C1B0-AFBC-6360-4B02-A88563D41F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76" y="1577254"/>
            <a:ext cx="6837216" cy="37034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34D837-FB56-23D1-C5B9-B203626C069E}"/>
              </a:ext>
            </a:extLst>
          </p:cNvPr>
          <p:cNvSpPr txBox="1"/>
          <p:nvPr/>
        </p:nvSpPr>
        <p:spPr>
          <a:xfrm>
            <a:off x="2414516" y="324635"/>
            <a:ext cx="73629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noProof="0"/>
              <a:t>Samfunsøkonomiske</a:t>
            </a:r>
            <a:r>
              <a:rPr lang="nb-NO" sz="3200" noProof="0" dirty="0"/>
              <a:t> analyser</a:t>
            </a:r>
          </a:p>
        </p:txBody>
      </p:sp>
    </p:spTree>
    <p:extLst>
      <p:ext uri="{BB962C8B-B14F-4D97-AF65-F5344CB8AC3E}">
        <p14:creationId xmlns:p14="http://schemas.microsoft.com/office/powerpoint/2010/main" val="1532832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51515-D931-0C4B-C086-AC7EB78A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nb-NO" sz="4000" noProof="0"/>
              <a:t>Tema</a:t>
            </a:r>
            <a:endParaRPr lang="nb-NO" sz="40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0E534A-A40D-344B-EC7A-5BA62773E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16" r="2309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515E72-7B64-3945-4218-DEF88832C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372533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531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3048</TotalTime>
  <Words>875</Words>
  <Application>Microsoft Office PowerPoint</Application>
  <PresentationFormat>Widescreen</PresentationFormat>
  <Paragraphs>171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Georgia</vt:lpstr>
      <vt:lpstr>Office Theme</vt:lpstr>
      <vt:lpstr>Nytte-kostnadsanalyse i teori og praksis </vt:lpstr>
      <vt:lpstr>Om kurset</vt:lpstr>
      <vt:lpstr>PowerPoint Presentation</vt:lpstr>
      <vt:lpstr>PowerPoint Presentation</vt:lpstr>
      <vt:lpstr>Hva er nytte-kostnadsanalyse?</vt:lpstr>
      <vt:lpstr>Hvorfor? </vt:lpstr>
      <vt:lpstr>Historisk utvikling</vt:lpstr>
      <vt:lpstr>Hjemmelekse</vt:lpstr>
      <vt:lpstr>PowerPoint Presentation</vt:lpstr>
      <vt:lpstr>PowerPoint Presentation</vt:lpstr>
      <vt:lpstr>PowerPoint Presentation</vt:lpstr>
      <vt:lpstr>PowerPoint Presentation</vt:lpstr>
      <vt:lpstr>Informasjon som må innhentes</vt:lpstr>
      <vt:lpstr>Mer om samfunnsøkonomiske analyser</vt:lpstr>
      <vt:lpstr>Vanlige utfordringer</vt:lpstr>
      <vt:lpstr>Arbeidsfasene</vt:lpstr>
      <vt:lpstr>Arbeidsfasene  ≠  disposisjon for oppgaven/analysen</vt:lpstr>
      <vt:lpstr>Analysen skal</vt:lpstr>
      <vt:lpstr>PowerPoint Presentation</vt:lpstr>
      <vt:lpstr>Tema</vt:lpstr>
    </vt:vector>
  </TitlesOfParts>
  <Company>UiT The Arctic University of Norway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Espen Sirnes</dc:creator>
  <cp:lastModifiedBy>Espen Sirnes</cp:lastModifiedBy>
  <cp:revision>1</cp:revision>
  <dcterms:created xsi:type="dcterms:W3CDTF">2026-08-11T09:26:22Z</dcterms:created>
  <dcterms:modified xsi:type="dcterms:W3CDTF">2026-08-17T10:02:23Z</dcterms:modified>
</cp:coreProperties>
</file>